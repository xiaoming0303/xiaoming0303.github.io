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9"/>
  </p:notesMasterIdLst>
  <p:sldIdLst>
    <p:sldId id="256" r:id="rId2"/>
    <p:sldId id="322" r:id="rId3"/>
    <p:sldId id="342" r:id="rId4"/>
    <p:sldId id="280" r:id="rId5"/>
    <p:sldId id="289" r:id="rId6"/>
    <p:sldId id="323" r:id="rId7"/>
    <p:sldId id="328" r:id="rId8"/>
    <p:sldId id="332" r:id="rId9"/>
    <p:sldId id="336" r:id="rId10"/>
    <p:sldId id="325" r:id="rId11"/>
    <p:sldId id="334" r:id="rId12"/>
    <p:sldId id="338" r:id="rId13"/>
    <p:sldId id="310" r:id="rId14"/>
    <p:sldId id="311" r:id="rId15"/>
    <p:sldId id="312" r:id="rId16"/>
    <p:sldId id="341" r:id="rId17"/>
    <p:sldId id="319" r:id="rId18"/>
  </p:sldIdLst>
  <p:sldSz cx="12192000" cy="6858000"/>
  <p:notesSz cx="6858000" cy="9144000"/>
  <p:embeddedFontLst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  <p:cmAuthor id="2" name="作者" initials="A" lastIdx="0" clrIdx="1"/>
  <p:cmAuthor id="3" name="Vagun Vagun" initials="VV" lastIdx="0" clrIdx="2"/>
  <p:cmAuthor id="4" name="Administra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A0A9"/>
    <a:srgbClr val="00B8BB"/>
    <a:srgbClr val="F39EA7"/>
    <a:srgbClr val="00B9BC"/>
    <a:srgbClr val="B0E1F0"/>
    <a:srgbClr val="F59FA8"/>
    <a:srgbClr val="F49FA8"/>
    <a:srgbClr val="4BBADD"/>
    <a:srgbClr val="A6A6A6"/>
    <a:srgbClr val="68C5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52" autoAdjust="0"/>
    <p:restoredTop sz="94660"/>
  </p:normalViewPr>
  <p:slideViewPr>
    <p:cSldViewPr snapToGrid="0">
      <p:cViewPr>
        <p:scale>
          <a:sx n="75" d="100"/>
          <a:sy n="75" d="100"/>
        </p:scale>
        <p:origin x="806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38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ags" Target="tags/tag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F13B1-CB01-4C23-990D-928BBF5DCD55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3D6914-0520-4C86-9308-13C81DA590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EBA0-E458-40E8-802E-5C171B90668C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本节讲述语音识别的基本原理。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重点在于引导学生理解语音信号的基础特征、共振峰的概念及其与发音内容的相关性。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EBA0-E458-40E8-802E-5C171B90668C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本节讲述语音识别的基本原理。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重点在于引导学生理解语音信号的基础特征、共振峰的概念及其与发音内容的相关性。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EBA0-E458-40E8-802E-5C171B90668C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/>
          <p:cNvGrpSpPr/>
          <p:nvPr userDrawn="1"/>
        </p:nvGrpSpPr>
        <p:grpSpPr>
          <a:xfrm>
            <a:off x="0" y="-14514"/>
            <a:ext cx="12192000" cy="6879770"/>
            <a:chOff x="0" y="-14514"/>
            <a:chExt cx="12192000" cy="6879770"/>
          </a:xfrm>
        </p:grpSpPr>
        <p:sp>
          <p:nvSpPr>
            <p:cNvPr id="10" name="直角三角形 9"/>
            <p:cNvSpPr/>
            <p:nvPr userDrawn="1"/>
          </p:nvSpPr>
          <p:spPr>
            <a:xfrm>
              <a:off x="0" y="1139371"/>
              <a:ext cx="5718629" cy="5718629"/>
            </a:xfrm>
            <a:prstGeom prst="rtTriangle">
              <a:avLst/>
            </a:prstGeom>
            <a:solidFill>
              <a:srgbClr val="F6A0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直角三角形 98"/>
            <p:cNvSpPr/>
            <p:nvPr userDrawn="1"/>
          </p:nvSpPr>
          <p:spPr>
            <a:xfrm rot="10800000">
              <a:off x="5326743" y="-1"/>
              <a:ext cx="6865257" cy="6865257"/>
            </a:xfrm>
            <a:prstGeom prst="rtTriangle">
              <a:avLst/>
            </a:prstGeom>
            <a:solidFill>
              <a:srgbClr val="B0E1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直角三角形 8"/>
            <p:cNvSpPr/>
            <p:nvPr userDrawn="1"/>
          </p:nvSpPr>
          <p:spPr>
            <a:xfrm rot="5400000">
              <a:off x="1748972" y="-1763486"/>
              <a:ext cx="4078514" cy="7576457"/>
            </a:xfrm>
            <a:custGeom>
              <a:avLst/>
              <a:gdLst>
                <a:gd name="connsiteX0" fmla="*/ 0 w 4064000"/>
                <a:gd name="connsiteY0" fmla="*/ 4064000 h 4064000"/>
                <a:gd name="connsiteX1" fmla="*/ 0 w 4064000"/>
                <a:gd name="connsiteY1" fmla="*/ 0 h 4064000"/>
                <a:gd name="connsiteX2" fmla="*/ 4064000 w 4064000"/>
                <a:gd name="connsiteY2" fmla="*/ 4064000 h 4064000"/>
                <a:gd name="connsiteX3" fmla="*/ 0 w 4064000"/>
                <a:gd name="connsiteY3" fmla="*/ 4064000 h 4064000"/>
                <a:gd name="connsiteX0-1" fmla="*/ 14514 w 4078514"/>
                <a:gd name="connsiteY0-2" fmla="*/ 7576457 h 7576457"/>
                <a:gd name="connsiteX1-3" fmla="*/ 0 w 4078514"/>
                <a:gd name="connsiteY1-4" fmla="*/ 0 h 7576457"/>
                <a:gd name="connsiteX2-5" fmla="*/ 4078514 w 4078514"/>
                <a:gd name="connsiteY2-6" fmla="*/ 7576457 h 7576457"/>
                <a:gd name="connsiteX3-7" fmla="*/ 14514 w 4078514"/>
                <a:gd name="connsiteY3-8" fmla="*/ 7576457 h 757645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4078514" h="7576457">
                  <a:moveTo>
                    <a:pt x="14514" y="7576457"/>
                  </a:moveTo>
                  <a:lnTo>
                    <a:pt x="0" y="0"/>
                  </a:lnTo>
                  <a:lnTo>
                    <a:pt x="4078514" y="7576457"/>
                  </a:lnTo>
                  <a:lnTo>
                    <a:pt x="14514" y="7576457"/>
                  </a:lnTo>
                  <a:close/>
                </a:path>
              </a:pathLst>
            </a:custGeom>
            <a:solidFill>
              <a:srgbClr val="00B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3788229" y="696686"/>
              <a:ext cx="7416800" cy="4078515"/>
            </a:xfrm>
            <a:prstGeom prst="rect">
              <a:avLst/>
            </a:prstGeom>
            <a:solidFill>
              <a:srgbClr val="AC8D9F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矩形 99"/>
            <p:cNvSpPr/>
            <p:nvPr userDrawn="1"/>
          </p:nvSpPr>
          <p:spPr>
            <a:xfrm>
              <a:off x="986971" y="2039256"/>
              <a:ext cx="7416800" cy="4078515"/>
            </a:xfrm>
            <a:prstGeom prst="rect">
              <a:avLst/>
            </a:prstGeom>
            <a:solidFill>
              <a:srgbClr val="AC8D9F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1335315" y="1023257"/>
              <a:ext cx="9521371" cy="4811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1143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半闭框 12"/>
            <p:cNvSpPr/>
            <p:nvPr userDrawn="1"/>
          </p:nvSpPr>
          <p:spPr>
            <a:xfrm>
              <a:off x="957943" y="616856"/>
              <a:ext cx="1045029" cy="1045029"/>
            </a:xfrm>
            <a:prstGeom prst="halfFrame">
              <a:avLst>
                <a:gd name="adj1" fmla="val 22222"/>
                <a:gd name="adj2" fmla="val 26389"/>
              </a:avLst>
            </a:prstGeom>
            <a:solidFill>
              <a:srgbClr val="3553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2" name="半闭框 101"/>
            <p:cNvSpPr/>
            <p:nvPr userDrawn="1"/>
          </p:nvSpPr>
          <p:spPr>
            <a:xfrm rot="10800000">
              <a:off x="10207851" y="5254172"/>
              <a:ext cx="1045029" cy="1045029"/>
            </a:xfrm>
            <a:prstGeom prst="halfFrame">
              <a:avLst>
                <a:gd name="adj1" fmla="val 22222"/>
                <a:gd name="adj2" fmla="val 26389"/>
              </a:avLst>
            </a:prstGeom>
            <a:solidFill>
              <a:srgbClr val="3553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图形"/>
            <p:cNvSpPr>
              <a:spLocks noEditPoints="1"/>
            </p:cNvSpPr>
            <p:nvPr userDrawn="1"/>
          </p:nvSpPr>
          <p:spPr bwMode="auto">
            <a:xfrm rot="19736133">
              <a:off x="297969" y="5138349"/>
              <a:ext cx="803031" cy="456297"/>
            </a:xfrm>
            <a:custGeom>
              <a:avLst/>
              <a:gdLst>
                <a:gd name="T0" fmla="*/ 245 w 589"/>
                <a:gd name="T1" fmla="*/ 311 h 334"/>
                <a:gd name="T2" fmla="*/ 243 w 589"/>
                <a:gd name="T3" fmla="*/ 244 h 334"/>
                <a:gd name="T4" fmla="*/ 236 w 589"/>
                <a:gd name="T5" fmla="*/ 238 h 334"/>
                <a:gd name="T6" fmla="*/ 223 w 589"/>
                <a:gd name="T7" fmla="*/ 240 h 334"/>
                <a:gd name="T8" fmla="*/ 218 w 589"/>
                <a:gd name="T9" fmla="*/ 239 h 334"/>
                <a:gd name="T10" fmla="*/ 156 w 589"/>
                <a:gd name="T11" fmla="*/ 211 h 334"/>
                <a:gd name="T12" fmla="*/ 148 w 589"/>
                <a:gd name="T13" fmla="*/ 216 h 334"/>
                <a:gd name="T14" fmla="*/ 151 w 589"/>
                <a:gd name="T15" fmla="*/ 252 h 334"/>
                <a:gd name="T16" fmla="*/ 153 w 589"/>
                <a:gd name="T17" fmla="*/ 254 h 334"/>
                <a:gd name="T18" fmla="*/ 199 w 589"/>
                <a:gd name="T19" fmla="*/ 296 h 334"/>
                <a:gd name="T20" fmla="*/ 237 w 589"/>
                <a:gd name="T21" fmla="*/ 317 h 334"/>
                <a:gd name="T22" fmla="*/ 245 w 589"/>
                <a:gd name="T23" fmla="*/ 311 h 334"/>
                <a:gd name="T24" fmla="*/ 521 w 589"/>
                <a:gd name="T25" fmla="*/ 220 h 334"/>
                <a:gd name="T26" fmla="*/ 524 w 589"/>
                <a:gd name="T27" fmla="*/ 223 h 334"/>
                <a:gd name="T28" fmla="*/ 534 w 589"/>
                <a:gd name="T29" fmla="*/ 235 h 334"/>
                <a:gd name="T30" fmla="*/ 536 w 589"/>
                <a:gd name="T31" fmla="*/ 238 h 334"/>
                <a:gd name="T32" fmla="*/ 552 w 589"/>
                <a:gd name="T33" fmla="*/ 262 h 334"/>
                <a:gd name="T34" fmla="*/ 527 w 589"/>
                <a:gd name="T35" fmla="*/ 320 h 334"/>
                <a:gd name="T36" fmla="*/ 520 w 589"/>
                <a:gd name="T37" fmla="*/ 313 h 334"/>
                <a:gd name="T38" fmla="*/ 501 w 589"/>
                <a:gd name="T39" fmla="*/ 268 h 334"/>
                <a:gd name="T40" fmla="*/ 506 w 589"/>
                <a:gd name="T41" fmla="*/ 244 h 334"/>
                <a:gd name="T42" fmla="*/ 506 w 589"/>
                <a:gd name="T43" fmla="*/ 241 h 334"/>
                <a:gd name="T44" fmla="*/ 505 w 589"/>
                <a:gd name="T45" fmla="*/ 235 h 334"/>
                <a:gd name="T46" fmla="*/ 510 w 589"/>
                <a:gd name="T47" fmla="*/ 226 h 334"/>
                <a:gd name="T48" fmla="*/ 511 w 589"/>
                <a:gd name="T49" fmla="*/ 222 h 334"/>
                <a:gd name="T50" fmla="*/ 495 w 589"/>
                <a:gd name="T51" fmla="*/ 174 h 334"/>
                <a:gd name="T52" fmla="*/ 491 w 589"/>
                <a:gd name="T53" fmla="*/ 173 h 334"/>
                <a:gd name="T54" fmla="*/ 224 w 589"/>
                <a:gd name="T55" fmla="*/ 227 h 334"/>
                <a:gd name="T56" fmla="*/ 221 w 589"/>
                <a:gd name="T57" fmla="*/ 227 h 334"/>
                <a:gd name="T58" fmla="*/ 95 w 589"/>
                <a:gd name="T59" fmla="*/ 162 h 334"/>
                <a:gd name="T60" fmla="*/ 5 w 589"/>
                <a:gd name="T61" fmla="*/ 81 h 334"/>
                <a:gd name="T62" fmla="*/ 9 w 589"/>
                <a:gd name="T63" fmla="*/ 72 h 334"/>
                <a:gd name="T64" fmla="*/ 194 w 589"/>
                <a:gd name="T65" fmla="*/ 51 h 334"/>
                <a:gd name="T66" fmla="*/ 372 w 589"/>
                <a:gd name="T67" fmla="*/ 0 h 334"/>
                <a:gd name="T68" fmla="*/ 378 w 589"/>
                <a:gd name="T69" fmla="*/ 2 h 334"/>
                <a:gd name="T70" fmla="*/ 484 w 589"/>
                <a:gd name="T71" fmla="*/ 84 h 334"/>
                <a:gd name="T72" fmla="*/ 581 w 589"/>
                <a:gd name="T73" fmla="*/ 132 h 334"/>
                <a:gd name="T74" fmla="*/ 581 w 589"/>
                <a:gd name="T75" fmla="*/ 143 h 334"/>
                <a:gd name="T76" fmla="*/ 507 w 589"/>
                <a:gd name="T77" fmla="*/ 167 h 334"/>
                <a:gd name="T78" fmla="*/ 505 w 589"/>
                <a:gd name="T79" fmla="*/ 172 h 334"/>
                <a:gd name="T80" fmla="*/ 521 w 589"/>
                <a:gd name="T81" fmla="*/ 220 h 334"/>
                <a:gd name="T82" fmla="*/ 452 w 589"/>
                <a:gd name="T83" fmla="*/ 197 h 334"/>
                <a:gd name="T84" fmla="*/ 458 w 589"/>
                <a:gd name="T85" fmla="*/ 209 h 334"/>
                <a:gd name="T86" fmla="*/ 456 w 589"/>
                <a:gd name="T87" fmla="*/ 234 h 334"/>
                <a:gd name="T88" fmla="*/ 451 w 589"/>
                <a:gd name="T89" fmla="*/ 258 h 334"/>
                <a:gd name="T90" fmla="*/ 448 w 589"/>
                <a:gd name="T91" fmla="*/ 262 h 334"/>
                <a:gd name="T92" fmla="*/ 355 w 589"/>
                <a:gd name="T93" fmla="*/ 298 h 334"/>
                <a:gd name="T94" fmla="*/ 264 w 589"/>
                <a:gd name="T95" fmla="*/ 321 h 334"/>
                <a:gd name="T96" fmla="*/ 258 w 589"/>
                <a:gd name="T97" fmla="*/ 316 h 334"/>
                <a:gd name="T98" fmla="*/ 255 w 589"/>
                <a:gd name="T99" fmla="*/ 241 h 334"/>
                <a:gd name="T100" fmla="*/ 260 w 589"/>
                <a:gd name="T101" fmla="*/ 235 h 334"/>
                <a:gd name="T102" fmla="*/ 452 w 589"/>
                <a:gd name="T103" fmla="*/ 197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89" h="334">
                  <a:moveTo>
                    <a:pt x="245" y="311"/>
                  </a:moveTo>
                  <a:cubicBezTo>
                    <a:pt x="244" y="289"/>
                    <a:pt x="243" y="266"/>
                    <a:pt x="243" y="244"/>
                  </a:cubicBezTo>
                  <a:cubicBezTo>
                    <a:pt x="242" y="241"/>
                    <a:pt x="239" y="238"/>
                    <a:pt x="236" y="238"/>
                  </a:cubicBezTo>
                  <a:cubicBezTo>
                    <a:pt x="232" y="239"/>
                    <a:pt x="228" y="239"/>
                    <a:pt x="223" y="240"/>
                  </a:cubicBezTo>
                  <a:cubicBezTo>
                    <a:pt x="221" y="240"/>
                    <a:pt x="220" y="240"/>
                    <a:pt x="218" y="239"/>
                  </a:cubicBezTo>
                  <a:cubicBezTo>
                    <a:pt x="194" y="229"/>
                    <a:pt x="173" y="219"/>
                    <a:pt x="156" y="211"/>
                  </a:cubicBezTo>
                  <a:cubicBezTo>
                    <a:pt x="152" y="209"/>
                    <a:pt x="147" y="212"/>
                    <a:pt x="148" y="216"/>
                  </a:cubicBezTo>
                  <a:cubicBezTo>
                    <a:pt x="148" y="228"/>
                    <a:pt x="149" y="241"/>
                    <a:pt x="151" y="252"/>
                  </a:cubicBezTo>
                  <a:cubicBezTo>
                    <a:pt x="152" y="253"/>
                    <a:pt x="152" y="254"/>
                    <a:pt x="153" y="254"/>
                  </a:cubicBezTo>
                  <a:cubicBezTo>
                    <a:pt x="167" y="270"/>
                    <a:pt x="183" y="284"/>
                    <a:pt x="199" y="296"/>
                  </a:cubicBezTo>
                  <a:cubicBezTo>
                    <a:pt x="211" y="304"/>
                    <a:pt x="224" y="311"/>
                    <a:pt x="237" y="317"/>
                  </a:cubicBezTo>
                  <a:cubicBezTo>
                    <a:pt x="241" y="318"/>
                    <a:pt x="245" y="316"/>
                    <a:pt x="245" y="311"/>
                  </a:cubicBezTo>
                  <a:close/>
                  <a:moveTo>
                    <a:pt x="521" y="220"/>
                  </a:moveTo>
                  <a:cubicBezTo>
                    <a:pt x="522" y="222"/>
                    <a:pt x="522" y="222"/>
                    <a:pt x="524" y="223"/>
                  </a:cubicBezTo>
                  <a:cubicBezTo>
                    <a:pt x="530" y="224"/>
                    <a:pt x="534" y="229"/>
                    <a:pt x="534" y="235"/>
                  </a:cubicBezTo>
                  <a:cubicBezTo>
                    <a:pt x="534" y="237"/>
                    <a:pt x="534" y="237"/>
                    <a:pt x="536" y="238"/>
                  </a:cubicBezTo>
                  <a:cubicBezTo>
                    <a:pt x="545" y="241"/>
                    <a:pt x="551" y="249"/>
                    <a:pt x="552" y="262"/>
                  </a:cubicBezTo>
                  <a:cubicBezTo>
                    <a:pt x="553" y="279"/>
                    <a:pt x="539" y="308"/>
                    <a:pt x="527" y="320"/>
                  </a:cubicBezTo>
                  <a:cubicBezTo>
                    <a:pt x="512" y="334"/>
                    <a:pt x="515" y="327"/>
                    <a:pt x="520" y="313"/>
                  </a:cubicBezTo>
                  <a:cubicBezTo>
                    <a:pt x="524" y="300"/>
                    <a:pt x="504" y="290"/>
                    <a:pt x="501" y="268"/>
                  </a:cubicBezTo>
                  <a:cubicBezTo>
                    <a:pt x="500" y="257"/>
                    <a:pt x="501" y="249"/>
                    <a:pt x="506" y="244"/>
                  </a:cubicBezTo>
                  <a:cubicBezTo>
                    <a:pt x="507" y="243"/>
                    <a:pt x="507" y="242"/>
                    <a:pt x="506" y="241"/>
                  </a:cubicBezTo>
                  <a:cubicBezTo>
                    <a:pt x="506" y="239"/>
                    <a:pt x="505" y="237"/>
                    <a:pt x="505" y="235"/>
                  </a:cubicBezTo>
                  <a:cubicBezTo>
                    <a:pt x="505" y="232"/>
                    <a:pt x="507" y="228"/>
                    <a:pt x="510" y="226"/>
                  </a:cubicBezTo>
                  <a:cubicBezTo>
                    <a:pt x="511" y="224"/>
                    <a:pt x="511" y="224"/>
                    <a:pt x="511" y="222"/>
                  </a:cubicBezTo>
                  <a:cubicBezTo>
                    <a:pt x="505" y="202"/>
                    <a:pt x="500" y="187"/>
                    <a:pt x="495" y="174"/>
                  </a:cubicBezTo>
                  <a:cubicBezTo>
                    <a:pt x="495" y="173"/>
                    <a:pt x="493" y="172"/>
                    <a:pt x="491" y="173"/>
                  </a:cubicBezTo>
                  <a:cubicBezTo>
                    <a:pt x="405" y="199"/>
                    <a:pt x="327" y="215"/>
                    <a:pt x="224" y="227"/>
                  </a:cubicBezTo>
                  <a:cubicBezTo>
                    <a:pt x="223" y="227"/>
                    <a:pt x="222" y="227"/>
                    <a:pt x="221" y="227"/>
                  </a:cubicBezTo>
                  <a:cubicBezTo>
                    <a:pt x="162" y="201"/>
                    <a:pt x="127" y="184"/>
                    <a:pt x="95" y="162"/>
                  </a:cubicBezTo>
                  <a:cubicBezTo>
                    <a:pt x="67" y="142"/>
                    <a:pt x="42" y="118"/>
                    <a:pt x="5" y="81"/>
                  </a:cubicBezTo>
                  <a:cubicBezTo>
                    <a:pt x="2" y="78"/>
                    <a:pt x="0" y="72"/>
                    <a:pt x="9" y="72"/>
                  </a:cubicBezTo>
                  <a:cubicBezTo>
                    <a:pt x="86" y="67"/>
                    <a:pt x="142" y="61"/>
                    <a:pt x="194" y="51"/>
                  </a:cubicBezTo>
                  <a:cubicBezTo>
                    <a:pt x="250" y="40"/>
                    <a:pt x="302" y="25"/>
                    <a:pt x="372" y="0"/>
                  </a:cubicBezTo>
                  <a:cubicBezTo>
                    <a:pt x="374" y="0"/>
                    <a:pt x="376" y="0"/>
                    <a:pt x="378" y="2"/>
                  </a:cubicBezTo>
                  <a:cubicBezTo>
                    <a:pt x="416" y="37"/>
                    <a:pt x="449" y="63"/>
                    <a:pt x="484" y="84"/>
                  </a:cubicBezTo>
                  <a:cubicBezTo>
                    <a:pt x="514" y="102"/>
                    <a:pt x="545" y="117"/>
                    <a:pt x="581" y="132"/>
                  </a:cubicBezTo>
                  <a:cubicBezTo>
                    <a:pt x="589" y="135"/>
                    <a:pt x="589" y="140"/>
                    <a:pt x="581" y="143"/>
                  </a:cubicBezTo>
                  <a:cubicBezTo>
                    <a:pt x="555" y="152"/>
                    <a:pt x="531" y="160"/>
                    <a:pt x="507" y="167"/>
                  </a:cubicBezTo>
                  <a:cubicBezTo>
                    <a:pt x="505" y="168"/>
                    <a:pt x="504" y="170"/>
                    <a:pt x="505" y="172"/>
                  </a:cubicBezTo>
                  <a:cubicBezTo>
                    <a:pt x="509" y="184"/>
                    <a:pt x="514" y="199"/>
                    <a:pt x="521" y="220"/>
                  </a:cubicBezTo>
                  <a:close/>
                  <a:moveTo>
                    <a:pt x="452" y="197"/>
                  </a:moveTo>
                  <a:cubicBezTo>
                    <a:pt x="460" y="195"/>
                    <a:pt x="459" y="205"/>
                    <a:pt x="458" y="209"/>
                  </a:cubicBezTo>
                  <a:cubicBezTo>
                    <a:pt x="457" y="218"/>
                    <a:pt x="457" y="226"/>
                    <a:pt x="456" y="234"/>
                  </a:cubicBezTo>
                  <a:cubicBezTo>
                    <a:pt x="454" y="242"/>
                    <a:pt x="453" y="250"/>
                    <a:pt x="451" y="258"/>
                  </a:cubicBezTo>
                  <a:cubicBezTo>
                    <a:pt x="451" y="260"/>
                    <a:pt x="450" y="261"/>
                    <a:pt x="448" y="262"/>
                  </a:cubicBezTo>
                  <a:cubicBezTo>
                    <a:pt x="418" y="276"/>
                    <a:pt x="387" y="288"/>
                    <a:pt x="355" y="298"/>
                  </a:cubicBezTo>
                  <a:cubicBezTo>
                    <a:pt x="326" y="307"/>
                    <a:pt x="295" y="315"/>
                    <a:pt x="264" y="321"/>
                  </a:cubicBezTo>
                  <a:cubicBezTo>
                    <a:pt x="261" y="321"/>
                    <a:pt x="258" y="319"/>
                    <a:pt x="258" y="316"/>
                  </a:cubicBezTo>
                  <a:cubicBezTo>
                    <a:pt x="257" y="291"/>
                    <a:pt x="256" y="266"/>
                    <a:pt x="255" y="241"/>
                  </a:cubicBezTo>
                  <a:cubicBezTo>
                    <a:pt x="255" y="238"/>
                    <a:pt x="257" y="236"/>
                    <a:pt x="260" y="235"/>
                  </a:cubicBezTo>
                  <a:cubicBezTo>
                    <a:pt x="325" y="227"/>
                    <a:pt x="389" y="214"/>
                    <a:pt x="452" y="19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图形"/>
            <p:cNvSpPr>
              <a:spLocks noEditPoints="1"/>
            </p:cNvSpPr>
            <p:nvPr userDrawn="1"/>
          </p:nvSpPr>
          <p:spPr bwMode="auto">
            <a:xfrm rot="18479923">
              <a:off x="2435689" y="121852"/>
              <a:ext cx="537284" cy="728756"/>
            </a:xfrm>
            <a:custGeom>
              <a:avLst/>
              <a:gdLst>
                <a:gd name="T0" fmla="*/ 295 w 438"/>
                <a:gd name="T1" fmla="*/ 117 h 594"/>
                <a:gd name="T2" fmla="*/ 265 w 438"/>
                <a:gd name="T3" fmla="*/ 195 h 594"/>
                <a:gd name="T4" fmla="*/ 347 w 438"/>
                <a:gd name="T5" fmla="*/ 362 h 594"/>
                <a:gd name="T6" fmla="*/ 375 w 438"/>
                <a:gd name="T7" fmla="*/ 384 h 594"/>
                <a:gd name="T8" fmla="*/ 358 w 438"/>
                <a:gd name="T9" fmla="*/ 390 h 594"/>
                <a:gd name="T10" fmla="*/ 413 w 438"/>
                <a:gd name="T11" fmla="*/ 541 h 594"/>
                <a:gd name="T12" fmla="*/ 431 w 438"/>
                <a:gd name="T13" fmla="*/ 582 h 594"/>
                <a:gd name="T14" fmla="*/ 398 w 438"/>
                <a:gd name="T15" fmla="*/ 551 h 594"/>
                <a:gd name="T16" fmla="*/ 370 w 438"/>
                <a:gd name="T17" fmla="*/ 535 h 594"/>
                <a:gd name="T18" fmla="*/ 296 w 438"/>
                <a:gd name="T19" fmla="*/ 384 h 594"/>
                <a:gd name="T20" fmla="*/ 236 w 438"/>
                <a:gd name="T21" fmla="*/ 388 h 594"/>
                <a:gd name="T22" fmla="*/ 197 w 438"/>
                <a:gd name="T23" fmla="*/ 384 h 594"/>
                <a:gd name="T24" fmla="*/ 138 w 438"/>
                <a:gd name="T25" fmla="*/ 386 h 594"/>
                <a:gd name="T26" fmla="*/ 42 w 438"/>
                <a:gd name="T27" fmla="*/ 550 h 594"/>
                <a:gd name="T28" fmla="*/ 10 w 438"/>
                <a:gd name="T29" fmla="*/ 584 h 594"/>
                <a:gd name="T30" fmla="*/ 25 w 438"/>
                <a:gd name="T31" fmla="*/ 545 h 594"/>
                <a:gd name="T32" fmla="*/ 21 w 438"/>
                <a:gd name="T33" fmla="*/ 513 h 594"/>
                <a:gd name="T34" fmla="*/ 75 w 438"/>
                <a:gd name="T35" fmla="*/ 384 h 594"/>
                <a:gd name="T36" fmla="*/ 63 w 438"/>
                <a:gd name="T37" fmla="*/ 362 h 594"/>
                <a:gd name="T38" fmla="*/ 94 w 438"/>
                <a:gd name="T39" fmla="*/ 359 h 594"/>
                <a:gd name="T40" fmla="*/ 169 w 438"/>
                <a:gd name="T41" fmla="*/ 176 h 594"/>
                <a:gd name="T42" fmla="*/ 196 w 438"/>
                <a:gd name="T43" fmla="*/ 43 h 594"/>
                <a:gd name="T44" fmla="*/ 199 w 438"/>
                <a:gd name="T45" fmla="*/ 27 h 594"/>
                <a:gd name="T46" fmla="*/ 239 w 438"/>
                <a:gd name="T47" fmla="*/ 39 h 594"/>
                <a:gd name="T48" fmla="*/ 236 w 438"/>
                <a:gd name="T49" fmla="*/ 357 h 594"/>
                <a:gd name="T50" fmla="*/ 282 w 438"/>
                <a:gd name="T51" fmla="*/ 362 h 594"/>
                <a:gd name="T52" fmla="*/ 222 w 438"/>
                <a:gd name="T53" fmla="*/ 224 h 594"/>
                <a:gd name="T54" fmla="*/ 152 w 438"/>
                <a:gd name="T55" fmla="*/ 356 h 594"/>
                <a:gd name="T56" fmla="*/ 197 w 438"/>
                <a:gd name="T57" fmla="*/ 362 h 594"/>
                <a:gd name="T58" fmla="*/ 236 w 438"/>
                <a:gd name="T59" fmla="*/ 357 h 594"/>
                <a:gd name="T60" fmla="*/ 201 w 438"/>
                <a:gd name="T61" fmla="*/ 80 h 594"/>
                <a:gd name="T62" fmla="*/ 175 w 438"/>
                <a:gd name="T63" fmla="*/ 117 h 594"/>
                <a:gd name="T64" fmla="*/ 242 w 438"/>
                <a:gd name="T65" fmla="*/ 79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8" h="594">
                  <a:moveTo>
                    <a:pt x="241" y="43"/>
                  </a:moveTo>
                  <a:cubicBezTo>
                    <a:pt x="272" y="53"/>
                    <a:pt x="295" y="82"/>
                    <a:pt x="295" y="117"/>
                  </a:cubicBezTo>
                  <a:cubicBezTo>
                    <a:pt x="295" y="140"/>
                    <a:pt x="285" y="162"/>
                    <a:pt x="268" y="176"/>
                  </a:cubicBezTo>
                  <a:cubicBezTo>
                    <a:pt x="263" y="181"/>
                    <a:pt x="261" y="189"/>
                    <a:pt x="265" y="195"/>
                  </a:cubicBezTo>
                  <a:cubicBezTo>
                    <a:pt x="285" y="231"/>
                    <a:pt x="332" y="334"/>
                    <a:pt x="344" y="359"/>
                  </a:cubicBezTo>
                  <a:cubicBezTo>
                    <a:pt x="344" y="361"/>
                    <a:pt x="346" y="362"/>
                    <a:pt x="347" y="362"/>
                  </a:cubicBezTo>
                  <a:cubicBezTo>
                    <a:pt x="375" y="362"/>
                    <a:pt x="375" y="362"/>
                    <a:pt x="375" y="362"/>
                  </a:cubicBezTo>
                  <a:cubicBezTo>
                    <a:pt x="390" y="362"/>
                    <a:pt x="390" y="384"/>
                    <a:pt x="375" y="384"/>
                  </a:cubicBezTo>
                  <a:cubicBezTo>
                    <a:pt x="362" y="384"/>
                    <a:pt x="362" y="384"/>
                    <a:pt x="362" y="384"/>
                  </a:cubicBezTo>
                  <a:cubicBezTo>
                    <a:pt x="359" y="384"/>
                    <a:pt x="357" y="387"/>
                    <a:pt x="358" y="390"/>
                  </a:cubicBezTo>
                  <a:cubicBezTo>
                    <a:pt x="417" y="513"/>
                    <a:pt x="417" y="513"/>
                    <a:pt x="417" y="513"/>
                  </a:cubicBezTo>
                  <a:cubicBezTo>
                    <a:pt x="421" y="522"/>
                    <a:pt x="419" y="533"/>
                    <a:pt x="413" y="541"/>
                  </a:cubicBezTo>
                  <a:cubicBezTo>
                    <a:pt x="412" y="542"/>
                    <a:pt x="412" y="544"/>
                    <a:pt x="413" y="545"/>
                  </a:cubicBezTo>
                  <a:cubicBezTo>
                    <a:pt x="419" y="557"/>
                    <a:pt x="425" y="570"/>
                    <a:pt x="431" y="582"/>
                  </a:cubicBezTo>
                  <a:cubicBezTo>
                    <a:pt x="438" y="594"/>
                    <a:pt x="437" y="594"/>
                    <a:pt x="427" y="584"/>
                  </a:cubicBezTo>
                  <a:cubicBezTo>
                    <a:pt x="418" y="573"/>
                    <a:pt x="408" y="562"/>
                    <a:pt x="398" y="551"/>
                  </a:cubicBezTo>
                  <a:cubicBezTo>
                    <a:pt x="398" y="550"/>
                    <a:pt x="396" y="549"/>
                    <a:pt x="395" y="550"/>
                  </a:cubicBezTo>
                  <a:cubicBezTo>
                    <a:pt x="385" y="550"/>
                    <a:pt x="375" y="545"/>
                    <a:pt x="370" y="535"/>
                  </a:cubicBezTo>
                  <a:cubicBezTo>
                    <a:pt x="300" y="386"/>
                    <a:pt x="300" y="386"/>
                    <a:pt x="300" y="386"/>
                  </a:cubicBezTo>
                  <a:cubicBezTo>
                    <a:pt x="299" y="385"/>
                    <a:pt x="298" y="384"/>
                    <a:pt x="296" y="384"/>
                  </a:cubicBezTo>
                  <a:cubicBezTo>
                    <a:pt x="240" y="384"/>
                    <a:pt x="240" y="384"/>
                    <a:pt x="240" y="384"/>
                  </a:cubicBezTo>
                  <a:cubicBezTo>
                    <a:pt x="238" y="384"/>
                    <a:pt x="236" y="386"/>
                    <a:pt x="236" y="388"/>
                  </a:cubicBezTo>
                  <a:cubicBezTo>
                    <a:pt x="236" y="419"/>
                    <a:pt x="202" y="419"/>
                    <a:pt x="202" y="388"/>
                  </a:cubicBezTo>
                  <a:cubicBezTo>
                    <a:pt x="202" y="386"/>
                    <a:pt x="200" y="384"/>
                    <a:pt x="197" y="384"/>
                  </a:cubicBezTo>
                  <a:cubicBezTo>
                    <a:pt x="142" y="384"/>
                    <a:pt x="142" y="384"/>
                    <a:pt x="142" y="384"/>
                  </a:cubicBezTo>
                  <a:cubicBezTo>
                    <a:pt x="140" y="384"/>
                    <a:pt x="139" y="385"/>
                    <a:pt x="138" y="386"/>
                  </a:cubicBezTo>
                  <a:cubicBezTo>
                    <a:pt x="67" y="535"/>
                    <a:pt x="67" y="535"/>
                    <a:pt x="67" y="535"/>
                  </a:cubicBezTo>
                  <a:cubicBezTo>
                    <a:pt x="63" y="545"/>
                    <a:pt x="53" y="550"/>
                    <a:pt x="42" y="550"/>
                  </a:cubicBezTo>
                  <a:cubicBezTo>
                    <a:pt x="41" y="549"/>
                    <a:pt x="40" y="550"/>
                    <a:pt x="39" y="551"/>
                  </a:cubicBezTo>
                  <a:cubicBezTo>
                    <a:pt x="29" y="562"/>
                    <a:pt x="20" y="573"/>
                    <a:pt x="10" y="584"/>
                  </a:cubicBezTo>
                  <a:cubicBezTo>
                    <a:pt x="1" y="594"/>
                    <a:pt x="0" y="594"/>
                    <a:pt x="6" y="582"/>
                  </a:cubicBezTo>
                  <a:cubicBezTo>
                    <a:pt x="13" y="570"/>
                    <a:pt x="19" y="557"/>
                    <a:pt x="25" y="545"/>
                  </a:cubicBezTo>
                  <a:cubicBezTo>
                    <a:pt x="26" y="543"/>
                    <a:pt x="26" y="542"/>
                    <a:pt x="24" y="541"/>
                  </a:cubicBezTo>
                  <a:cubicBezTo>
                    <a:pt x="18" y="533"/>
                    <a:pt x="16" y="522"/>
                    <a:pt x="21" y="513"/>
                  </a:cubicBezTo>
                  <a:cubicBezTo>
                    <a:pt x="79" y="390"/>
                    <a:pt x="79" y="390"/>
                    <a:pt x="79" y="390"/>
                  </a:cubicBezTo>
                  <a:cubicBezTo>
                    <a:pt x="80" y="387"/>
                    <a:pt x="78" y="384"/>
                    <a:pt x="75" y="384"/>
                  </a:cubicBezTo>
                  <a:cubicBezTo>
                    <a:pt x="63" y="384"/>
                    <a:pt x="63" y="384"/>
                    <a:pt x="63" y="384"/>
                  </a:cubicBezTo>
                  <a:cubicBezTo>
                    <a:pt x="48" y="384"/>
                    <a:pt x="48" y="362"/>
                    <a:pt x="63" y="362"/>
                  </a:cubicBezTo>
                  <a:cubicBezTo>
                    <a:pt x="90" y="362"/>
                    <a:pt x="90" y="362"/>
                    <a:pt x="90" y="362"/>
                  </a:cubicBezTo>
                  <a:cubicBezTo>
                    <a:pt x="92" y="362"/>
                    <a:pt x="93" y="361"/>
                    <a:pt x="94" y="359"/>
                  </a:cubicBezTo>
                  <a:cubicBezTo>
                    <a:pt x="105" y="334"/>
                    <a:pt x="152" y="231"/>
                    <a:pt x="172" y="196"/>
                  </a:cubicBezTo>
                  <a:cubicBezTo>
                    <a:pt x="176" y="189"/>
                    <a:pt x="175" y="181"/>
                    <a:pt x="169" y="176"/>
                  </a:cubicBezTo>
                  <a:cubicBezTo>
                    <a:pt x="153" y="162"/>
                    <a:pt x="143" y="140"/>
                    <a:pt x="143" y="117"/>
                  </a:cubicBezTo>
                  <a:cubicBezTo>
                    <a:pt x="143" y="82"/>
                    <a:pt x="165" y="53"/>
                    <a:pt x="196" y="43"/>
                  </a:cubicBezTo>
                  <a:cubicBezTo>
                    <a:pt x="198" y="43"/>
                    <a:pt x="199" y="41"/>
                    <a:pt x="199" y="39"/>
                  </a:cubicBezTo>
                  <a:cubicBezTo>
                    <a:pt x="199" y="27"/>
                    <a:pt x="199" y="27"/>
                    <a:pt x="199" y="27"/>
                  </a:cubicBezTo>
                  <a:cubicBezTo>
                    <a:pt x="199" y="0"/>
                    <a:pt x="239" y="0"/>
                    <a:pt x="239" y="27"/>
                  </a:cubicBezTo>
                  <a:cubicBezTo>
                    <a:pt x="239" y="39"/>
                    <a:pt x="239" y="39"/>
                    <a:pt x="239" y="39"/>
                  </a:cubicBezTo>
                  <a:cubicBezTo>
                    <a:pt x="239" y="41"/>
                    <a:pt x="240" y="43"/>
                    <a:pt x="241" y="43"/>
                  </a:cubicBezTo>
                  <a:close/>
                  <a:moveTo>
                    <a:pt x="236" y="357"/>
                  </a:moveTo>
                  <a:cubicBezTo>
                    <a:pt x="236" y="360"/>
                    <a:pt x="238" y="362"/>
                    <a:pt x="240" y="362"/>
                  </a:cubicBezTo>
                  <a:cubicBezTo>
                    <a:pt x="282" y="362"/>
                    <a:pt x="282" y="362"/>
                    <a:pt x="282" y="362"/>
                  </a:cubicBezTo>
                  <a:cubicBezTo>
                    <a:pt x="285" y="362"/>
                    <a:pt x="286" y="359"/>
                    <a:pt x="285" y="356"/>
                  </a:cubicBezTo>
                  <a:cubicBezTo>
                    <a:pt x="222" y="224"/>
                    <a:pt x="222" y="224"/>
                    <a:pt x="222" y="224"/>
                  </a:cubicBezTo>
                  <a:cubicBezTo>
                    <a:pt x="221" y="221"/>
                    <a:pt x="217" y="221"/>
                    <a:pt x="215" y="224"/>
                  </a:cubicBezTo>
                  <a:cubicBezTo>
                    <a:pt x="152" y="356"/>
                    <a:pt x="152" y="356"/>
                    <a:pt x="152" y="356"/>
                  </a:cubicBezTo>
                  <a:cubicBezTo>
                    <a:pt x="151" y="359"/>
                    <a:pt x="153" y="362"/>
                    <a:pt x="156" y="362"/>
                  </a:cubicBezTo>
                  <a:cubicBezTo>
                    <a:pt x="197" y="362"/>
                    <a:pt x="197" y="362"/>
                    <a:pt x="197" y="362"/>
                  </a:cubicBezTo>
                  <a:cubicBezTo>
                    <a:pt x="200" y="362"/>
                    <a:pt x="202" y="360"/>
                    <a:pt x="202" y="357"/>
                  </a:cubicBezTo>
                  <a:cubicBezTo>
                    <a:pt x="202" y="317"/>
                    <a:pt x="236" y="317"/>
                    <a:pt x="236" y="357"/>
                  </a:cubicBezTo>
                  <a:close/>
                  <a:moveTo>
                    <a:pt x="237" y="80"/>
                  </a:moveTo>
                  <a:cubicBezTo>
                    <a:pt x="230" y="95"/>
                    <a:pt x="208" y="95"/>
                    <a:pt x="201" y="80"/>
                  </a:cubicBezTo>
                  <a:cubicBezTo>
                    <a:pt x="200" y="78"/>
                    <a:pt x="197" y="77"/>
                    <a:pt x="195" y="79"/>
                  </a:cubicBezTo>
                  <a:cubicBezTo>
                    <a:pt x="183" y="87"/>
                    <a:pt x="175" y="101"/>
                    <a:pt x="175" y="117"/>
                  </a:cubicBezTo>
                  <a:cubicBezTo>
                    <a:pt x="175" y="177"/>
                    <a:pt x="263" y="177"/>
                    <a:pt x="263" y="117"/>
                  </a:cubicBezTo>
                  <a:cubicBezTo>
                    <a:pt x="263" y="101"/>
                    <a:pt x="255" y="87"/>
                    <a:pt x="242" y="79"/>
                  </a:cubicBezTo>
                  <a:cubicBezTo>
                    <a:pt x="240" y="77"/>
                    <a:pt x="238" y="78"/>
                    <a:pt x="237" y="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图形"/>
            <p:cNvSpPr>
              <a:spLocks noEditPoints="1"/>
            </p:cNvSpPr>
            <p:nvPr userDrawn="1"/>
          </p:nvSpPr>
          <p:spPr bwMode="auto">
            <a:xfrm rot="19912431">
              <a:off x="264200" y="2517552"/>
              <a:ext cx="515258" cy="639983"/>
            </a:xfrm>
            <a:custGeom>
              <a:avLst/>
              <a:gdLst>
                <a:gd name="T0" fmla="*/ 265 w 477"/>
                <a:gd name="T1" fmla="*/ 484 h 592"/>
                <a:gd name="T2" fmla="*/ 310 w 477"/>
                <a:gd name="T3" fmla="*/ 514 h 592"/>
                <a:gd name="T4" fmla="*/ 345 w 477"/>
                <a:gd name="T5" fmla="*/ 551 h 592"/>
                <a:gd name="T6" fmla="*/ 160 w 477"/>
                <a:gd name="T7" fmla="*/ 592 h 592"/>
                <a:gd name="T8" fmla="*/ 160 w 477"/>
                <a:gd name="T9" fmla="*/ 535 h 592"/>
                <a:gd name="T10" fmla="*/ 218 w 477"/>
                <a:gd name="T11" fmla="*/ 514 h 592"/>
                <a:gd name="T12" fmla="*/ 218 w 477"/>
                <a:gd name="T13" fmla="*/ 478 h 592"/>
                <a:gd name="T14" fmla="*/ 160 w 477"/>
                <a:gd name="T15" fmla="*/ 29 h 592"/>
                <a:gd name="T16" fmla="*/ 139 w 477"/>
                <a:gd name="T17" fmla="*/ 55 h 592"/>
                <a:gd name="T18" fmla="*/ 362 w 477"/>
                <a:gd name="T19" fmla="*/ 401 h 592"/>
                <a:gd name="T20" fmla="*/ 371 w 477"/>
                <a:gd name="T21" fmla="*/ 417 h 592"/>
                <a:gd name="T22" fmla="*/ 119 w 477"/>
                <a:gd name="T23" fmla="*/ 51 h 592"/>
                <a:gd name="T24" fmla="*/ 357 w 477"/>
                <a:gd name="T25" fmla="*/ 422 h 592"/>
                <a:gd name="T26" fmla="*/ 71 w 477"/>
                <a:gd name="T27" fmla="*/ 343 h 592"/>
                <a:gd name="T28" fmla="*/ 123 w 477"/>
                <a:gd name="T29" fmla="*/ 51 h 592"/>
                <a:gd name="T30" fmla="*/ 203 w 477"/>
                <a:gd name="T31" fmla="*/ 369 h 592"/>
                <a:gd name="T32" fmla="*/ 146 w 477"/>
                <a:gd name="T33" fmla="*/ 304 h 592"/>
                <a:gd name="T34" fmla="*/ 152 w 477"/>
                <a:gd name="T35" fmla="*/ 399 h 592"/>
                <a:gd name="T36" fmla="*/ 285 w 477"/>
                <a:gd name="T37" fmla="*/ 317 h 592"/>
                <a:gd name="T38" fmla="*/ 239 w 477"/>
                <a:gd name="T39" fmla="*/ 245 h 592"/>
                <a:gd name="T40" fmla="*/ 219 w 477"/>
                <a:gd name="T41" fmla="*/ 357 h 592"/>
                <a:gd name="T42" fmla="*/ 366 w 477"/>
                <a:gd name="T43" fmla="*/ 266 h 592"/>
                <a:gd name="T44" fmla="*/ 333 w 477"/>
                <a:gd name="T45" fmla="*/ 186 h 592"/>
                <a:gd name="T46" fmla="*/ 299 w 477"/>
                <a:gd name="T47" fmla="*/ 305 h 592"/>
                <a:gd name="T48" fmla="*/ 433 w 477"/>
                <a:gd name="T49" fmla="*/ 224 h 592"/>
                <a:gd name="T50" fmla="*/ 407 w 477"/>
                <a:gd name="T51" fmla="*/ 140 h 592"/>
                <a:gd name="T52" fmla="*/ 380 w 477"/>
                <a:gd name="T53" fmla="*/ 253 h 592"/>
                <a:gd name="T54" fmla="*/ 386 w 477"/>
                <a:gd name="T55" fmla="*/ 271 h 592"/>
                <a:gd name="T56" fmla="*/ 401 w 477"/>
                <a:gd name="T57" fmla="*/ 340 h 592"/>
                <a:gd name="T58" fmla="*/ 368 w 477"/>
                <a:gd name="T59" fmla="*/ 283 h 592"/>
                <a:gd name="T60" fmla="*/ 350 w 477"/>
                <a:gd name="T61" fmla="*/ 387 h 592"/>
                <a:gd name="T62" fmla="*/ 384 w 477"/>
                <a:gd name="T63" fmla="*/ 361 h 592"/>
                <a:gd name="T64" fmla="*/ 293 w 477"/>
                <a:gd name="T65" fmla="*/ 330 h 592"/>
                <a:gd name="T66" fmla="*/ 300 w 477"/>
                <a:gd name="T67" fmla="*/ 414 h 592"/>
                <a:gd name="T68" fmla="*/ 338 w 477"/>
                <a:gd name="T69" fmla="*/ 395 h 592"/>
                <a:gd name="T70" fmla="*/ 218 w 477"/>
                <a:gd name="T71" fmla="*/ 377 h 592"/>
                <a:gd name="T72" fmla="*/ 274 w 477"/>
                <a:gd name="T73" fmla="*/ 421 h 592"/>
                <a:gd name="T74" fmla="*/ 218 w 477"/>
                <a:gd name="T75" fmla="*/ 377 h 592"/>
                <a:gd name="T76" fmla="*/ 107 w 477"/>
                <a:gd name="T77" fmla="*/ 194 h 592"/>
                <a:gd name="T78" fmla="*/ 55 w 477"/>
                <a:gd name="T79" fmla="*/ 224 h 592"/>
                <a:gd name="T80" fmla="*/ 180 w 477"/>
                <a:gd name="T81" fmla="*/ 151 h 592"/>
                <a:gd name="T82" fmla="*/ 134 w 477"/>
                <a:gd name="T83" fmla="*/ 78 h 592"/>
                <a:gd name="T84" fmla="*/ 120 w 477"/>
                <a:gd name="T85" fmla="*/ 184 h 592"/>
                <a:gd name="T86" fmla="*/ 254 w 477"/>
                <a:gd name="T87" fmla="*/ 104 h 592"/>
                <a:gd name="T88" fmla="*/ 188 w 477"/>
                <a:gd name="T89" fmla="*/ 54 h 592"/>
                <a:gd name="T90" fmla="*/ 152 w 477"/>
                <a:gd name="T91" fmla="*/ 71 h 592"/>
                <a:gd name="T92" fmla="*/ 273 w 477"/>
                <a:gd name="T93" fmla="*/ 92 h 592"/>
                <a:gd name="T94" fmla="*/ 213 w 477"/>
                <a:gd name="T95" fmla="*/ 46 h 592"/>
                <a:gd name="T96" fmla="*/ 273 w 477"/>
                <a:gd name="T97" fmla="*/ 92 h 592"/>
                <a:gd name="T98" fmla="*/ 286 w 477"/>
                <a:gd name="T99" fmla="*/ 106 h 592"/>
                <a:gd name="T100" fmla="*/ 398 w 477"/>
                <a:gd name="T101" fmla="*/ 127 h 592"/>
                <a:gd name="T102" fmla="*/ 338 w 477"/>
                <a:gd name="T103" fmla="*/ 69 h 592"/>
                <a:gd name="T104" fmla="*/ 205 w 477"/>
                <a:gd name="T105" fmla="*/ 156 h 592"/>
                <a:gd name="T106" fmla="*/ 325 w 477"/>
                <a:gd name="T107" fmla="*/ 174 h 592"/>
                <a:gd name="T108" fmla="*/ 268 w 477"/>
                <a:gd name="T109" fmla="*/ 113 h 592"/>
                <a:gd name="T110" fmla="*/ 125 w 477"/>
                <a:gd name="T111" fmla="*/ 206 h 592"/>
                <a:gd name="T112" fmla="*/ 232 w 477"/>
                <a:gd name="T113" fmla="*/ 233 h 592"/>
                <a:gd name="T114" fmla="*/ 188 w 477"/>
                <a:gd name="T115" fmla="*/ 163 h 592"/>
                <a:gd name="T116" fmla="*/ 55 w 477"/>
                <a:gd name="T117" fmla="*/ 249 h 592"/>
                <a:gd name="T118" fmla="*/ 139 w 477"/>
                <a:gd name="T119" fmla="*/ 291 h 592"/>
                <a:gd name="T120" fmla="*/ 107 w 477"/>
                <a:gd name="T121" fmla="*/ 214 h 5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77" h="592">
                  <a:moveTo>
                    <a:pt x="405" y="419"/>
                  </a:moveTo>
                  <a:cubicBezTo>
                    <a:pt x="368" y="451"/>
                    <a:pt x="322" y="472"/>
                    <a:pt x="270" y="478"/>
                  </a:cubicBezTo>
                  <a:cubicBezTo>
                    <a:pt x="265" y="478"/>
                    <a:pt x="265" y="479"/>
                    <a:pt x="265" y="484"/>
                  </a:cubicBezTo>
                  <a:cubicBezTo>
                    <a:pt x="265" y="492"/>
                    <a:pt x="265" y="501"/>
                    <a:pt x="265" y="509"/>
                  </a:cubicBezTo>
                  <a:cubicBezTo>
                    <a:pt x="265" y="514"/>
                    <a:pt x="265" y="514"/>
                    <a:pt x="270" y="514"/>
                  </a:cubicBezTo>
                  <a:cubicBezTo>
                    <a:pt x="283" y="514"/>
                    <a:pt x="296" y="514"/>
                    <a:pt x="310" y="514"/>
                  </a:cubicBezTo>
                  <a:cubicBezTo>
                    <a:pt x="316" y="514"/>
                    <a:pt x="322" y="520"/>
                    <a:pt x="322" y="527"/>
                  </a:cubicBezTo>
                  <a:cubicBezTo>
                    <a:pt x="322" y="533"/>
                    <a:pt x="323" y="535"/>
                    <a:pt x="329" y="535"/>
                  </a:cubicBezTo>
                  <a:cubicBezTo>
                    <a:pt x="337" y="535"/>
                    <a:pt x="345" y="542"/>
                    <a:pt x="345" y="551"/>
                  </a:cubicBezTo>
                  <a:cubicBezTo>
                    <a:pt x="345" y="559"/>
                    <a:pt x="345" y="567"/>
                    <a:pt x="345" y="575"/>
                  </a:cubicBezTo>
                  <a:cubicBezTo>
                    <a:pt x="345" y="584"/>
                    <a:pt x="337" y="592"/>
                    <a:pt x="329" y="592"/>
                  </a:cubicBezTo>
                  <a:cubicBezTo>
                    <a:pt x="273" y="592"/>
                    <a:pt x="216" y="592"/>
                    <a:pt x="160" y="592"/>
                  </a:cubicBezTo>
                  <a:cubicBezTo>
                    <a:pt x="151" y="592"/>
                    <a:pt x="144" y="584"/>
                    <a:pt x="144" y="575"/>
                  </a:cubicBezTo>
                  <a:cubicBezTo>
                    <a:pt x="144" y="567"/>
                    <a:pt x="144" y="559"/>
                    <a:pt x="144" y="551"/>
                  </a:cubicBezTo>
                  <a:cubicBezTo>
                    <a:pt x="144" y="542"/>
                    <a:pt x="151" y="535"/>
                    <a:pt x="160" y="535"/>
                  </a:cubicBezTo>
                  <a:cubicBezTo>
                    <a:pt x="165" y="535"/>
                    <a:pt x="167" y="533"/>
                    <a:pt x="167" y="527"/>
                  </a:cubicBezTo>
                  <a:cubicBezTo>
                    <a:pt x="167" y="520"/>
                    <a:pt x="172" y="514"/>
                    <a:pt x="179" y="514"/>
                  </a:cubicBezTo>
                  <a:cubicBezTo>
                    <a:pt x="192" y="514"/>
                    <a:pt x="206" y="514"/>
                    <a:pt x="218" y="514"/>
                  </a:cubicBezTo>
                  <a:cubicBezTo>
                    <a:pt x="223" y="514"/>
                    <a:pt x="224" y="514"/>
                    <a:pt x="224" y="509"/>
                  </a:cubicBezTo>
                  <a:cubicBezTo>
                    <a:pt x="224" y="501"/>
                    <a:pt x="224" y="492"/>
                    <a:pt x="224" y="483"/>
                  </a:cubicBezTo>
                  <a:cubicBezTo>
                    <a:pt x="224" y="479"/>
                    <a:pt x="223" y="478"/>
                    <a:pt x="218" y="478"/>
                  </a:cubicBezTo>
                  <a:cubicBezTo>
                    <a:pt x="95" y="465"/>
                    <a:pt x="0" y="361"/>
                    <a:pt x="0" y="235"/>
                  </a:cubicBezTo>
                  <a:cubicBezTo>
                    <a:pt x="0" y="134"/>
                    <a:pt x="61" y="47"/>
                    <a:pt x="147" y="10"/>
                  </a:cubicBezTo>
                  <a:cubicBezTo>
                    <a:pt x="170" y="0"/>
                    <a:pt x="179" y="21"/>
                    <a:pt x="160" y="29"/>
                  </a:cubicBezTo>
                  <a:cubicBezTo>
                    <a:pt x="150" y="33"/>
                    <a:pt x="142" y="37"/>
                    <a:pt x="134" y="42"/>
                  </a:cubicBezTo>
                  <a:cubicBezTo>
                    <a:pt x="132" y="43"/>
                    <a:pt x="132" y="44"/>
                    <a:pt x="133" y="45"/>
                  </a:cubicBezTo>
                  <a:cubicBezTo>
                    <a:pt x="134" y="48"/>
                    <a:pt x="136" y="52"/>
                    <a:pt x="139" y="55"/>
                  </a:cubicBezTo>
                  <a:cubicBezTo>
                    <a:pt x="140" y="56"/>
                    <a:pt x="140" y="56"/>
                    <a:pt x="142" y="55"/>
                  </a:cubicBezTo>
                  <a:cubicBezTo>
                    <a:pt x="237" y="0"/>
                    <a:pt x="359" y="30"/>
                    <a:pt x="418" y="124"/>
                  </a:cubicBezTo>
                  <a:cubicBezTo>
                    <a:pt x="477" y="217"/>
                    <a:pt x="451" y="339"/>
                    <a:pt x="362" y="401"/>
                  </a:cubicBezTo>
                  <a:cubicBezTo>
                    <a:pt x="359" y="403"/>
                    <a:pt x="359" y="404"/>
                    <a:pt x="360" y="406"/>
                  </a:cubicBezTo>
                  <a:cubicBezTo>
                    <a:pt x="362" y="410"/>
                    <a:pt x="364" y="413"/>
                    <a:pt x="366" y="416"/>
                  </a:cubicBezTo>
                  <a:cubicBezTo>
                    <a:pt x="368" y="418"/>
                    <a:pt x="368" y="419"/>
                    <a:pt x="371" y="417"/>
                  </a:cubicBezTo>
                  <a:cubicBezTo>
                    <a:pt x="378" y="412"/>
                    <a:pt x="385" y="406"/>
                    <a:pt x="392" y="401"/>
                  </a:cubicBezTo>
                  <a:cubicBezTo>
                    <a:pt x="410" y="385"/>
                    <a:pt x="423" y="404"/>
                    <a:pt x="405" y="419"/>
                  </a:cubicBezTo>
                  <a:close/>
                  <a:moveTo>
                    <a:pt x="119" y="51"/>
                  </a:moveTo>
                  <a:cubicBezTo>
                    <a:pt x="61" y="91"/>
                    <a:pt x="22" y="158"/>
                    <a:pt x="22" y="235"/>
                  </a:cubicBezTo>
                  <a:cubicBezTo>
                    <a:pt x="22" y="407"/>
                    <a:pt x="210" y="511"/>
                    <a:pt x="355" y="427"/>
                  </a:cubicBezTo>
                  <a:cubicBezTo>
                    <a:pt x="358" y="425"/>
                    <a:pt x="358" y="425"/>
                    <a:pt x="357" y="422"/>
                  </a:cubicBezTo>
                  <a:cubicBezTo>
                    <a:pt x="355" y="419"/>
                    <a:pt x="353" y="416"/>
                    <a:pt x="350" y="412"/>
                  </a:cubicBezTo>
                  <a:cubicBezTo>
                    <a:pt x="349" y="410"/>
                    <a:pt x="348" y="410"/>
                    <a:pt x="346" y="411"/>
                  </a:cubicBezTo>
                  <a:cubicBezTo>
                    <a:pt x="251" y="465"/>
                    <a:pt x="130" y="436"/>
                    <a:pt x="71" y="343"/>
                  </a:cubicBezTo>
                  <a:cubicBezTo>
                    <a:pt x="12" y="249"/>
                    <a:pt x="38" y="126"/>
                    <a:pt x="128" y="64"/>
                  </a:cubicBezTo>
                  <a:cubicBezTo>
                    <a:pt x="130" y="63"/>
                    <a:pt x="130" y="62"/>
                    <a:pt x="129" y="61"/>
                  </a:cubicBezTo>
                  <a:cubicBezTo>
                    <a:pt x="127" y="58"/>
                    <a:pt x="125" y="54"/>
                    <a:pt x="123" y="51"/>
                  </a:cubicBezTo>
                  <a:cubicBezTo>
                    <a:pt x="122" y="49"/>
                    <a:pt x="121" y="49"/>
                    <a:pt x="119" y="51"/>
                  </a:cubicBezTo>
                  <a:close/>
                  <a:moveTo>
                    <a:pt x="155" y="399"/>
                  </a:moveTo>
                  <a:cubicBezTo>
                    <a:pt x="171" y="389"/>
                    <a:pt x="187" y="379"/>
                    <a:pt x="203" y="369"/>
                  </a:cubicBezTo>
                  <a:cubicBezTo>
                    <a:pt x="205" y="368"/>
                    <a:pt x="206" y="365"/>
                    <a:pt x="204" y="364"/>
                  </a:cubicBezTo>
                  <a:cubicBezTo>
                    <a:pt x="182" y="345"/>
                    <a:pt x="164" y="326"/>
                    <a:pt x="150" y="305"/>
                  </a:cubicBezTo>
                  <a:cubicBezTo>
                    <a:pt x="149" y="303"/>
                    <a:pt x="147" y="303"/>
                    <a:pt x="146" y="304"/>
                  </a:cubicBezTo>
                  <a:cubicBezTo>
                    <a:pt x="128" y="316"/>
                    <a:pt x="109" y="327"/>
                    <a:pt x="91" y="339"/>
                  </a:cubicBezTo>
                  <a:cubicBezTo>
                    <a:pt x="88" y="340"/>
                    <a:pt x="88" y="341"/>
                    <a:pt x="89" y="343"/>
                  </a:cubicBezTo>
                  <a:cubicBezTo>
                    <a:pt x="105" y="368"/>
                    <a:pt x="128" y="386"/>
                    <a:pt x="152" y="399"/>
                  </a:cubicBezTo>
                  <a:cubicBezTo>
                    <a:pt x="153" y="400"/>
                    <a:pt x="154" y="400"/>
                    <a:pt x="155" y="399"/>
                  </a:cubicBezTo>
                  <a:close/>
                  <a:moveTo>
                    <a:pt x="222" y="357"/>
                  </a:moveTo>
                  <a:cubicBezTo>
                    <a:pt x="243" y="344"/>
                    <a:pt x="264" y="331"/>
                    <a:pt x="285" y="317"/>
                  </a:cubicBezTo>
                  <a:cubicBezTo>
                    <a:pt x="286" y="316"/>
                    <a:pt x="287" y="314"/>
                    <a:pt x="286" y="313"/>
                  </a:cubicBezTo>
                  <a:cubicBezTo>
                    <a:pt x="272" y="291"/>
                    <a:pt x="258" y="268"/>
                    <a:pt x="244" y="246"/>
                  </a:cubicBezTo>
                  <a:cubicBezTo>
                    <a:pt x="243" y="244"/>
                    <a:pt x="241" y="244"/>
                    <a:pt x="239" y="245"/>
                  </a:cubicBezTo>
                  <a:cubicBezTo>
                    <a:pt x="214" y="261"/>
                    <a:pt x="189" y="277"/>
                    <a:pt x="164" y="293"/>
                  </a:cubicBezTo>
                  <a:cubicBezTo>
                    <a:pt x="162" y="294"/>
                    <a:pt x="162" y="295"/>
                    <a:pt x="163" y="297"/>
                  </a:cubicBezTo>
                  <a:cubicBezTo>
                    <a:pt x="177" y="319"/>
                    <a:pt x="195" y="338"/>
                    <a:pt x="219" y="357"/>
                  </a:cubicBezTo>
                  <a:cubicBezTo>
                    <a:pt x="220" y="357"/>
                    <a:pt x="221" y="357"/>
                    <a:pt x="222" y="357"/>
                  </a:cubicBezTo>
                  <a:close/>
                  <a:moveTo>
                    <a:pt x="303" y="306"/>
                  </a:moveTo>
                  <a:cubicBezTo>
                    <a:pt x="324" y="293"/>
                    <a:pt x="345" y="279"/>
                    <a:pt x="366" y="266"/>
                  </a:cubicBezTo>
                  <a:cubicBezTo>
                    <a:pt x="367" y="265"/>
                    <a:pt x="368" y="264"/>
                    <a:pt x="367" y="263"/>
                  </a:cubicBezTo>
                  <a:cubicBezTo>
                    <a:pt x="360" y="234"/>
                    <a:pt x="351" y="209"/>
                    <a:pt x="337" y="187"/>
                  </a:cubicBezTo>
                  <a:cubicBezTo>
                    <a:pt x="337" y="186"/>
                    <a:pt x="336" y="184"/>
                    <a:pt x="333" y="186"/>
                  </a:cubicBezTo>
                  <a:cubicBezTo>
                    <a:pt x="308" y="202"/>
                    <a:pt x="283" y="218"/>
                    <a:pt x="257" y="234"/>
                  </a:cubicBezTo>
                  <a:cubicBezTo>
                    <a:pt x="255" y="235"/>
                    <a:pt x="256" y="237"/>
                    <a:pt x="256" y="238"/>
                  </a:cubicBezTo>
                  <a:cubicBezTo>
                    <a:pt x="270" y="260"/>
                    <a:pt x="285" y="283"/>
                    <a:pt x="299" y="305"/>
                  </a:cubicBezTo>
                  <a:cubicBezTo>
                    <a:pt x="300" y="307"/>
                    <a:pt x="301" y="307"/>
                    <a:pt x="303" y="306"/>
                  </a:cubicBezTo>
                  <a:close/>
                  <a:moveTo>
                    <a:pt x="385" y="254"/>
                  </a:moveTo>
                  <a:cubicBezTo>
                    <a:pt x="401" y="244"/>
                    <a:pt x="417" y="234"/>
                    <a:pt x="433" y="224"/>
                  </a:cubicBezTo>
                  <a:cubicBezTo>
                    <a:pt x="434" y="223"/>
                    <a:pt x="434" y="223"/>
                    <a:pt x="434" y="221"/>
                  </a:cubicBezTo>
                  <a:cubicBezTo>
                    <a:pt x="432" y="194"/>
                    <a:pt x="425" y="167"/>
                    <a:pt x="411" y="141"/>
                  </a:cubicBezTo>
                  <a:cubicBezTo>
                    <a:pt x="409" y="139"/>
                    <a:pt x="408" y="139"/>
                    <a:pt x="407" y="140"/>
                  </a:cubicBezTo>
                  <a:cubicBezTo>
                    <a:pt x="388" y="151"/>
                    <a:pt x="370" y="163"/>
                    <a:pt x="351" y="175"/>
                  </a:cubicBezTo>
                  <a:cubicBezTo>
                    <a:pt x="349" y="176"/>
                    <a:pt x="349" y="177"/>
                    <a:pt x="350" y="179"/>
                  </a:cubicBezTo>
                  <a:cubicBezTo>
                    <a:pt x="363" y="201"/>
                    <a:pt x="373" y="225"/>
                    <a:pt x="380" y="253"/>
                  </a:cubicBezTo>
                  <a:cubicBezTo>
                    <a:pt x="381" y="255"/>
                    <a:pt x="383" y="255"/>
                    <a:pt x="385" y="254"/>
                  </a:cubicBezTo>
                  <a:close/>
                  <a:moveTo>
                    <a:pt x="429" y="244"/>
                  </a:moveTo>
                  <a:cubicBezTo>
                    <a:pt x="415" y="253"/>
                    <a:pt x="401" y="262"/>
                    <a:pt x="386" y="271"/>
                  </a:cubicBezTo>
                  <a:cubicBezTo>
                    <a:pt x="385" y="272"/>
                    <a:pt x="385" y="273"/>
                    <a:pt x="385" y="274"/>
                  </a:cubicBezTo>
                  <a:cubicBezTo>
                    <a:pt x="389" y="293"/>
                    <a:pt x="393" y="315"/>
                    <a:pt x="396" y="339"/>
                  </a:cubicBezTo>
                  <a:cubicBezTo>
                    <a:pt x="396" y="342"/>
                    <a:pt x="400" y="343"/>
                    <a:pt x="401" y="340"/>
                  </a:cubicBezTo>
                  <a:cubicBezTo>
                    <a:pt x="420" y="312"/>
                    <a:pt x="432" y="280"/>
                    <a:pt x="434" y="247"/>
                  </a:cubicBezTo>
                  <a:cubicBezTo>
                    <a:pt x="434" y="244"/>
                    <a:pt x="432" y="243"/>
                    <a:pt x="429" y="244"/>
                  </a:cubicBezTo>
                  <a:close/>
                  <a:moveTo>
                    <a:pt x="368" y="283"/>
                  </a:moveTo>
                  <a:cubicBezTo>
                    <a:pt x="349" y="295"/>
                    <a:pt x="330" y="307"/>
                    <a:pt x="311" y="319"/>
                  </a:cubicBezTo>
                  <a:cubicBezTo>
                    <a:pt x="310" y="320"/>
                    <a:pt x="309" y="321"/>
                    <a:pt x="310" y="323"/>
                  </a:cubicBezTo>
                  <a:cubicBezTo>
                    <a:pt x="323" y="344"/>
                    <a:pt x="337" y="366"/>
                    <a:pt x="350" y="387"/>
                  </a:cubicBezTo>
                  <a:cubicBezTo>
                    <a:pt x="351" y="388"/>
                    <a:pt x="353" y="389"/>
                    <a:pt x="355" y="388"/>
                  </a:cubicBezTo>
                  <a:cubicBezTo>
                    <a:pt x="365" y="381"/>
                    <a:pt x="374" y="373"/>
                    <a:pt x="383" y="363"/>
                  </a:cubicBezTo>
                  <a:cubicBezTo>
                    <a:pt x="383" y="363"/>
                    <a:pt x="384" y="362"/>
                    <a:pt x="384" y="361"/>
                  </a:cubicBezTo>
                  <a:cubicBezTo>
                    <a:pt x="380" y="335"/>
                    <a:pt x="377" y="310"/>
                    <a:pt x="372" y="285"/>
                  </a:cubicBezTo>
                  <a:cubicBezTo>
                    <a:pt x="372" y="283"/>
                    <a:pt x="370" y="282"/>
                    <a:pt x="368" y="283"/>
                  </a:cubicBezTo>
                  <a:close/>
                  <a:moveTo>
                    <a:pt x="293" y="330"/>
                  </a:moveTo>
                  <a:cubicBezTo>
                    <a:pt x="274" y="342"/>
                    <a:pt x="255" y="353"/>
                    <a:pt x="237" y="365"/>
                  </a:cubicBezTo>
                  <a:cubicBezTo>
                    <a:pt x="234" y="367"/>
                    <a:pt x="235" y="369"/>
                    <a:pt x="237" y="370"/>
                  </a:cubicBezTo>
                  <a:cubicBezTo>
                    <a:pt x="255" y="384"/>
                    <a:pt x="276" y="398"/>
                    <a:pt x="300" y="414"/>
                  </a:cubicBezTo>
                  <a:cubicBezTo>
                    <a:pt x="301" y="414"/>
                    <a:pt x="302" y="414"/>
                    <a:pt x="303" y="414"/>
                  </a:cubicBezTo>
                  <a:cubicBezTo>
                    <a:pt x="314" y="410"/>
                    <a:pt x="326" y="405"/>
                    <a:pt x="336" y="399"/>
                  </a:cubicBezTo>
                  <a:cubicBezTo>
                    <a:pt x="338" y="399"/>
                    <a:pt x="339" y="396"/>
                    <a:pt x="338" y="395"/>
                  </a:cubicBezTo>
                  <a:cubicBezTo>
                    <a:pt x="324" y="374"/>
                    <a:pt x="311" y="352"/>
                    <a:pt x="297" y="331"/>
                  </a:cubicBezTo>
                  <a:cubicBezTo>
                    <a:pt x="296" y="329"/>
                    <a:pt x="294" y="329"/>
                    <a:pt x="293" y="330"/>
                  </a:cubicBezTo>
                  <a:close/>
                  <a:moveTo>
                    <a:pt x="218" y="377"/>
                  </a:moveTo>
                  <a:cubicBezTo>
                    <a:pt x="203" y="387"/>
                    <a:pt x="189" y="395"/>
                    <a:pt x="174" y="405"/>
                  </a:cubicBezTo>
                  <a:cubicBezTo>
                    <a:pt x="172" y="406"/>
                    <a:pt x="173" y="409"/>
                    <a:pt x="175" y="410"/>
                  </a:cubicBezTo>
                  <a:cubicBezTo>
                    <a:pt x="206" y="422"/>
                    <a:pt x="240" y="426"/>
                    <a:pt x="274" y="421"/>
                  </a:cubicBezTo>
                  <a:cubicBezTo>
                    <a:pt x="277" y="420"/>
                    <a:pt x="277" y="417"/>
                    <a:pt x="275" y="415"/>
                  </a:cubicBezTo>
                  <a:cubicBezTo>
                    <a:pt x="255" y="402"/>
                    <a:pt x="237" y="390"/>
                    <a:pt x="221" y="377"/>
                  </a:cubicBezTo>
                  <a:cubicBezTo>
                    <a:pt x="220" y="377"/>
                    <a:pt x="219" y="377"/>
                    <a:pt x="218" y="377"/>
                  </a:cubicBezTo>
                  <a:close/>
                  <a:moveTo>
                    <a:pt x="59" y="227"/>
                  </a:moveTo>
                  <a:cubicBezTo>
                    <a:pt x="75" y="217"/>
                    <a:pt x="90" y="207"/>
                    <a:pt x="105" y="198"/>
                  </a:cubicBezTo>
                  <a:cubicBezTo>
                    <a:pt x="107" y="197"/>
                    <a:pt x="107" y="197"/>
                    <a:pt x="107" y="194"/>
                  </a:cubicBezTo>
                  <a:cubicBezTo>
                    <a:pt x="102" y="174"/>
                    <a:pt x="98" y="151"/>
                    <a:pt x="95" y="125"/>
                  </a:cubicBezTo>
                  <a:cubicBezTo>
                    <a:pt x="94" y="120"/>
                    <a:pt x="92" y="120"/>
                    <a:pt x="89" y="123"/>
                  </a:cubicBezTo>
                  <a:cubicBezTo>
                    <a:pt x="68" y="153"/>
                    <a:pt x="56" y="188"/>
                    <a:pt x="55" y="224"/>
                  </a:cubicBezTo>
                  <a:cubicBezTo>
                    <a:pt x="54" y="229"/>
                    <a:pt x="56" y="229"/>
                    <a:pt x="59" y="227"/>
                  </a:cubicBezTo>
                  <a:close/>
                  <a:moveTo>
                    <a:pt x="124" y="186"/>
                  </a:moveTo>
                  <a:cubicBezTo>
                    <a:pt x="143" y="174"/>
                    <a:pt x="161" y="162"/>
                    <a:pt x="180" y="151"/>
                  </a:cubicBezTo>
                  <a:cubicBezTo>
                    <a:pt x="182" y="150"/>
                    <a:pt x="182" y="149"/>
                    <a:pt x="181" y="147"/>
                  </a:cubicBezTo>
                  <a:cubicBezTo>
                    <a:pt x="167" y="124"/>
                    <a:pt x="153" y="102"/>
                    <a:pt x="139" y="79"/>
                  </a:cubicBezTo>
                  <a:cubicBezTo>
                    <a:pt x="137" y="77"/>
                    <a:pt x="136" y="77"/>
                    <a:pt x="134" y="78"/>
                  </a:cubicBezTo>
                  <a:cubicBezTo>
                    <a:pt x="125" y="85"/>
                    <a:pt x="116" y="93"/>
                    <a:pt x="108" y="101"/>
                  </a:cubicBezTo>
                  <a:cubicBezTo>
                    <a:pt x="107" y="102"/>
                    <a:pt x="107" y="102"/>
                    <a:pt x="107" y="103"/>
                  </a:cubicBezTo>
                  <a:cubicBezTo>
                    <a:pt x="111" y="134"/>
                    <a:pt x="115" y="160"/>
                    <a:pt x="120" y="184"/>
                  </a:cubicBezTo>
                  <a:cubicBezTo>
                    <a:pt x="121" y="187"/>
                    <a:pt x="122" y="187"/>
                    <a:pt x="124" y="186"/>
                  </a:cubicBezTo>
                  <a:close/>
                  <a:moveTo>
                    <a:pt x="198" y="139"/>
                  </a:moveTo>
                  <a:cubicBezTo>
                    <a:pt x="216" y="128"/>
                    <a:pt x="235" y="116"/>
                    <a:pt x="254" y="104"/>
                  </a:cubicBezTo>
                  <a:cubicBezTo>
                    <a:pt x="257" y="102"/>
                    <a:pt x="257" y="102"/>
                    <a:pt x="254" y="100"/>
                  </a:cubicBezTo>
                  <a:cubicBezTo>
                    <a:pt x="240" y="89"/>
                    <a:pt x="224" y="78"/>
                    <a:pt x="206" y="66"/>
                  </a:cubicBezTo>
                  <a:cubicBezTo>
                    <a:pt x="201" y="62"/>
                    <a:pt x="194" y="58"/>
                    <a:pt x="188" y="54"/>
                  </a:cubicBezTo>
                  <a:cubicBezTo>
                    <a:pt x="187" y="53"/>
                    <a:pt x="186" y="53"/>
                    <a:pt x="185" y="54"/>
                  </a:cubicBezTo>
                  <a:cubicBezTo>
                    <a:pt x="174" y="58"/>
                    <a:pt x="164" y="62"/>
                    <a:pt x="153" y="67"/>
                  </a:cubicBezTo>
                  <a:cubicBezTo>
                    <a:pt x="151" y="68"/>
                    <a:pt x="150" y="69"/>
                    <a:pt x="152" y="71"/>
                  </a:cubicBezTo>
                  <a:cubicBezTo>
                    <a:pt x="166" y="94"/>
                    <a:pt x="180" y="116"/>
                    <a:pt x="194" y="139"/>
                  </a:cubicBezTo>
                  <a:cubicBezTo>
                    <a:pt x="195" y="141"/>
                    <a:pt x="196" y="141"/>
                    <a:pt x="198" y="139"/>
                  </a:cubicBezTo>
                  <a:close/>
                  <a:moveTo>
                    <a:pt x="273" y="92"/>
                  </a:moveTo>
                  <a:cubicBezTo>
                    <a:pt x="288" y="83"/>
                    <a:pt x="304" y="73"/>
                    <a:pt x="319" y="63"/>
                  </a:cubicBezTo>
                  <a:cubicBezTo>
                    <a:pt x="322" y="61"/>
                    <a:pt x="323" y="60"/>
                    <a:pt x="318" y="58"/>
                  </a:cubicBezTo>
                  <a:cubicBezTo>
                    <a:pt x="285" y="44"/>
                    <a:pt x="249" y="40"/>
                    <a:pt x="213" y="46"/>
                  </a:cubicBezTo>
                  <a:cubicBezTo>
                    <a:pt x="208" y="47"/>
                    <a:pt x="208" y="49"/>
                    <a:pt x="212" y="51"/>
                  </a:cubicBezTo>
                  <a:cubicBezTo>
                    <a:pt x="233" y="66"/>
                    <a:pt x="252" y="79"/>
                    <a:pt x="269" y="92"/>
                  </a:cubicBezTo>
                  <a:cubicBezTo>
                    <a:pt x="270" y="93"/>
                    <a:pt x="271" y="94"/>
                    <a:pt x="273" y="92"/>
                  </a:cubicBezTo>
                  <a:close/>
                  <a:moveTo>
                    <a:pt x="338" y="69"/>
                  </a:moveTo>
                  <a:cubicBezTo>
                    <a:pt x="321" y="80"/>
                    <a:pt x="304" y="91"/>
                    <a:pt x="287" y="101"/>
                  </a:cubicBezTo>
                  <a:cubicBezTo>
                    <a:pt x="285" y="103"/>
                    <a:pt x="285" y="105"/>
                    <a:pt x="286" y="106"/>
                  </a:cubicBezTo>
                  <a:cubicBezTo>
                    <a:pt x="308" y="125"/>
                    <a:pt x="325" y="143"/>
                    <a:pt x="339" y="162"/>
                  </a:cubicBezTo>
                  <a:cubicBezTo>
                    <a:pt x="340" y="163"/>
                    <a:pt x="341" y="163"/>
                    <a:pt x="343" y="162"/>
                  </a:cubicBezTo>
                  <a:cubicBezTo>
                    <a:pt x="361" y="151"/>
                    <a:pt x="380" y="139"/>
                    <a:pt x="398" y="127"/>
                  </a:cubicBezTo>
                  <a:cubicBezTo>
                    <a:pt x="401" y="126"/>
                    <a:pt x="401" y="125"/>
                    <a:pt x="399" y="123"/>
                  </a:cubicBezTo>
                  <a:cubicBezTo>
                    <a:pt x="383" y="100"/>
                    <a:pt x="363" y="82"/>
                    <a:pt x="341" y="69"/>
                  </a:cubicBezTo>
                  <a:cubicBezTo>
                    <a:pt x="339" y="68"/>
                    <a:pt x="339" y="68"/>
                    <a:pt x="338" y="69"/>
                  </a:cubicBezTo>
                  <a:close/>
                  <a:moveTo>
                    <a:pt x="268" y="113"/>
                  </a:moveTo>
                  <a:cubicBezTo>
                    <a:pt x="247" y="126"/>
                    <a:pt x="227" y="139"/>
                    <a:pt x="206" y="152"/>
                  </a:cubicBezTo>
                  <a:cubicBezTo>
                    <a:pt x="204" y="153"/>
                    <a:pt x="204" y="155"/>
                    <a:pt x="205" y="156"/>
                  </a:cubicBezTo>
                  <a:cubicBezTo>
                    <a:pt x="218" y="178"/>
                    <a:pt x="232" y="199"/>
                    <a:pt x="245" y="220"/>
                  </a:cubicBezTo>
                  <a:cubicBezTo>
                    <a:pt x="246" y="222"/>
                    <a:pt x="247" y="222"/>
                    <a:pt x="249" y="221"/>
                  </a:cubicBezTo>
                  <a:cubicBezTo>
                    <a:pt x="275" y="205"/>
                    <a:pt x="300" y="189"/>
                    <a:pt x="325" y="174"/>
                  </a:cubicBezTo>
                  <a:cubicBezTo>
                    <a:pt x="327" y="172"/>
                    <a:pt x="327" y="171"/>
                    <a:pt x="326" y="169"/>
                  </a:cubicBezTo>
                  <a:cubicBezTo>
                    <a:pt x="312" y="150"/>
                    <a:pt x="294" y="132"/>
                    <a:pt x="271" y="113"/>
                  </a:cubicBezTo>
                  <a:cubicBezTo>
                    <a:pt x="270" y="112"/>
                    <a:pt x="270" y="112"/>
                    <a:pt x="268" y="113"/>
                  </a:cubicBezTo>
                  <a:close/>
                  <a:moveTo>
                    <a:pt x="188" y="163"/>
                  </a:moveTo>
                  <a:cubicBezTo>
                    <a:pt x="167" y="176"/>
                    <a:pt x="147" y="189"/>
                    <a:pt x="126" y="203"/>
                  </a:cubicBezTo>
                  <a:cubicBezTo>
                    <a:pt x="125" y="204"/>
                    <a:pt x="124" y="204"/>
                    <a:pt x="125" y="206"/>
                  </a:cubicBezTo>
                  <a:cubicBezTo>
                    <a:pt x="132" y="234"/>
                    <a:pt x="141" y="258"/>
                    <a:pt x="152" y="279"/>
                  </a:cubicBezTo>
                  <a:cubicBezTo>
                    <a:pt x="153" y="281"/>
                    <a:pt x="154" y="281"/>
                    <a:pt x="156" y="280"/>
                  </a:cubicBezTo>
                  <a:cubicBezTo>
                    <a:pt x="181" y="264"/>
                    <a:pt x="206" y="248"/>
                    <a:pt x="232" y="233"/>
                  </a:cubicBezTo>
                  <a:cubicBezTo>
                    <a:pt x="234" y="231"/>
                    <a:pt x="234" y="230"/>
                    <a:pt x="232" y="228"/>
                  </a:cubicBezTo>
                  <a:cubicBezTo>
                    <a:pt x="219" y="207"/>
                    <a:pt x="206" y="186"/>
                    <a:pt x="192" y="164"/>
                  </a:cubicBezTo>
                  <a:cubicBezTo>
                    <a:pt x="191" y="162"/>
                    <a:pt x="190" y="162"/>
                    <a:pt x="188" y="163"/>
                  </a:cubicBezTo>
                  <a:close/>
                  <a:moveTo>
                    <a:pt x="107" y="214"/>
                  </a:moveTo>
                  <a:cubicBezTo>
                    <a:pt x="91" y="225"/>
                    <a:pt x="74" y="236"/>
                    <a:pt x="56" y="247"/>
                  </a:cubicBezTo>
                  <a:cubicBezTo>
                    <a:pt x="55" y="247"/>
                    <a:pt x="55" y="248"/>
                    <a:pt x="55" y="249"/>
                  </a:cubicBezTo>
                  <a:cubicBezTo>
                    <a:pt x="57" y="275"/>
                    <a:pt x="65" y="301"/>
                    <a:pt x="78" y="325"/>
                  </a:cubicBezTo>
                  <a:cubicBezTo>
                    <a:pt x="80" y="328"/>
                    <a:pt x="80" y="328"/>
                    <a:pt x="82" y="326"/>
                  </a:cubicBezTo>
                  <a:cubicBezTo>
                    <a:pt x="101" y="315"/>
                    <a:pt x="120" y="303"/>
                    <a:pt x="139" y="291"/>
                  </a:cubicBezTo>
                  <a:cubicBezTo>
                    <a:pt x="140" y="290"/>
                    <a:pt x="141" y="289"/>
                    <a:pt x="140" y="287"/>
                  </a:cubicBezTo>
                  <a:cubicBezTo>
                    <a:pt x="128" y="266"/>
                    <a:pt x="119" y="243"/>
                    <a:pt x="112" y="216"/>
                  </a:cubicBezTo>
                  <a:cubicBezTo>
                    <a:pt x="111" y="213"/>
                    <a:pt x="110" y="213"/>
                    <a:pt x="107" y="2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椭圆 21"/>
            <p:cNvSpPr/>
            <p:nvPr userDrawn="1"/>
          </p:nvSpPr>
          <p:spPr>
            <a:xfrm>
              <a:off x="2517546" y="6291625"/>
              <a:ext cx="254683" cy="25468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椭圆 143"/>
            <p:cNvSpPr/>
            <p:nvPr userDrawn="1"/>
          </p:nvSpPr>
          <p:spPr>
            <a:xfrm>
              <a:off x="532375" y="6299202"/>
              <a:ext cx="170563" cy="1705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椭圆 145"/>
            <p:cNvSpPr/>
            <p:nvPr userDrawn="1"/>
          </p:nvSpPr>
          <p:spPr>
            <a:xfrm>
              <a:off x="263062" y="1999946"/>
              <a:ext cx="170563" cy="1705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" name="椭圆 149"/>
            <p:cNvSpPr/>
            <p:nvPr userDrawn="1"/>
          </p:nvSpPr>
          <p:spPr>
            <a:xfrm>
              <a:off x="1535151" y="81632"/>
              <a:ext cx="170563" cy="1705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1" name="椭圆 150"/>
            <p:cNvSpPr/>
            <p:nvPr userDrawn="1"/>
          </p:nvSpPr>
          <p:spPr>
            <a:xfrm>
              <a:off x="11119747" y="252195"/>
              <a:ext cx="170563" cy="1705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图形"/>
            <p:cNvSpPr>
              <a:spLocks noEditPoints="1"/>
            </p:cNvSpPr>
            <p:nvPr userDrawn="1"/>
          </p:nvSpPr>
          <p:spPr bwMode="auto">
            <a:xfrm rot="2572654">
              <a:off x="9097026" y="6117771"/>
              <a:ext cx="358723" cy="415942"/>
            </a:xfrm>
            <a:custGeom>
              <a:avLst/>
              <a:gdLst>
                <a:gd name="T0" fmla="*/ 85 w 123"/>
                <a:gd name="T1" fmla="*/ 53 h 143"/>
                <a:gd name="T2" fmla="*/ 62 w 123"/>
                <a:gd name="T3" fmla="*/ 58 h 143"/>
                <a:gd name="T4" fmla="*/ 59 w 123"/>
                <a:gd name="T5" fmla="*/ 59 h 143"/>
                <a:gd name="T6" fmla="*/ 56 w 123"/>
                <a:gd name="T7" fmla="*/ 50 h 143"/>
                <a:gd name="T8" fmla="*/ 52 w 123"/>
                <a:gd name="T9" fmla="*/ 20 h 143"/>
                <a:gd name="T10" fmla="*/ 42 w 123"/>
                <a:gd name="T11" fmla="*/ 21 h 143"/>
                <a:gd name="T12" fmla="*/ 54 w 123"/>
                <a:gd name="T13" fmla="*/ 59 h 143"/>
                <a:gd name="T14" fmla="*/ 45 w 123"/>
                <a:gd name="T15" fmla="*/ 52 h 143"/>
                <a:gd name="T16" fmla="*/ 12 w 123"/>
                <a:gd name="T17" fmla="*/ 112 h 143"/>
                <a:gd name="T18" fmla="*/ 49 w 123"/>
                <a:gd name="T19" fmla="*/ 142 h 143"/>
                <a:gd name="T20" fmla="*/ 60 w 123"/>
                <a:gd name="T21" fmla="*/ 139 h 143"/>
                <a:gd name="T22" fmla="*/ 71 w 123"/>
                <a:gd name="T23" fmla="*/ 142 h 143"/>
                <a:gd name="T24" fmla="*/ 107 w 123"/>
                <a:gd name="T25" fmla="*/ 118 h 143"/>
                <a:gd name="T26" fmla="*/ 85 w 123"/>
                <a:gd name="T27" fmla="*/ 53 h 143"/>
                <a:gd name="T28" fmla="*/ 99 w 123"/>
                <a:gd name="T29" fmla="*/ 0 h 143"/>
                <a:gd name="T30" fmla="*/ 73 w 123"/>
                <a:gd name="T31" fmla="*/ 12 h 143"/>
                <a:gd name="T32" fmla="*/ 61 w 123"/>
                <a:gd name="T33" fmla="*/ 38 h 143"/>
                <a:gd name="T34" fmla="*/ 88 w 123"/>
                <a:gd name="T35" fmla="*/ 26 h 143"/>
                <a:gd name="T36" fmla="*/ 99 w 123"/>
                <a:gd name="T37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3" h="143">
                  <a:moveTo>
                    <a:pt x="85" y="53"/>
                  </a:moveTo>
                  <a:cubicBezTo>
                    <a:pt x="77" y="52"/>
                    <a:pt x="75" y="54"/>
                    <a:pt x="62" y="58"/>
                  </a:cubicBezTo>
                  <a:cubicBezTo>
                    <a:pt x="61" y="59"/>
                    <a:pt x="60" y="59"/>
                    <a:pt x="59" y="59"/>
                  </a:cubicBezTo>
                  <a:cubicBezTo>
                    <a:pt x="58" y="57"/>
                    <a:pt x="57" y="54"/>
                    <a:pt x="56" y="50"/>
                  </a:cubicBezTo>
                  <a:cubicBezTo>
                    <a:pt x="51" y="35"/>
                    <a:pt x="52" y="20"/>
                    <a:pt x="52" y="20"/>
                  </a:cubicBezTo>
                  <a:cubicBezTo>
                    <a:pt x="52" y="20"/>
                    <a:pt x="48" y="16"/>
                    <a:pt x="42" y="21"/>
                  </a:cubicBezTo>
                  <a:cubicBezTo>
                    <a:pt x="40" y="29"/>
                    <a:pt x="49" y="49"/>
                    <a:pt x="54" y="59"/>
                  </a:cubicBezTo>
                  <a:cubicBezTo>
                    <a:pt x="50" y="57"/>
                    <a:pt x="49" y="52"/>
                    <a:pt x="45" y="52"/>
                  </a:cubicBezTo>
                  <a:cubicBezTo>
                    <a:pt x="15" y="50"/>
                    <a:pt x="0" y="84"/>
                    <a:pt x="12" y="112"/>
                  </a:cubicBezTo>
                  <a:cubicBezTo>
                    <a:pt x="19" y="130"/>
                    <a:pt x="35" y="141"/>
                    <a:pt x="49" y="142"/>
                  </a:cubicBezTo>
                  <a:cubicBezTo>
                    <a:pt x="53" y="143"/>
                    <a:pt x="56" y="139"/>
                    <a:pt x="60" y="139"/>
                  </a:cubicBezTo>
                  <a:cubicBezTo>
                    <a:pt x="64" y="139"/>
                    <a:pt x="69" y="142"/>
                    <a:pt x="71" y="142"/>
                  </a:cubicBezTo>
                  <a:cubicBezTo>
                    <a:pt x="85" y="143"/>
                    <a:pt x="97" y="134"/>
                    <a:pt x="107" y="118"/>
                  </a:cubicBezTo>
                  <a:cubicBezTo>
                    <a:pt x="123" y="91"/>
                    <a:pt x="114" y="55"/>
                    <a:pt x="85" y="53"/>
                  </a:cubicBezTo>
                  <a:close/>
                  <a:moveTo>
                    <a:pt x="99" y="0"/>
                  </a:moveTo>
                  <a:cubicBezTo>
                    <a:pt x="99" y="0"/>
                    <a:pt x="84" y="1"/>
                    <a:pt x="73" y="12"/>
                  </a:cubicBezTo>
                  <a:cubicBezTo>
                    <a:pt x="63" y="22"/>
                    <a:pt x="61" y="38"/>
                    <a:pt x="61" y="38"/>
                  </a:cubicBezTo>
                  <a:cubicBezTo>
                    <a:pt x="61" y="38"/>
                    <a:pt x="77" y="37"/>
                    <a:pt x="88" y="26"/>
                  </a:cubicBezTo>
                  <a:cubicBezTo>
                    <a:pt x="98" y="16"/>
                    <a:pt x="99" y="0"/>
                    <a:pt x="99" y="0"/>
                  </a:cubicBezTo>
                  <a:close/>
                </a:path>
              </a:pathLst>
            </a:custGeom>
            <a:solidFill>
              <a:srgbClr val="F6A0A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6" name="图形"/>
            <p:cNvSpPr>
              <a:spLocks noEditPoints="1"/>
            </p:cNvSpPr>
            <p:nvPr userDrawn="1"/>
          </p:nvSpPr>
          <p:spPr bwMode="auto">
            <a:xfrm rot="1742000">
              <a:off x="11395517" y="1767109"/>
              <a:ext cx="571277" cy="274111"/>
            </a:xfrm>
            <a:custGeom>
              <a:avLst/>
              <a:gdLst>
                <a:gd name="T0" fmla="*/ 68 w 223"/>
                <a:gd name="T1" fmla="*/ 0 h 107"/>
                <a:gd name="T2" fmla="*/ 0 w 223"/>
                <a:gd name="T3" fmla="*/ 107 h 107"/>
                <a:gd name="T4" fmla="*/ 223 w 223"/>
                <a:gd name="T5" fmla="*/ 107 h 107"/>
                <a:gd name="T6" fmla="*/ 68 w 223"/>
                <a:gd name="T7" fmla="*/ 0 h 107"/>
                <a:gd name="T8" fmla="*/ 74 w 223"/>
                <a:gd name="T9" fmla="*/ 31 h 107"/>
                <a:gd name="T10" fmla="*/ 154 w 223"/>
                <a:gd name="T11" fmla="*/ 84 h 107"/>
                <a:gd name="T12" fmla="*/ 39 w 223"/>
                <a:gd name="T13" fmla="*/ 84 h 107"/>
                <a:gd name="T14" fmla="*/ 74 w 223"/>
                <a:gd name="T15" fmla="*/ 31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3" h="107">
                  <a:moveTo>
                    <a:pt x="68" y="0"/>
                  </a:moveTo>
                  <a:lnTo>
                    <a:pt x="0" y="107"/>
                  </a:lnTo>
                  <a:lnTo>
                    <a:pt x="223" y="107"/>
                  </a:lnTo>
                  <a:lnTo>
                    <a:pt x="68" y="0"/>
                  </a:lnTo>
                  <a:close/>
                  <a:moveTo>
                    <a:pt x="74" y="31"/>
                  </a:moveTo>
                  <a:lnTo>
                    <a:pt x="154" y="84"/>
                  </a:lnTo>
                  <a:lnTo>
                    <a:pt x="39" y="84"/>
                  </a:lnTo>
                  <a:lnTo>
                    <a:pt x="74" y="31"/>
                  </a:lnTo>
                  <a:close/>
                </a:path>
              </a:pathLst>
            </a:custGeom>
            <a:solidFill>
              <a:srgbClr val="58C6D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2" name="矩形 31"/>
            <p:cNvSpPr/>
            <p:nvPr userDrawn="1"/>
          </p:nvSpPr>
          <p:spPr>
            <a:xfrm>
              <a:off x="1930401" y="1734039"/>
              <a:ext cx="8331199" cy="3389923"/>
            </a:xfrm>
            <a:prstGeom prst="rect">
              <a:avLst/>
            </a:prstGeom>
            <a:noFill/>
            <a:ln w="28575">
              <a:solidFill>
                <a:schemeClr val="tx1">
                  <a:lumMod val="65000"/>
                  <a:lumOff val="3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B540DF2-37AF-4245-BADD-443CD707E5A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1E4229-8283-47CE-A71D-140F506F68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B540DF2-37AF-4245-BADD-443CD707E5A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1E4229-8283-47CE-A71D-140F506F68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B540DF2-37AF-4245-BADD-443CD707E5A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1E4229-8283-47CE-A71D-140F506F68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B540DF2-37AF-4245-BADD-443CD707E5A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1E4229-8283-47CE-A71D-140F506F68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B540DF2-37AF-4245-BADD-443CD707E5A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1E4229-8283-47CE-A71D-140F506F68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B540DF2-37AF-4245-BADD-443CD707E5A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1E4229-8283-47CE-A71D-140F506F68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B540DF2-37AF-4245-BADD-443CD707E5A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1E4229-8283-47CE-A71D-140F506F68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B540DF2-37AF-4245-BADD-443CD707E5A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1E4229-8283-47CE-A71D-140F506F68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B540DF2-37AF-4245-BADD-443CD707E5A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1E4229-8283-47CE-A71D-140F506F68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B540DF2-37AF-4245-BADD-443CD707E5A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1E4229-8283-47CE-A71D-140F506F68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9940" b="8501"/>
          <a:stretch>
            <a:fillRect/>
          </a:stretch>
        </p:blipFill>
        <p:spPr>
          <a:xfrm>
            <a:off x="1080135" y="0"/>
            <a:ext cx="1249045" cy="1019175"/>
          </a:xfrm>
          <a:prstGeom prst="rect">
            <a:avLst/>
          </a:prstGeom>
        </p:spPr>
      </p:pic>
    </p:spTree>
  </p:cSld>
  <p:clrMapOvr>
    <a:masterClrMapping/>
  </p:clrMapOvr>
  <p:transition spd="slow">
    <p:wedg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59436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 nodePh="1">
                                  <p:stCondLst>
                                    <p:cond delay="75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9940" b="8501"/>
          <a:stretch>
            <a:fillRect/>
          </a:stretch>
        </p:blipFill>
        <p:spPr>
          <a:xfrm>
            <a:off x="1080135" y="0"/>
            <a:ext cx="1249045" cy="1019175"/>
          </a:xfrm>
          <a:prstGeom prst="rect">
            <a:avLst/>
          </a:prstGeom>
        </p:spPr>
      </p:pic>
    </p:spTree>
  </p:cSld>
  <p:clrMapOvr>
    <a:masterClrMapping/>
  </p:clrMapOvr>
  <p:transition spd="slow">
    <p:wedg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gradFill>
          <a:gsLst>
            <a:gs pos="0">
              <a:srgbClr val="FFFFFF"/>
            </a:gs>
            <a:gs pos="100000">
              <a:srgbClr val="E5F5F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6191" y="14384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灯片编号占位符 13"/>
          <p:cNvSpPr>
            <a:spLocks noGrp="1"/>
          </p:cNvSpPr>
          <p:nvPr>
            <p:ph type="sldNum" sz="quarter" idx="4"/>
          </p:nvPr>
        </p:nvSpPr>
        <p:spPr>
          <a:xfrm>
            <a:off x="9202609" y="63723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AA89EC-6B38-409E-BD23-99513F836D0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721895" y="611203"/>
            <a:ext cx="10770669" cy="559227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03200" dist="1143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8000470" y="169458"/>
            <a:ext cx="1065091" cy="323775"/>
            <a:chOff x="8005043" y="169458"/>
            <a:chExt cx="1065091" cy="323775"/>
          </a:xfrm>
        </p:grpSpPr>
        <p:sp>
          <p:nvSpPr>
            <p:cNvPr id="13" name="平行四边形 12"/>
            <p:cNvSpPr/>
            <p:nvPr/>
          </p:nvSpPr>
          <p:spPr>
            <a:xfrm>
              <a:off x="8005043" y="176418"/>
              <a:ext cx="1065091" cy="316815"/>
            </a:xfrm>
            <a:prstGeom prst="parallelogram">
              <a:avLst>
                <a:gd name="adj" fmla="val 32908"/>
              </a:avLst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2060"/>
                </a:solidFill>
                <a:latin typeface="方正姚体简体" panose="03000509000000000000" pitchFamily="65" charset="-122"/>
                <a:ea typeface="方正姚体简体" panose="03000509000000000000" pitchFamily="65" charset="-122"/>
              </a:endParaRPr>
            </a:p>
          </p:txBody>
        </p:sp>
        <p:sp>
          <p:nvSpPr>
            <p:cNvPr id="14" name="矩形 3">
              <a:hlinkClick r:id="" action="ppaction://noaction"/>
            </p:cNvPr>
            <p:cNvSpPr/>
            <p:nvPr/>
          </p:nvSpPr>
          <p:spPr>
            <a:xfrm>
              <a:off x="8055680" y="169458"/>
              <a:ext cx="938766" cy="3237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43" tIns="34272" rIns="68543" bIns="34272" anchor="ctr"/>
            <a:lstStyle/>
            <a:p>
              <a:pPr algn="ctr" fontAlgn="auto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500" b="1" dirty="0">
                  <a:solidFill>
                    <a:srgbClr val="002060"/>
                  </a:solidFill>
                  <a:latin typeface="方正姚体简体" panose="03000509000000000000" pitchFamily="65" charset="-122"/>
                  <a:ea typeface="方正姚体简体" panose="03000509000000000000" pitchFamily="65" charset="-122"/>
                </a:rPr>
                <a:t>项目实施</a:t>
              </a: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035937" y="169458"/>
            <a:ext cx="1065091" cy="323775"/>
            <a:chOff x="9045083" y="169458"/>
            <a:chExt cx="1065091" cy="323775"/>
          </a:xfrm>
        </p:grpSpPr>
        <p:sp>
          <p:nvSpPr>
            <p:cNvPr id="16" name="平行四边形 15"/>
            <p:cNvSpPr/>
            <p:nvPr/>
          </p:nvSpPr>
          <p:spPr>
            <a:xfrm>
              <a:off x="9045083" y="176418"/>
              <a:ext cx="1065091" cy="316815"/>
            </a:xfrm>
            <a:prstGeom prst="parallelogram">
              <a:avLst>
                <a:gd name="adj" fmla="val 32908"/>
              </a:avLst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2060"/>
                </a:solidFill>
                <a:latin typeface="方正姚体简体" panose="03000509000000000000" pitchFamily="65" charset="-122"/>
                <a:ea typeface="方正姚体简体" panose="03000509000000000000" pitchFamily="65" charset="-122"/>
              </a:endParaRPr>
            </a:p>
          </p:txBody>
        </p:sp>
        <p:sp>
          <p:nvSpPr>
            <p:cNvPr id="17" name="矩形 3">
              <a:hlinkClick r:id="" action="ppaction://noaction"/>
            </p:cNvPr>
            <p:cNvSpPr/>
            <p:nvPr/>
          </p:nvSpPr>
          <p:spPr>
            <a:xfrm>
              <a:off x="9095720" y="169458"/>
              <a:ext cx="938766" cy="3237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43" tIns="34272" rIns="68543" bIns="34272" anchor="ctr"/>
            <a:lstStyle/>
            <a:p>
              <a:pPr algn="ctr" fontAlgn="auto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500" b="1" dirty="0">
                  <a:solidFill>
                    <a:srgbClr val="002060"/>
                  </a:solidFill>
                  <a:latin typeface="方正姚体简体" panose="03000509000000000000" pitchFamily="65" charset="-122"/>
                  <a:ea typeface="方正姚体简体" panose="03000509000000000000" pitchFamily="65" charset="-122"/>
                </a:rPr>
                <a:t>素养提升</a:t>
              </a: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10071405" y="169458"/>
            <a:ext cx="1065091" cy="323775"/>
            <a:chOff x="10071405" y="169458"/>
            <a:chExt cx="1065091" cy="323775"/>
          </a:xfrm>
        </p:grpSpPr>
        <p:sp>
          <p:nvSpPr>
            <p:cNvPr id="19" name="平行四边形 18">
              <a:hlinkClick r:id="" action="ppaction://noaction"/>
            </p:cNvPr>
            <p:cNvSpPr/>
            <p:nvPr/>
          </p:nvSpPr>
          <p:spPr>
            <a:xfrm>
              <a:off x="10071405" y="176418"/>
              <a:ext cx="1065091" cy="316815"/>
            </a:xfrm>
            <a:prstGeom prst="parallelogram">
              <a:avLst>
                <a:gd name="adj" fmla="val 32908"/>
              </a:avLst>
            </a:prstGeom>
            <a:solidFill>
              <a:schemeClr val="bg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方正姚体简体" panose="03000509000000000000" pitchFamily="65" charset="-122"/>
                <a:ea typeface="方正姚体简体" panose="03000509000000000000" pitchFamily="65" charset="-122"/>
              </a:endParaRPr>
            </a:p>
          </p:txBody>
        </p:sp>
        <p:sp>
          <p:nvSpPr>
            <p:cNvPr id="20" name="矩形 3"/>
            <p:cNvSpPr/>
            <p:nvPr/>
          </p:nvSpPr>
          <p:spPr>
            <a:xfrm>
              <a:off x="10122042" y="169458"/>
              <a:ext cx="938766" cy="3237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43" tIns="34272" rIns="68543" bIns="34272" anchor="ctr"/>
            <a:lstStyle/>
            <a:p>
              <a:pPr algn="ctr" fontAlgn="auto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500" b="1" dirty="0">
                  <a:solidFill>
                    <a:srgbClr val="FF9900"/>
                  </a:solidFill>
                  <a:latin typeface="方正姚体简体" panose="03000509000000000000" pitchFamily="65" charset="-122"/>
                  <a:ea typeface="方正姚体简体" panose="03000509000000000000" pitchFamily="65" charset="-122"/>
                </a:rPr>
                <a:t>拓展评价</a:t>
              </a: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6965003" y="169458"/>
            <a:ext cx="1065091" cy="323775"/>
            <a:chOff x="6965003" y="169458"/>
            <a:chExt cx="1065091" cy="323775"/>
          </a:xfrm>
        </p:grpSpPr>
        <p:sp>
          <p:nvSpPr>
            <p:cNvPr id="22" name="平行四边形 21">
              <a:hlinkClick r:id="" action="ppaction://noaction"/>
            </p:cNvPr>
            <p:cNvSpPr/>
            <p:nvPr/>
          </p:nvSpPr>
          <p:spPr>
            <a:xfrm>
              <a:off x="6965003" y="176418"/>
              <a:ext cx="1065091" cy="316815"/>
            </a:xfrm>
            <a:prstGeom prst="parallelogram">
              <a:avLst>
                <a:gd name="adj" fmla="val 32908"/>
              </a:avLst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2060"/>
                </a:solidFill>
                <a:latin typeface="方正姚体简体" panose="03000509000000000000" pitchFamily="65" charset="-122"/>
                <a:ea typeface="方正姚体简体" panose="03000509000000000000" pitchFamily="65" charset="-122"/>
              </a:endParaRPr>
            </a:p>
          </p:txBody>
        </p:sp>
        <p:sp>
          <p:nvSpPr>
            <p:cNvPr id="23" name="矩形 3"/>
            <p:cNvSpPr/>
            <p:nvPr/>
          </p:nvSpPr>
          <p:spPr>
            <a:xfrm>
              <a:off x="7015640" y="169458"/>
              <a:ext cx="938766" cy="3237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43" tIns="34272" rIns="68543" bIns="34272" anchor="ctr"/>
            <a:lstStyle/>
            <a:p>
              <a:pPr algn="ctr" fontAlgn="auto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500" b="1" kern="1200" dirty="0">
                  <a:solidFill>
                    <a:srgbClr val="002060"/>
                  </a:solidFill>
                  <a:latin typeface="方正姚体简体" panose="03000509000000000000" pitchFamily="65" charset="-122"/>
                  <a:ea typeface="方正姚体简体" panose="03000509000000000000" pitchFamily="65" charset="-122"/>
                  <a:cs typeface="+mn-cs"/>
                </a:rPr>
                <a:t>项目准备</a:t>
              </a:r>
            </a:p>
          </p:txBody>
        </p:sp>
      </p:grpSp>
      <p:sp>
        <p:nvSpPr>
          <p:cNvPr id="24" name="KSO_Shape">
            <a:hlinkClick r:id="" action="ppaction://noaction"/>
          </p:cNvPr>
          <p:cNvSpPr/>
          <p:nvPr userDrawn="1"/>
        </p:nvSpPr>
        <p:spPr>
          <a:xfrm>
            <a:off x="11193571" y="130451"/>
            <a:ext cx="396000" cy="396000"/>
          </a:xfrm>
          <a:custGeom>
            <a:avLst/>
            <a:gdLst>
              <a:gd name="connsiteX0" fmla="*/ 158628 w 585904"/>
              <a:gd name="connsiteY0" fmla="*/ 130053 h 585904"/>
              <a:gd name="connsiteX1" fmla="*/ 321527 w 585904"/>
              <a:gd name="connsiteY1" fmla="*/ 292952 h 585904"/>
              <a:gd name="connsiteX2" fmla="*/ 158628 w 585904"/>
              <a:gd name="connsiteY2" fmla="*/ 455850 h 585904"/>
              <a:gd name="connsiteX3" fmla="*/ 321527 w 585904"/>
              <a:gd name="connsiteY3" fmla="*/ 455850 h 585904"/>
              <a:gd name="connsiteX4" fmla="*/ 484425 w 585904"/>
              <a:gd name="connsiteY4" fmla="*/ 292952 h 585904"/>
              <a:gd name="connsiteX5" fmla="*/ 321527 w 585904"/>
              <a:gd name="connsiteY5" fmla="*/ 130053 h 585904"/>
              <a:gd name="connsiteX6" fmla="*/ 292952 w 585904"/>
              <a:gd name="connsiteY6" fmla="*/ 0 h 585904"/>
              <a:gd name="connsiteX7" fmla="*/ 585904 w 585904"/>
              <a:gd name="connsiteY7" fmla="*/ 292952 h 585904"/>
              <a:gd name="connsiteX8" fmla="*/ 292952 w 585904"/>
              <a:gd name="connsiteY8" fmla="*/ 585904 h 585904"/>
              <a:gd name="connsiteX9" fmla="*/ 0 w 585904"/>
              <a:gd name="connsiteY9" fmla="*/ 292952 h 585904"/>
              <a:gd name="connsiteX10" fmla="*/ 292952 w 585904"/>
              <a:gd name="connsiteY10" fmla="*/ 0 h 585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5904" h="585904">
                <a:moveTo>
                  <a:pt x="158628" y="130053"/>
                </a:moveTo>
                <a:lnTo>
                  <a:pt x="321527" y="292952"/>
                </a:lnTo>
                <a:lnTo>
                  <a:pt x="158628" y="455850"/>
                </a:lnTo>
                <a:lnTo>
                  <a:pt x="321527" y="455850"/>
                </a:lnTo>
                <a:lnTo>
                  <a:pt x="484425" y="292952"/>
                </a:lnTo>
                <a:lnTo>
                  <a:pt x="321527" y="130053"/>
                </a:lnTo>
                <a:close/>
                <a:moveTo>
                  <a:pt x="292952" y="0"/>
                </a:moveTo>
                <a:cubicBezTo>
                  <a:pt x="454745" y="0"/>
                  <a:pt x="585904" y="131159"/>
                  <a:pt x="585904" y="292952"/>
                </a:cubicBezTo>
                <a:cubicBezTo>
                  <a:pt x="585904" y="454745"/>
                  <a:pt x="454745" y="585904"/>
                  <a:pt x="292952" y="585904"/>
                </a:cubicBezTo>
                <a:cubicBezTo>
                  <a:pt x="131159" y="585904"/>
                  <a:pt x="0" y="454745"/>
                  <a:pt x="0" y="292952"/>
                </a:cubicBezTo>
                <a:cubicBezTo>
                  <a:pt x="0" y="131159"/>
                  <a:pt x="131159" y="0"/>
                  <a:pt x="29295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5" name="KSO_Shape">
            <a:hlinkClick r:id="" action="ppaction://noaction"/>
          </p:cNvPr>
          <p:cNvSpPr/>
          <p:nvPr userDrawn="1"/>
        </p:nvSpPr>
        <p:spPr>
          <a:xfrm flipH="1">
            <a:off x="6446207" y="117925"/>
            <a:ext cx="396000" cy="396000"/>
          </a:xfrm>
          <a:custGeom>
            <a:avLst/>
            <a:gdLst>
              <a:gd name="connsiteX0" fmla="*/ 158628 w 585904"/>
              <a:gd name="connsiteY0" fmla="*/ 130053 h 585904"/>
              <a:gd name="connsiteX1" fmla="*/ 321527 w 585904"/>
              <a:gd name="connsiteY1" fmla="*/ 292952 h 585904"/>
              <a:gd name="connsiteX2" fmla="*/ 158628 w 585904"/>
              <a:gd name="connsiteY2" fmla="*/ 455850 h 585904"/>
              <a:gd name="connsiteX3" fmla="*/ 321527 w 585904"/>
              <a:gd name="connsiteY3" fmla="*/ 455850 h 585904"/>
              <a:gd name="connsiteX4" fmla="*/ 484425 w 585904"/>
              <a:gd name="connsiteY4" fmla="*/ 292952 h 585904"/>
              <a:gd name="connsiteX5" fmla="*/ 321527 w 585904"/>
              <a:gd name="connsiteY5" fmla="*/ 130053 h 585904"/>
              <a:gd name="connsiteX6" fmla="*/ 292952 w 585904"/>
              <a:gd name="connsiteY6" fmla="*/ 0 h 585904"/>
              <a:gd name="connsiteX7" fmla="*/ 585904 w 585904"/>
              <a:gd name="connsiteY7" fmla="*/ 292952 h 585904"/>
              <a:gd name="connsiteX8" fmla="*/ 292952 w 585904"/>
              <a:gd name="connsiteY8" fmla="*/ 585904 h 585904"/>
              <a:gd name="connsiteX9" fmla="*/ 0 w 585904"/>
              <a:gd name="connsiteY9" fmla="*/ 292952 h 585904"/>
              <a:gd name="connsiteX10" fmla="*/ 292952 w 585904"/>
              <a:gd name="connsiteY10" fmla="*/ 0 h 585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5904" h="585904">
                <a:moveTo>
                  <a:pt x="158628" y="130053"/>
                </a:moveTo>
                <a:lnTo>
                  <a:pt x="321527" y="292952"/>
                </a:lnTo>
                <a:lnTo>
                  <a:pt x="158628" y="455850"/>
                </a:lnTo>
                <a:lnTo>
                  <a:pt x="321527" y="455850"/>
                </a:lnTo>
                <a:lnTo>
                  <a:pt x="484425" y="292952"/>
                </a:lnTo>
                <a:lnTo>
                  <a:pt x="321527" y="130053"/>
                </a:lnTo>
                <a:close/>
                <a:moveTo>
                  <a:pt x="292952" y="0"/>
                </a:moveTo>
                <a:cubicBezTo>
                  <a:pt x="454745" y="0"/>
                  <a:pt x="585904" y="131159"/>
                  <a:pt x="585904" y="292952"/>
                </a:cubicBezTo>
                <a:cubicBezTo>
                  <a:pt x="585904" y="454745"/>
                  <a:pt x="454745" y="585904"/>
                  <a:pt x="292952" y="585904"/>
                </a:cubicBezTo>
                <a:cubicBezTo>
                  <a:pt x="131159" y="585904"/>
                  <a:pt x="0" y="454745"/>
                  <a:pt x="0" y="292952"/>
                </a:cubicBezTo>
                <a:cubicBezTo>
                  <a:pt x="0" y="131159"/>
                  <a:pt x="131159" y="0"/>
                  <a:pt x="29295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7" name="图片 2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3" t="14440" r="47711" b="31550"/>
          <a:stretch>
            <a:fillRect/>
          </a:stretch>
        </p:blipFill>
        <p:spPr>
          <a:xfrm>
            <a:off x="347542" y="88053"/>
            <a:ext cx="554294" cy="446422"/>
          </a:xfrm>
          <a:prstGeom prst="rect">
            <a:avLst/>
          </a:prstGeom>
        </p:spPr>
      </p:pic>
      <p:sp>
        <p:nvSpPr>
          <p:cNvPr id="29" name="文本框 28"/>
          <p:cNvSpPr txBox="1"/>
          <p:nvPr userDrawn="1"/>
        </p:nvSpPr>
        <p:spPr>
          <a:xfrm>
            <a:off x="870485" y="161861"/>
            <a:ext cx="4235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方正姚体简体" panose="03000509000000000000" pitchFamily="65" charset="-122"/>
                <a:ea typeface="方正姚体简体" panose="03000509000000000000" pitchFamily="65" charset="-122"/>
              </a:rPr>
              <a:t>项目</a:t>
            </a:r>
            <a:r>
              <a:rPr lang="en-US" altLang="zh-CN" dirty="0">
                <a:solidFill>
                  <a:schemeClr val="bg1"/>
                </a:solidFill>
                <a:latin typeface="方正姚体简体" panose="03000509000000000000" pitchFamily="65" charset="-122"/>
                <a:ea typeface="方正姚体简体" panose="03000509000000000000" pitchFamily="65" charset="-122"/>
              </a:rPr>
              <a:t>5   </a:t>
            </a:r>
            <a:r>
              <a:rPr lang="zh-CN" altLang="en-US" dirty="0">
                <a:solidFill>
                  <a:schemeClr val="bg1"/>
                </a:solidFill>
                <a:latin typeface="方正姚体简体" panose="03000509000000000000" pitchFamily="65" charset="-122"/>
                <a:ea typeface="方正姚体简体" panose="03000509000000000000" pitchFamily="65" charset="-122"/>
              </a:rPr>
              <a:t>网络共享运动会方案</a:t>
            </a:r>
          </a:p>
        </p:txBody>
      </p:sp>
      <p:sp>
        <p:nvSpPr>
          <p:cNvPr id="30" name="文本框 29"/>
          <p:cNvSpPr txBox="1"/>
          <p:nvPr userDrawn="1"/>
        </p:nvSpPr>
        <p:spPr>
          <a:xfrm>
            <a:off x="8949053" y="6315614"/>
            <a:ext cx="310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阿里巴巴普惠体 M" panose="00020600040101010101" charset="-122"/>
              </a:rPr>
              <a:t>第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阿里巴巴普惠体 M" panose="00020600040101010101" charset="-122"/>
              </a:rPr>
              <a:t>1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阿里巴巴普惠体 M" panose="00020600040101010101" charset="-122"/>
              </a:rPr>
              <a:t>单元   体验互联网新模式</a:t>
            </a:r>
            <a:endParaRPr lang="zh-CN" altLang="en-US" sz="1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汉仪综艺体简" panose="0201060000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randomBar dir="vert"/>
      </p:transition>
    </mc:Choice>
    <mc:Fallback xmlns="">
      <p:transition spd="slow" advTm="3000">
        <p:randomBar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 userDrawn="1"/>
        </p:nvGrpSpPr>
        <p:grpSpPr>
          <a:xfrm>
            <a:off x="0" y="-14514"/>
            <a:ext cx="12223221" cy="6921511"/>
            <a:chOff x="0" y="-14514"/>
            <a:chExt cx="12223221" cy="6921511"/>
          </a:xfrm>
        </p:grpSpPr>
        <p:sp>
          <p:nvSpPr>
            <p:cNvPr id="15" name="直角三角形 14"/>
            <p:cNvSpPr/>
            <p:nvPr userDrawn="1"/>
          </p:nvSpPr>
          <p:spPr>
            <a:xfrm>
              <a:off x="0" y="1139371"/>
              <a:ext cx="5718629" cy="5718629"/>
            </a:xfrm>
            <a:prstGeom prst="rtTriangle">
              <a:avLst/>
            </a:prstGeom>
            <a:solidFill>
              <a:srgbClr val="F6A0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直角三角形 17"/>
            <p:cNvSpPr/>
            <p:nvPr userDrawn="1"/>
          </p:nvSpPr>
          <p:spPr>
            <a:xfrm rot="10800000">
              <a:off x="5326743" y="-1"/>
              <a:ext cx="6865257" cy="6865257"/>
            </a:xfrm>
            <a:prstGeom prst="rtTriangle">
              <a:avLst/>
            </a:prstGeom>
            <a:solidFill>
              <a:srgbClr val="B0E1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直角三角形 8"/>
            <p:cNvSpPr/>
            <p:nvPr userDrawn="1"/>
          </p:nvSpPr>
          <p:spPr>
            <a:xfrm rot="5400000">
              <a:off x="1748972" y="-1763486"/>
              <a:ext cx="4078514" cy="7576457"/>
            </a:xfrm>
            <a:custGeom>
              <a:avLst/>
              <a:gdLst>
                <a:gd name="connsiteX0" fmla="*/ 0 w 4064000"/>
                <a:gd name="connsiteY0" fmla="*/ 4064000 h 4064000"/>
                <a:gd name="connsiteX1" fmla="*/ 0 w 4064000"/>
                <a:gd name="connsiteY1" fmla="*/ 0 h 4064000"/>
                <a:gd name="connsiteX2" fmla="*/ 4064000 w 4064000"/>
                <a:gd name="connsiteY2" fmla="*/ 4064000 h 4064000"/>
                <a:gd name="connsiteX3" fmla="*/ 0 w 4064000"/>
                <a:gd name="connsiteY3" fmla="*/ 4064000 h 4064000"/>
                <a:gd name="connsiteX0-1" fmla="*/ 14514 w 4078514"/>
                <a:gd name="connsiteY0-2" fmla="*/ 7576457 h 7576457"/>
                <a:gd name="connsiteX1-3" fmla="*/ 0 w 4078514"/>
                <a:gd name="connsiteY1-4" fmla="*/ 0 h 7576457"/>
                <a:gd name="connsiteX2-5" fmla="*/ 4078514 w 4078514"/>
                <a:gd name="connsiteY2-6" fmla="*/ 7576457 h 7576457"/>
                <a:gd name="connsiteX3-7" fmla="*/ 14514 w 4078514"/>
                <a:gd name="connsiteY3-8" fmla="*/ 7576457 h 757645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4078514" h="7576457">
                  <a:moveTo>
                    <a:pt x="14514" y="7576457"/>
                  </a:moveTo>
                  <a:lnTo>
                    <a:pt x="0" y="0"/>
                  </a:lnTo>
                  <a:lnTo>
                    <a:pt x="4078514" y="7576457"/>
                  </a:lnTo>
                  <a:lnTo>
                    <a:pt x="14514" y="7576457"/>
                  </a:lnTo>
                  <a:close/>
                </a:path>
              </a:pathLst>
            </a:custGeom>
            <a:solidFill>
              <a:srgbClr val="00B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 userDrawn="1"/>
          </p:nvSpPr>
          <p:spPr>
            <a:xfrm>
              <a:off x="423005" y="437233"/>
              <a:ext cx="11345991" cy="59835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1143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半闭框 22"/>
            <p:cNvSpPr/>
            <p:nvPr userDrawn="1"/>
          </p:nvSpPr>
          <p:spPr>
            <a:xfrm>
              <a:off x="31119" y="36285"/>
              <a:ext cx="1045029" cy="1045029"/>
            </a:xfrm>
            <a:prstGeom prst="halfFrame">
              <a:avLst>
                <a:gd name="adj1" fmla="val 22222"/>
                <a:gd name="adj2" fmla="val 26389"/>
              </a:avLst>
            </a:prstGeom>
            <a:solidFill>
              <a:srgbClr val="3553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半闭框 23"/>
            <p:cNvSpPr/>
            <p:nvPr userDrawn="1"/>
          </p:nvSpPr>
          <p:spPr>
            <a:xfrm rot="10800000">
              <a:off x="11178192" y="5861968"/>
              <a:ext cx="1045029" cy="1045029"/>
            </a:xfrm>
            <a:prstGeom prst="halfFrame">
              <a:avLst>
                <a:gd name="adj1" fmla="val 22222"/>
                <a:gd name="adj2" fmla="val 26389"/>
              </a:avLst>
            </a:prstGeom>
            <a:solidFill>
              <a:srgbClr val="3553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5" name="图形"/>
            <p:cNvSpPr>
              <a:spLocks noEditPoints="1"/>
            </p:cNvSpPr>
            <p:nvPr userDrawn="1"/>
          </p:nvSpPr>
          <p:spPr bwMode="auto">
            <a:xfrm rot="19736133">
              <a:off x="297969" y="5138349"/>
              <a:ext cx="803031" cy="456297"/>
            </a:xfrm>
            <a:custGeom>
              <a:avLst/>
              <a:gdLst>
                <a:gd name="T0" fmla="*/ 245 w 589"/>
                <a:gd name="T1" fmla="*/ 311 h 334"/>
                <a:gd name="T2" fmla="*/ 243 w 589"/>
                <a:gd name="T3" fmla="*/ 244 h 334"/>
                <a:gd name="T4" fmla="*/ 236 w 589"/>
                <a:gd name="T5" fmla="*/ 238 h 334"/>
                <a:gd name="T6" fmla="*/ 223 w 589"/>
                <a:gd name="T7" fmla="*/ 240 h 334"/>
                <a:gd name="T8" fmla="*/ 218 w 589"/>
                <a:gd name="T9" fmla="*/ 239 h 334"/>
                <a:gd name="T10" fmla="*/ 156 w 589"/>
                <a:gd name="T11" fmla="*/ 211 h 334"/>
                <a:gd name="T12" fmla="*/ 148 w 589"/>
                <a:gd name="T13" fmla="*/ 216 h 334"/>
                <a:gd name="T14" fmla="*/ 151 w 589"/>
                <a:gd name="T15" fmla="*/ 252 h 334"/>
                <a:gd name="T16" fmla="*/ 153 w 589"/>
                <a:gd name="T17" fmla="*/ 254 h 334"/>
                <a:gd name="T18" fmla="*/ 199 w 589"/>
                <a:gd name="T19" fmla="*/ 296 h 334"/>
                <a:gd name="T20" fmla="*/ 237 w 589"/>
                <a:gd name="T21" fmla="*/ 317 h 334"/>
                <a:gd name="T22" fmla="*/ 245 w 589"/>
                <a:gd name="T23" fmla="*/ 311 h 334"/>
                <a:gd name="T24" fmla="*/ 521 w 589"/>
                <a:gd name="T25" fmla="*/ 220 h 334"/>
                <a:gd name="T26" fmla="*/ 524 w 589"/>
                <a:gd name="T27" fmla="*/ 223 h 334"/>
                <a:gd name="T28" fmla="*/ 534 w 589"/>
                <a:gd name="T29" fmla="*/ 235 h 334"/>
                <a:gd name="T30" fmla="*/ 536 w 589"/>
                <a:gd name="T31" fmla="*/ 238 h 334"/>
                <a:gd name="T32" fmla="*/ 552 w 589"/>
                <a:gd name="T33" fmla="*/ 262 h 334"/>
                <a:gd name="T34" fmla="*/ 527 w 589"/>
                <a:gd name="T35" fmla="*/ 320 h 334"/>
                <a:gd name="T36" fmla="*/ 520 w 589"/>
                <a:gd name="T37" fmla="*/ 313 h 334"/>
                <a:gd name="T38" fmla="*/ 501 w 589"/>
                <a:gd name="T39" fmla="*/ 268 h 334"/>
                <a:gd name="T40" fmla="*/ 506 w 589"/>
                <a:gd name="T41" fmla="*/ 244 h 334"/>
                <a:gd name="T42" fmla="*/ 506 w 589"/>
                <a:gd name="T43" fmla="*/ 241 h 334"/>
                <a:gd name="T44" fmla="*/ 505 w 589"/>
                <a:gd name="T45" fmla="*/ 235 h 334"/>
                <a:gd name="T46" fmla="*/ 510 w 589"/>
                <a:gd name="T47" fmla="*/ 226 h 334"/>
                <a:gd name="T48" fmla="*/ 511 w 589"/>
                <a:gd name="T49" fmla="*/ 222 h 334"/>
                <a:gd name="T50" fmla="*/ 495 w 589"/>
                <a:gd name="T51" fmla="*/ 174 h 334"/>
                <a:gd name="T52" fmla="*/ 491 w 589"/>
                <a:gd name="T53" fmla="*/ 173 h 334"/>
                <a:gd name="T54" fmla="*/ 224 w 589"/>
                <a:gd name="T55" fmla="*/ 227 h 334"/>
                <a:gd name="T56" fmla="*/ 221 w 589"/>
                <a:gd name="T57" fmla="*/ 227 h 334"/>
                <a:gd name="T58" fmla="*/ 95 w 589"/>
                <a:gd name="T59" fmla="*/ 162 h 334"/>
                <a:gd name="T60" fmla="*/ 5 w 589"/>
                <a:gd name="T61" fmla="*/ 81 h 334"/>
                <a:gd name="T62" fmla="*/ 9 w 589"/>
                <a:gd name="T63" fmla="*/ 72 h 334"/>
                <a:gd name="T64" fmla="*/ 194 w 589"/>
                <a:gd name="T65" fmla="*/ 51 h 334"/>
                <a:gd name="T66" fmla="*/ 372 w 589"/>
                <a:gd name="T67" fmla="*/ 0 h 334"/>
                <a:gd name="T68" fmla="*/ 378 w 589"/>
                <a:gd name="T69" fmla="*/ 2 h 334"/>
                <a:gd name="T70" fmla="*/ 484 w 589"/>
                <a:gd name="T71" fmla="*/ 84 h 334"/>
                <a:gd name="T72" fmla="*/ 581 w 589"/>
                <a:gd name="T73" fmla="*/ 132 h 334"/>
                <a:gd name="T74" fmla="*/ 581 w 589"/>
                <a:gd name="T75" fmla="*/ 143 h 334"/>
                <a:gd name="T76" fmla="*/ 507 w 589"/>
                <a:gd name="T77" fmla="*/ 167 h 334"/>
                <a:gd name="T78" fmla="*/ 505 w 589"/>
                <a:gd name="T79" fmla="*/ 172 h 334"/>
                <a:gd name="T80" fmla="*/ 521 w 589"/>
                <a:gd name="T81" fmla="*/ 220 h 334"/>
                <a:gd name="T82" fmla="*/ 452 w 589"/>
                <a:gd name="T83" fmla="*/ 197 h 334"/>
                <a:gd name="T84" fmla="*/ 458 w 589"/>
                <a:gd name="T85" fmla="*/ 209 h 334"/>
                <a:gd name="T86" fmla="*/ 456 w 589"/>
                <a:gd name="T87" fmla="*/ 234 h 334"/>
                <a:gd name="T88" fmla="*/ 451 w 589"/>
                <a:gd name="T89" fmla="*/ 258 h 334"/>
                <a:gd name="T90" fmla="*/ 448 w 589"/>
                <a:gd name="T91" fmla="*/ 262 h 334"/>
                <a:gd name="T92" fmla="*/ 355 w 589"/>
                <a:gd name="T93" fmla="*/ 298 h 334"/>
                <a:gd name="T94" fmla="*/ 264 w 589"/>
                <a:gd name="T95" fmla="*/ 321 h 334"/>
                <a:gd name="T96" fmla="*/ 258 w 589"/>
                <a:gd name="T97" fmla="*/ 316 h 334"/>
                <a:gd name="T98" fmla="*/ 255 w 589"/>
                <a:gd name="T99" fmla="*/ 241 h 334"/>
                <a:gd name="T100" fmla="*/ 260 w 589"/>
                <a:gd name="T101" fmla="*/ 235 h 334"/>
                <a:gd name="T102" fmla="*/ 452 w 589"/>
                <a:gd name="T103" fmla="*/ 197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89" h="334">
                  <a:moveTo>
                    <a:pt x="245" y="311"/>
                  </a:moveTo>
                  <a:cubicBezTo>
                    <a:pt x="244" y="289"/>
                    <a:pt x="243" y="266"/>
                    <a:pt x="243" y="244"/>
                  </a:cubicBezTo>
                  <a:cubicBezTo>
                    <a:pt x="242" y="241"/>
                    <a:pt x="239" y="238"/>
                    <a:pt x="236" y="238"/>
                  </a:cubicBezTo>
                  <a:cubicBezTo>
                    <a:pt x="232" y="239"/>
                    <a:pt x="228" y="239"/>
                    <a:pt x="223" y="240"/>
                  </a:cubicBezTo>
                  <a:cubicBezTo>
                    <a:pt x="221" y="240"/>
                    <a:pt x="220" y="240"/>
                    <a:pt x="218" y="239"/>
                  </a:cubicBezTo>
                  <a:cubicBezTo>
                    <a:pt x="194" y="229"/>
                    <a:pt x="173" y="219"/>
                    <a:pt x="156" y="211"/>
                  </a:cubicBezTo>
                  <a:cubicBezTo>
                    <a:pt x="152" y="209"/>
                    <a:pt x="147" y="212"/>
                    <a:pt x="148" y="216"/>
                  </a:cubicBezTo>
                  <a:cubicBezTo>
                    <a:pt x="148" y="228"/>
                    <a:pt x="149" y="241"/>
                    <a:pt x="151" y="252"/>
                  </a:cubicBezTo>
                  <a:cubicBezTo>
                    <a:pt x="152" y="253"/>
                    <a:pt x="152" y="254"/>
                    <a:pt x="153" y="254"/>
                  </a:cubicBezTo>
                  <a:cubicBezTo>
                    <a:pt x="167" y="270"/>
                    <a:pt x="183" y="284"/>
                    <a:pt x="199" y="296"/>
                  </a:cubicBezTo>
                  <a:cubicBezTo>
                    <a:pt x="211" y="304"/>
                    <a:pt x="224" y="311"/>
                    <a:pt x="237" y="317"/>
                  </a:cubicBezTo>
                  <a:cubicBezTo>
                    <a:pt x="241" y="318"/>
                    <a:pt x="245" y="316"/>
                    <a:pt x="245" y="311"/>
                  </a:cubicBezTo>
                  <a:close/>
                  <a:moveTo>
                    <a:pt x="521" y="220"/>
                  </a:moveTo>
                  <a:cubicBezTo>
                    <a:pt x="522" y="222"/>
                    <a:pt x="522" y="222"/>
                    <a:pt x="524" y="223"/>
                  </a:cubicBezTo>
                  <a:cubicBezTo>
                    <a:pt x="530" y="224"/>
                    <a:pt x="534" y="229"/>
                    <a:pt x="534" y="235"/>
                  </a:cubicBezTo>
                  <a:cubicBezTo>
                    <a:pt x="534" y="237"/>
                    <a:pt x="534" y="237"/>
                    <a:pt x="536" y="238"/>
                  </a:cubicBezTo>
                  <a:cubicBezTo>
                    <a:pt x="545" y="241"/>
                    <a:pt x="551" y="249"/>
                    <a:pt x="552" y="262"/>
                  </a:cubicBezTo>
                  <a:cubicBezTo>
                    <a:pt x="553" y="279"/>
                    <a:pt x="539" y="308"/>
                    <a:pt x="527" y="320"/>
                  </a:cubicBezTo>
                  <a:cubicBezTo>
                    <a:pt x="512" y="334"/>
                    <a:pt x="515" y="327"/>
                    <a:pt x="520" y="313"/>
                  </a:cubicBezTo>
                  <a:cubicBezTo>
                    <a:pt x="524" y="300"/>
                    <a:pt x="504" y="290"/>
                    <a:pt x="501" y="268"/>
                  </a:cubicBezTo>
                  <a:cubicBezTo>
                    <a:pt x="500" y="257"/>
                    <a:pt x="501" y="249"/>
                    <a:pt x="506" y="244"/>
                  </a:cubicBezTo>
                  <a:cubicBezTo>
                    <a:pt x="507" y="243"/>
                    <a:pt x="507" y="242"/>
                    <a:pt x="506" y="241"/>
                  </a:cubicBezTo>
                  <a:cubicBezTo>
                    <a:pt x="506" y="239"/>
                    <a:pt x="505" y="237"/>
                    <a:pt x="505" y="235"/>
                  </a:cubicBezTo>
                  <a:cubicBezTo>
                    <a:pt x="505" y="232"/>
                    <a:pt x="507" y="228"/>
                    <a:pt x="510" y="226"/>
                  </a:cubicBezTo>
                  <a:cubicBezTo>
                    <a:pt x="511" y="224"/>
                    <a:pt x="511" y="224"/>
                    <a:pt x="511" y="222"/>
                  </a:cubicBezTo>
                  <a:cubicBezTo>
                    <a:pt x="505" y="202"/>
                    <a:pt x="500" y="187"/>
                    <a:pt x="495" y="174"/>
                  </a:cubicBezTo>
                  <a:cubicBezTo>
                    <a:pt x="495" y="173"/>
                    <a:pt x="493" y="172"/>
                    <a:pt x="491" y="173"/>
                  </a:cubicBezTo>
                  <a:cubicBezTo>
                    <a:pt x="405" y="199"/>
                    <a:pt x="327" y="215"/>
                    <a:pt x="224" y="227"/>
                  </a:cubicBezTo>
                  <a:cubicBezTo>
                    <a:pt x="223" y="227"/>
                    <a:pt x="222" y="227"/>
                    <a:pt x="221" y="227"/>
                  </a:cubicBezTo>
                  <a:cubicBezTo>
                    <a:pt x="162" y="201"/>
                    <a:pt x="127" y="184"/>
                    <a:pt x="95" y="162"/>
                  </a:cubicBezTo>
                  <a:cubicBezTo>
                    <a:pt x="67" y="142"/>
                    <a:pt x="42" y="118"/>
                    <a:pt x="5" y="81"/>
                  </a:cubicBezTo>
                  <a:cubicBezTo>
                    <a:pt x="2" y="78"/>
                    <a:pt x="0" y="72"/>
                    <a:pt x="9" y="72"/>
                  </a:cubicBezTo>
                  <a:cubicBezTo>
                    <a:pt x="86" y="67"/>
                    <a:pt x="142" y="61"/>
                    <a:pt x="194" y="51"/>
                  </a:cubicBezTo>
                  <a:cubicBezTo>
                    <a:pt x="250" y="40"/>
                    <a:pt x="302" y="25"/>
                    <a:pt x="372" y="0"/>
                  </a:cubicBezTo>
                  <a:cubicBezTo>
                    <a:pt x="374" y="0"/>
                    <a:pt x="376" y="0"/>
                    <a:pt x="378" y="2"/>
                  </a:cubicBezTo>
                  <a:cubicBezTo>
                    <a:pt x="416" y="37"/>
                    <a:pt x="449" y="63"/>
                    <a:pt x="484" y="84"/>
                  </a:cubicBezTo>
                  <a:cubicBezTo>
                    <a:pt x="514" y="102"/>
                    <a:pt x="545" y="117"/>
                    <a:pt x="581" y="132"/>
                  </a:cubicBezTo>
                  <a:cubicBezTo>
                    <a:pt x="589" y="135"/>
                    <a:pt x="589" y="140"/>
                    <a:pt x="581" y="143"/>
                  </a:cubicBezTo>
                  <a:cubicBezTo>
                    <a:pt x="555" y="152"/>
                    <a:pt x="531" y="160"/>
                    <a:pt x="507" y="167"/>
                  </a:cubicBezTo>
                  <a:cubicBezTo>
                    <a:pt x="505" y="168"/>
                    <a:pt x="504" y="170"/>
                    <a:pt x="505" y="172"/>
                  </a:cubicBezTo>
                  <a:cubicBezTo>
                    <a:pt x="509" y="184"/>
                    <a:pt x="514" y="199"/>
                    <a:pt x="521" y="220"/>
                  </a:cubicBezTo>
                  <a:close/>
                  <a:moveTo>
                    <a:pt x="452" y="197"/>
                  </a:moveTo>
                  <a:cubicBezTo>
                    <a:pt x="460" y="195"/>
                    <a:pt x="459" y="205"/>
                    <a:pt x="458" y="209"/>
                  </a:cubicBezTo>
                  <a:cubicBezTo>
                    <a:pt x="457" y="218"/>
                    <a:pt x="457" y="226"/>
                    <a:pt x="456" y="234"/>
                  </a:cubicBezTo>
                  <a:cubicBezTo>
                    <a:pt x="454" y="242"/>
                    <a:pt x="453" y="250"/>
                    <a:pt x="451" y="258"/>
                  </a:cubicBezTo>
                  <a:cubicBezTo>
                    <a:pt x="451" y="260"/>
                    <a:pt x="450" y="261"/>
                    <a:pt x="448" y="262"/>
                  </a:cubicBezTo>
                  <a:cubicBezTo>
                    <a:pt x="418" y="276"/>
                    <a:pt x="387" y="288"/>
                    <a:pt x="355" y="298"/>
                  </a:cubicBezTo>
                  <a:cubicBezTo>
                    <a:pt x="326" y="307"/>
                    <a:pt x="295" y="315"/>
                    <a:pt x="264" y="321"/>
                  </a:cubicBezTo>
                  <a:cubicBezTo>
                    <a:pt x="261" y="321"/>
                    <a:pt x="258" y="319"/>
                    <a:pt x="258" y="316"/>
                  </a:cubicBezTo>
                  <a:cubicBezTo>
                    <a:pt x="257" y="291"/>
                    <a:pt x="256" y="266"/>
                    <a:pt x="255" y="241"/>
                  </a:cubicBezTo>
                  <a:cubicBezTo>
                    <a:pt x="255" y="238"/>
                    <a:pt x="257" y="236"/>
                    <a:pt x="260" y="235"/>
                  </a:cubicBezTo>
                  <a:cubicBezTo>
                    <a:pt x="325" y="227"/>
                    <a:pt x="389" y="214"/>
                    <a:pt x="452" y="19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图形"/>
            <p:cNvSpPr>
              <a:spLocks noEditPoints="1"/>
            </p:cNvSpPr>
            <p:nvPr userDrawn="1"/>
          </p:nvSpPr>
          <p:spPr bwMode="auto">
            <a:xfrm rot="18479923">
              <a:off x="2435689" y="121852"/>
              <a:ext cx="537284" cy="728756"/>
            </a:xfrm>
            <a:custGeom>
              <a:avLst/>
              <a:gdLst>
                <a:gd name="T0" fmla="*/ 295 w 438"/>
                <a:gd name="T1" fmla="*/ 117 h 594"/>
                <a:gd name="T2" fmla="*/ 265 w 438"/>
                <a:gd name="T3" fmla="*/ 195 h 594"/>
                <a:gd name="T4" fmla="*/ 347 w 438"/>
                <a:gd name="T5" fmla="*/ 362 h 594"/>
                <a:gd name="T6" fmla="*/ 375 w 438"/>
                <a:gd name="T7" fmla="*/ 384 h 594"/>
                <a:gd name="T8" fmla="*/ 358 w 438"/>
                <a:gd name="T9" fmla="*/ 390 h 594"/>
                <a:gd name="T10" fmla="*/ 413 w 438"/>
                <a:gd name="T11" fmla="*/ 541 h 594"/>
                <a:gd name="T12" fmla="*/ 431 w 438"/>
                <a:gd name="T13" fmla="*/ 582 h 594"/>
                <a:gd name="T14" fmla="*/ 398 w 438"/>
                <a:gd name="T15" fmla="*/ 551 h 594"/>
                <a:gd name="T16" fmla="*/ 370 w 438"/>
                <a:gd name="T17" fmla="*/ 535 h 594"/>
                <a:gd name="T18" fmla="*/ 296 w 438"/>
                <a:gd name="T19" fmla="*/ 384 h 594"/>
                <a:gd name="T20" fmla="*/ 236 w 438"/>
                <a:gd name="T21" fmla="*/ 388 h 594"/>
                <a:gd name="T22" fmla="*/ 197 w 438"/>
                <a:gd name="T23" fmla="*/ 384 h 594"/>
                <a:gd name="T24" fmla="*/ 138 w 438"/>
                <a:gd name="T25" fmla="*/ 386 h 594"/>
                <a:gd name="T26" fmla="*/ 42 w 438"/>
                <a:gd name="T27" fmla="*/ 550 h 594"/>
                <a:gd name="T28" fmla="*/ 10 w 438"/>
                <a:gd name="T29" fmla="*/ 584 h 594"/>
                <a:gd name="T30" fmla="*/ 25 w 438"/>
                <a:gd name="T31" fmla="*/ 545 h 594"/>
                <a:gd name="T32" fmla="*/ 21 w 438"/>
                <a:gd name="T33" fmla="*/ 513 h 594"/>
                <a:gd name="T34" fmla="*/ 75 w 438"/>
                <a:gd name="T35" fmla="*/ 384 h 594"/>
                <a:gd name="T36" fmla="*/ 63 w 438"/>
                <a:gd name="T37" fmla="*/ 362 h 594"/>
                <a:gd name="T38" fmla="*/ 94 w 438"/>
                <a:gd name="T39" fmla="*/ 359 h 594"/>
                <a:gd name="T40" fmla="*/ 169 w 438"/>
                <a:gd name="T41" fmla="*/ 176 h 594"/>
                <a:gd name="T42" fmla="*/ 196 w 438"/>
                <a:gd name="T43" fmla="*/ 43 h 594"/>
                <a:gd name="T44" fmla="*/ 199 w 438"/>
                <a:gd name="T45" fmla="*/ 27 h 594"/>
                <a:gd name="T46" fmla="*/ 239 w 438"/>
                <a:gd name="T47" fmla="*/ 39 h 594"/>
                <a:gd name="T48" fmla="*/ 236 w 438"/>
                <a:gd name="T49" fmla="*/ 357 h 594"/>
                <a:gd name="T50" fmla="*/ 282 w 438"/>
                <a:gd name="T51" fmla="*/ 362 h 594"/>
                <a:gd name="T52" fmla="*/ 222 w 438"/>
                <a:gd name="T53" fmla="*/ 224 h 594"/>
                <a:gd name="T54" fmla="*/ 152 w 438"/>
                <a:gd name="T55" fmla="*/ 356 h 594"/>
                <a:gd name="T56" fmla="*/ 197 w 438"/>
                <a:gd name="T57" fmla="*/ 362 h 594"/>
                <a:gd name="T58" fmla="*/ 236 w 438"/>
                <a:gd name="T59" fmla="*/ 357 h 594"/>
                <a:gd name="T60" fmla="*/ 201 w 438"/>
                <a:gd name="T61" fmla="*/ 80 h 594"/>
                <a:gd name="T62" fmla="*/ 175 w 438"/>
                <a:gd name="T63" fmla="*/ 117 h 594"/>
                <a:gd name="T64" fmla="*/ 242 w 438"/>
                <a:gd name="T65" fmla="*/ 79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8" h="594">
                  <a:moveTo>
                    <a:pt x="241" y="43"/>
                  </a:moveTo>
                  <a:cubicBezTo>
                    <a:pt x="272" y="53"/>
                    <a:pt x="295" y="82"/>
                    <a:pt x="295" y="117"/>
                  </a:cubicBezTo>
                  <a:cubicBezTo>
                    <a:pt x="295" y="140"/>
                    <a:pt x="285" y="162"/>
                    <a:pt x="268" y="176"/>
                  </a:cubicBezTo>
                  <a:cubicBezTo>
                    <a:pt x="263" y="181"/>
                    <a:pt x="261" y="189"/>
                    <a:pt x="265" y="195"/>
                  </a:cubicBezTo>
                  <a:cubicBezTo>
                    <a:pt x="285" y="231"/>
                    <a:pt x="332" y="334"/>
                    <a:pt x="344" y="359"/>
                  </a:cubicBezTo>
                  <a:cubicBezTo>
                    <a:pt x="344" y="361"/>
                    <a:pt x="346" y="362"/>
                    <a:pt x="347" y="362"/>
                  </a:cubicBezTo>
                  <a:cubicBezTo>
                    <a:pt x="375" y="362"/>
                    <a:pt x="375" y="362"/>
                    <a:pt x="375" y="362"/>
                  </a:cubicBezTo>
                  <a:cubicBezTo>
                    <a:pt x="390" y="362"/>
                    <a:pt x="390" y="384"/>
                    <a:pt x="375" y="384"/>
                  </a:cubicBezTo>
                  <a:cubicBezTo>
                    <a:pt x="362" y="384"/>
                    <a:pt x="362" y="384"/>
                    <a:pt x="362" y="384"/>
                  </a:cubicBezTo>
                  <a:cubicBezTo>
                    <a:pt x="359" y="384"/>
                    <a:pt x="357" y="387"/>
                    <a:pt x="358" y="390"/>
                  </a:cubicBezTo>
                  <a:cubicBezTo>
                    <a:pt x="417" y="513"/>
                    <a:pt x="417" y="513"/>
                    <a:pt x="417" y="513"/>
                  </a:cubicBezTo>
                  <a:cubicBezTo>
                    <a:pt x="421" y="522"/>
                    <a:pt x="419" y="533"/>
                    <a:pt x="413" y="541"/>
                  </a:cubicBezTo>
                  <a:cubicBezTo>
                    <a:pt x="412" y="542"/>
                    <a:pt x="412" y="544"/>
                    <a:pt x="413" y="545"/>
                  </a:cubicBezTo>
                  <a:cubicBezTo>
                    <a:pt x="419" y="557"/>
                    <a:pt x="425" y="570"/>
                    <a:pt x="431" y="582"/>
                  </a:cubicBezTo>
                  <a:cubicBezTo>
                    <a:pt x="438" y="594"/>
                    <a:pt x="437" y="594"/>
                    <a:pt x="427" y="584"/>
                  </a:cubicBezTo>
                  <a:cubicBezTo>
                    <a:pt x="418" y="573"/>
                    <a:pt x="408" y="562"/>
                    <a:pt x="398" y="551"/>
                  </a:cubicBezTo>
                  <a:cubicBezTo>
                    <a:pt x="398" y="550"/>
                    <a:pt x="396" y="549"/>
                    <a:pt x="395" y="550"/>
                  </a:cubicBezTo>
                  <a:cubicBezTo>
                    <a:pt x="385" y="550"/>
                    <a:pt x="375" y="545"/>
                    <a:pt x="370" y="535"/>
                  </a:cubicBezTo>
                  <a:cubicBezTo>
                    <a:pt x="300" y="386"/>
                    <a:pt x="300" y="386"/>
                    <a:pt x="300" y="386"/>
                  </a:cubicBezTo>
                  <a:cubicBezTo>
                    <a:pt x="299" y="385"/>
                    <a:pt x="298" y="384"/>
                    <a:pt x="296" y="384"/>
                  </a:cubicBezTo>
                  <a:cubicBezTo>
                    <a:pt x="240" y="384"/>
                    <a:pt x="240" y="384"/>
                    <a:pt x="240" y="384"/>
                  </a:cubicBezTo>
                  <a:cubicBezTo>
                    <a:pt x="238" y="384"/>
                    <a:pt x="236" y="386"/>
                    <a:pt x="236" y="388"/>
                  </a:cubicBezTo>
                  <a:cubicBezTo>
                    <a:pt x="236" y="419"/>
                    <a:pt x="202" y="419"/>
                    <a:pt x="202" y="388"/>
                  </a:cubicBezTo>
                  <a:cubicBezTo>
                    <a:pt x="202" y="386"/>
                    <a:pt x="200" y="384"/>
                    <a:pt x="197" y="384"/>
                  </a:cubicBezTo>
                  <a:cubicBezTo>
                    <a:pt x="142" y="384"/>
                    <a:pt x="142" y="384"/>
                    <a:pt x="142" y="384"/>
                  </a:cubicBezTo>
                  <a:cubicBezTo>
                    <a:pt x="140" y="384"/>
                    <a:pt x="139" y="385"/>
                    <a:pt x="138" y="386"/>
                  </a:cubicBezTo>
                  <a:cubicBezTo>
                    <a:pt x="67" y="535"/>
                    <a:pt x="67" y="535"/>
                    <a:pt x="67" y="535"/>
                  </a:cubicBezTo>
                  <a:cubicBezTo>
                    <a:pt x="63" y="545"/>
                    <a:pt x="53" y="550"/>
                    <a:pt x="42" y="550"/>
                  </a:cubicBezTo>
                  <a:cubicBezTo>
                    <a:pt x="41" y="549"/>
                    <a:pt x="40" y="550"/>
                    <a:pt x="39" y="551"/>
                  </a:cubicBezTo>
                  <a:cubicBezTo>
                    <a:pt x="29" y="562"/>
                    <a:pt x="20" y="573"/>
                    <a:pt x="10" y="584"/>
                  </a:cubicBezTo>
                  <a:cubicBezTo>
                    <a:pt x="1" y="594"/>
                    <a:pt x="0" y="594"/>
                    <a:pt x="6" y="582"/>
                  </a:cubicBezTo>
                  <a:cubicBezTo>
                    <a:pt x="13" y="570"/>
                    <a:pt x="19" y="557"/>
                    <a:pt x="25" y="545"/>
                  </a:cubicBezTo>
                  <a:cubicBezTo>
                    <a:pt x="26" y="543"/>
                    <a:pt x="26" y="542"/>
                    <a:pt x="24" y="541"/>
                  </a:cubicBezTo>
                  <a:cubicBezTo>
                    <a:pt x="18" y="533"/>
                    <a:pt x="16" y="522"/>
                    <a:pt x="21" y="513"/>
                  </a:cubicBezTo>
                  <a:cubicBezTo>
                    <a:pt x="79" y="390"/>
                    <a:pt x="79" y="390"/>
                    <a:pt x="79" y="390"/>
                  </a:cubicBezTo>
                  <a:cubicBezTo>
                    <a:pt x="80" y="387"/>
                    <a:pt x="78" y="384"/>
                    <a:pt x="75" y="384"/>
                  </a:cubicBezTo>
                  <a:cubicBezTo>
                    <a:pt x="63" y="384"/>
                    <a:pt x="63" y="384"/>
                    <a:pt x="63" y="384"/>
                  </a:cubicBezTo>
                  <a:cubicBezTo>
                    <a:pt x="48" y="384"/>
                    <a:pt x="48" y="362"/>
                    <a:pt x="63" y="362"/>
                  </a:cubicBezTo>
                  <a:cubicBezTo>
                    <a:pt x="90" y="362"/>
                    <a:pt x="90" y="362"/>
                    <a:pt x="90" y="362"/>
                  </a:cubicBezTo>
                  <a:cubicBezTo>
                    <a:pt x="92" y="362"/>
                    <a:pt x="93" y="361"/>
                    <a:pt x="94" y="359"/>
                  </a:cubicBezTo>
                  <a:cubicBezTo>
                    <a:pt x="105" y="334"/>
                    <a:pt x="152" y="231"/>
                    <a:pt x="172" y="196"/>
                  </a:cubicBezTo>
                  <a:cubicBezTo>
                    <a:pt x="176" y="189"/>
                    <a:pt x="175" y="181"/>
                    <a:pt x="169" y="176"/>
                  </a:cubicBezTo>
                  <a:cubicBezTo>
                    <a:pt x="153" y="162"/>
                    <a:pt x="143" y="140"/>
                    <a:pt x="143" y="117"/>
                  </a:cubicBezTo>
                  <a:cubicBezTo>
                    <a:pt x="143" y="82"/>
                    <a:pt x="165" y="53"/>
                    <a:pt x="196" y="43"/>
                  </a:cubicBezTo>
                  <a:cubicBezTo>
                    <a:pt x="198" y="43"/>
                    <a:pt x="199" y="41"/>
                    <a:pt x="199" y="39"/>
                  </a:cubicBezTo>
                  <a:cubicBezTo>
                    <a:pt x="199" y="27"/>
                    <a:pt x="199" y="27"/>
                    <a:pt x="199" y="27"/>
                  </a:cubicBezTo>
                  <a:cubicBezTo>
                    <a:pt x="199" y="0"/>
                    <a:pt x="239" y="0"/>
                    <a:pt x="239" y="27"/>
                  </a:cubicBezTo>
                  <a:cubicBezTo>
                    <a:pt x="239" y="39"/>
                    <a:pt x="239" y="39"/>
                    <a:pt x="239" y="39"/>
                  </a:cubicBezTo>
                  <a:cubicBezTo>
                    <a:pt x="239" y="41"/>
                    <a:pt x="240" y="43"/>
                    <a:pt x="241" y="43"/>
                  </a:cubicBezTo>
                  <a:close/>
                  <a:moveTo>
                    <a:pt x="236" y="357"/>
                  </a:moveTo>
                  <a:cubicBezTo>
                    <a:pt x="236" y="360"/>
                    <a:pt x="238" y="362"/>
                    <a:pt x="240" y="362"/>
                  </a:cubicBezTo>
                  <a:cubicBezTo>
                    <a:pt x="282" y="362"/>
                    <a:pt x="282" y="362"/>
                    <a:pt x="282" y="362"/>
                  </a:cubicBezTo>
                  <a:cubicBezTo>
                    <a:pt x="285" y="362"/>
                    <a:pt x="286" y="359"/>
                    <a:pt x="285" y="356"/>
                  </a:cubicBezTo>
                  <a:cubicBezTo>
                    <a:pt x="222" y="224"/>
                    <a:pt x="222" y="224"/>
                    <a:pt x="222" y="224"/>
                  </a:cubicBezTo>
                  <a:cubicBezTo>
                    <a:pt x="221" y="221"/>
                    <a:pt x="217" y="221"/>
                    <a:pt x="215" y="224"/>
                  </a:cubicBezTo>
                  <a:cubicBezTo>
                    <a:pt x="152" y="356"/>
                    <a:pt x="152" y="356"/>
                    <a:pt x="152" y="356"/>
                  </a:cubicBezTo>
                  <a:cubicBezTo>
                    <a:pt x="151" y="359"/>
                    <a:pt x="153" y="362"/>
                    <a:pt x="156" y="362"/>
                  </a:cubicBezTo>
                  <a:cubicBezTo>
                    <a:pt x="197" y="362"/>
                    <a:pt x="197" y="362"/>
                    <a:pt x="197" y="362"/>
                  </a:cubicBezTo>
                  <a:cubicBezTo>
                    <a:pt x="200" y="362"/>
                    <a:pt x="202" y="360"/>
                    <a:pt x="202" y="357"/>
                  </a:cubicBezTo>
                  <a:cubicBezTo>
                    <a:pt x="202" y="317"/>
                    <a:pt x="236" y="317"/>
                    <a:pt x="236" y="357"/>
                  </a:cubicBezTo>
                  <a:close/>
                  <a:moveTo>
                    <a:pt x="237" y="80"/>
                  </a:moveTo>
                  <a:cubicBezTo>
                    <a:pt x="230" y="95"/>
                    <a:pt x="208" y="95"/>
                    <a:pt x="201" y="80"/>
                  </a:cubicBezTo>
                  <a:cubicBezTo>
                    <a:pt x="200" y="78"/>
                    <a:pt x="197" y="77"/>
                    <a:pt x="195" y="79"/>
                  </a:cubicBezTo>
                  <a:cubicBezTo>
                    <a:pt x="183" y="87"/>
                    <a:pt x="175" y="101"/>
                    <a:pt x="175" y="117"/>
                  </a:cubicBezTo>
                  <a:cubicBezTo>
                    <a:pt x="175" y="177"/>
                    <a:pt x="263" y="177"/>
                    <a:pt x="263" y="117"/>
                  </a:cubicBezTo>
                  <a:cubicBezTo>
                    <a:pt x="263" y="101"/>
                    <a:pt x="255" y="87"/>
                    <a:pt x="242" y="79"/>
                  </a:cubicBezTo>
                  <a:cubicBezTo>
                    <a:pt x="240" y="77"/>
                    <a:pt x="238" y="78"/>
                    <a:pt x="237" y="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图形"/>
            <p:cNvSpPr>
              <a:spLocks noEditPoints="1"/>
            </p:cNvSpPr>
            <p:nvPr userDrawn="1"/>
          </p:nvSpPr>
          <p:spPr bwMode="auto">
            <a:xfrm rot="19912431">
              <a:off x="264200" y="2517552"/>
              <a:ext cx="515258" cy="639983"/>
            </a:xfrm>
            <a:custGeom>
              <a:avLst/>
              <a:gdLst>
                <a:gd name="T0" fmla="*/ 265 w 477"/>
                <a:gd name="T1" fmla="*/ 484 h 592"/>
                <a:gd name="T2" fmla="*/ 310 w 477"/>
                <a:gd name="T3" fmla="*/ 514 h 592"/>
                <a:gd name="T4" fmla="*/ 345 w 477"/>
                <a:gd name="T5" fmla="*/ 551 h 592"/>
                <a:gd name="T6" fmla="*/ 160 w 477"/>
                <a:gd name="T7" fmla="*/ 592 h 592"/>
                <a:gd name="T8" fmla="*/ 160 w 477"/>
                <a:gd name="T9" fmla="*/ 535 h 592"/>
                <a:gd name="T10" fmla="*/ 218 w 477"/>
                <a:gd name="T11" fmla="*/ 514 h 592"/>
                <a:gd name="T12" fmla="*/ 218 w 477"/>
                <a:gd name="T13" fmla="*/ 478 h 592"/>
                <a:gd name="T14" fmla="*/ 160 w 477"/>
                <a:gd name="T15" fmla="*/ 29 h 592"/>
                <a:gd name="T16" fmla="*/ 139 w 477"/>
                <a:gd name="T17" fmla="*/ 55 h 592"/>
                <a:gd name="T18" fmla="*/ 362 w 477"/>
                <a:gd name="T19" fmla="*/ 401 h 592"/>
                <a:gd name="T20" fmla="*/ 371 w 477"/>
                <a:gd name="T21" fmla="*/ 417 h 592"/>
                <a:gd name="T22" fmla="*/ 119 w 477"/>
                <a:gd name="T23" fmla="*/ 51 h 592"/>
                <a:gd name="T24" fmla="*/ 357 w 477"/>
                <a:gd name="T25" fmla="*/ 422 h 592"/>
                <a:gd name="T26" fmla="*/ 71 w 477"/>
                <a:gd name="T27" fmla="*/ 343 h 592"/>
                <a:gd name="T28" fmla="*/ 123 w 477"/>
                <a:gd name="T29" fmla="*/ 51 h 592"/>
                <a:gd name="T30" fmla="*/ 203 w 477"/>
                <a:gd name="T31" fmla="*/ 369 h 592"/>
                <a:gd name="T32" fmla="*/ 146 w 477"/>
                <a:gd name="T33" fmla="*/ 304 h 592"/>
                <a:gd name="T34" fmla="*/ 152 w 477"/>
                <a:gd name="T35" fmla="*/ 399 h 592"/>
                <a:gd name="T36" fmla="*/ 285 w 477"/>
                <a:gd name="T37" fmla="*/ 317 h 592"/>
                <a:gd name="T38" fmla="*/ 239 w 477"/>
                <a:gd name="T39" fmla="*/ 245 h 592"/>
                <a:gd name="T40" fmla="*/ 219 w 477"/>
                <a:gd name="T41" fmla="*/ 357 h 592"/>
                <a:gd name="T42" fmla="*/ 366 w 477"/>
                <a:gd name="T43" fmla="*/ 266 h 592"/>
                <a:gd name="T44" fmla="*/ 333 w 477"/>
                <a:gd name="T45" fmla="*/ 186 h 592"/>
                <a:gd name="T46" fmla="*/ 299 w 477"/>
                <a:gd name="T47" fmla="*/ 305 h 592"/>
                <a:gd name="T48" fmla="*/ 433 w 477"/>
                <a:gd name="T49" fmla="*/ 224 h 592"/>
                <a:gd name="T50" fmla="*/ 407 w 477"/>
                <a:gd name="T51" fmla="*/ 140 h 592"/>
                <a:gd name="T52" fmla="*/ 380 w 477"/>
                <a:gd name="T53" fmla="*/ 253 h 592"/>
                <a:gd name="T54" fmla="*/ 386 w 477"/>
                <a:gd name="T55" fmla="*/ 271 h 592"/>
                <a:gd name="T56" fmla="*/ 401 w 477"/>
                <a:gd name="T57" fmla="*/ 340 h 592"/>
                <a:gd name="T58" fmla="*/ 368 w 477"/>
                <a:gd name="T59" fmla="*/ 283 h 592"/>
                <a:gd name="T60" fmla="*/ 350 w 477"/>
                <a:gd name="T61" fmla="*/ 387 h 592"/>
                <a:gd name="T62" fmla="*/ 384 w 477"/>
                <a:gd name="T63" fmla="*/ 361 h 592"/>
                <a:gd name="T64" fmla="*/ 293 w 477"/>
                <a:gd name="T65" fmla="*/ 330 h 592"/>
                <a:gd name="T66" fmla="*/ 300 w 477"/>
                <a:gd name="T67" fmla="*/ 414 h 592"/>
                <a:gd name="T68" fmla="*/ 338 w 477"/>
                <a:gd name="T69" fmla="*/ 395 h 592"/>
                <a:gd name="T70" fmla="*/ 218 w 477"/>
                <a:gd name="T71" fmla="*/ 377 h 592"/>
                <a:gd name="T72" fmla="*/ 274 w 477"/>
                <a:gd name="T73" fmla="*/ 421 h 592"/>
                <a:gd name="T74" fmla="*/ 218 w 477"/>
                <a:gd name="T75" fmla="*/ 377 h 592"/>
                <a:gd name="T76" fmla="*/ 107 w 477"/>
                <a:gd name="T77" fmla="*/ 194 h 592"/>
                <a:gd name="T78" fmla="*/ 55 w 477"/>
                <a:gd name="T79" fmla="*/ 224 h 592"/>
                <a:gd name="T80" fmla="*/ 180 w 477"/>
                <a:gd name="T81" fmla="*/ 151 h 592"/>
                <a:gd name="T82" fmla="*/ 134 w 477"/>
                <a:gd name="T83" fmla="*/ 78 h 592"/>
                <a:gd name="T84" fmla="*/ 120 w 477"/>
                <a:gd name="T85" fmla="*/ 184 h 592"/>
                <a:gd name="T86" fmla="*/ 254 w 477"/>
                <a:gd name="T87" fmla="*/ 104 h 592"/>
                <a:gd name="T88" fmla="*/ 188 w 477"/>
                <a:gd name="T89" fmla="*/ 54 h 592"/>
                <a:gd name="T90" fmla="*/ 152 w 477"/>
                <a:gd name="T91" fmla="*/ 71 h 592"/>
                <a:gd name="T92" fmla="*/ 273 w 477"/>
                <a:gd name="T93" fmla="*/ 92 h 592"/>
                <a:gd name="T94" fmla="*/ 213 w 477"/>
                <a:gd name="T95" fmla="*/ 46 h 592"/>
                <a:gd name="T96" fmla="*/ 273 w 477"/>
                <a:gd name="T97" fmla="*/ 92 h 592"/>
                <a:gd name="T98" fmla="*/ 286 w 477"/>
                <a:gd name="T99" fmla="*/ 106 h 592"/>
                <a:gd name="T100" fmla="*/ 398 w 477"/>
                <a:gd name="T101" fmla="*/ 127 h 592"/>
                <a:gd name="T102" fmla="*/ 338 w 477"/>
                <a:gd name="T103" fmla="*/ 69 h 592"/>
                <a:gd name="T104" fmla="*/ 205 w 477"/>
                <a:gd name="T105" fmla="*/ 156 h 592"/>
                <a:gd name="T106" fmla="*/ 325 w 477"/>
                <a:gd name="T107" fmla="*/ 174 h 592"/>
                <a:gd name="T108" fmla="*/ 268 w 477"/>
                <a:gd name="T109" fmla="*/ 113 h 592"/>
                <a:gd name="T110" fmla="*/ 125 w 477"/>
                <a:gd name="T111" fmla="*/ 206 h 592"/>
                <a:gd name="T112" fmla="*/ 232 w 477"/>
                <a:gd name="T113" fmla="*/ 233 h 592"/>
                <a:gd name="T114" fmla="*/ 188 w 477"/>
                <a:gd name="T115" fmla="*/ 163 h 592"/>
                <a:gd name="T116" fmla="*/ 55 w 477"/>
                <a:gd name="T117" fmla="*/ 249 h 592"/>
                <a:gd name="T118" fmla="*/ 139 w 477"/>
                <a:gd name="T119" fmla="*/ 291 h 592"/>
                <a:gd name="T120" fmla="*/ 107 w 477"/>
                <a:gd name="T121" fmla="*/ 214 h 5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77" h="592">
                  <a:moveTo>
                    <a:pt x="405" y="419"/>
                  </a:moveTo>
                  <a:cubicBezTo>
                    <a:pt x="368" y="451"/>
                    <a:pt x="322" y="472"/>
                    <a:pt x="270" y="478"/>
                  </a:cubicBezTo>
                  <a:cubicBezTo>
                    <a:pt x="265" y="478"/>
                    <a:pt x="265" y="479"/>
                    <a:pt x="265" y="484"/>
                  </a:cubicBezTo>
                  <a:cubicBezTo>
                    <a:pt x="265" y="492"/>
                    <a:pt x="265" y="501"/>
                    <a:pt x="265" y="509"/>
                  </a:cubicBezTo>
                  <a:cubicBezTo>
                    <a:pt x="265" y="514"/>
                    <a:pt x="265" y="514"/>
                    <a:pt x="270" y="514"/>
                  </a:cubicBezTo>
                  <a:cubicBezTo>
                    <a:pt x="283" y="514"/>
                    <a:pt x="296" y="514"/>
                    <a:pt x="310" y="514"/>
                  </a:cubicBezTo>
                  <a:cubicBezTo>
                    <a:pt x="316" y="514"/>
                    <a:pt x="322" y="520"/>
                    <a:pt x="322" y="527"/>
                  </a:cubicBezTo>
                  <a:cubicBezTo>
                    <a:pt x="322" y="533"/>
                    <a:pt x="323" y="535"/>
                    <a:pt x="329" y="535"/>
                  </a:cubicBezTo>
                  <a:cubicBezTo>
                    <a:pt x="337" y="535"/>
                    <a:pt x="345" y="542"/>
                    <a:pt x="345" y="551"/>
                  </a:cubicBezTo>
                  <a:cubicBezTo>
                    <a:pt x="345" y="559"/>
                    <a:pt x="345" y="567"/>
                    <a:pt x="345" y="575"/>
                  </a:cubicBezTo>
                  <a:cubicBezTo>
                    <a:pt x="345" y="584"/>
                    <a:pt x="337" y="592"/>
                    <a:pt x="329" y="592"/>
                  </a:cubicBezTo>
                  <a:cubicBezTo>
                    <a:pt x="273" y="592"/>
                    <a:pt x="216" y="592"/>
                    <a:pt x="160" y="592"/>
                  </a:cubicBezTo>
                  <a:cubicBezTo>
                    <a:pt x="151" y="592"/>
                    <a:pt x="144" y="584"/>
                    <a:pt x="144" y="575"/>
                  </a:cubicBezTo>
                  <a:cubicBezTo>
                    <a:pt x="144" y="567"/>
                    <a:pt x="144" y="559"/>
                    <a:pt x="144" y="551"/>
                  </a:cubicBezTo>
                  <a:cubicBezTo>
                    <a:pt x="144" y="542"/>
                    <a:pt x="151" y="535"/>
                    <a:pt x="160" y="535"/>
                  </a:cubicBezTo>
                  <a:cubicBezTo>
                    <a:pt x="165" y="535"/>
                    <a:pt x="167" y="533"/>
                    <a:pt x="167" y="527"/>
                  </a:cubicBezTo>
                  <a:cubicBezTo>
                    <a:pt x="167" y="520"/>
                    <a:pt x="172" y="514"/>
                    <a:pt x="179" y="514"/>
                  </a:cubicBezTo>
                  <a:cubicBezTo>
                    <a:pt x="192" y="514"/>
                    <a:pt x="206" y="514"/>
                    <a:pt x="218" y="514"/>
                  </a:cubicBezTo>
                  <a:cubicBezTo>
                    <a:pt x="223" y="514"/>
                    <a:pt x="224" y="514"/>
                    <a:pt x="224" y="509"/>
                  </a:cubicBezTo>
                  <a:cubicBezTo>
                    <a:pt x="224" y="501"/>
                    <a:pt x="224" y="492"/>
                    <a:pt x="224" y="483"/>
                  </a:cubicBezTo>
                  <a:cubicBezTo>
                    <a:pt x="224" y="479"/>
                    <a:pt x="223" y="478"/>
                    <a:pt x="218" y="478"/>
                  </a:cubicBezTo>
                  <a:cubicBezTo>
                    <a:pt x="95" y="465"/>
                    <a:pt x="0" y="361"/>
                    <a:pt x="0" y="235"/>
                  </a:cubicBezTo>
                  <a:cubicBezTo>
                    <a:pt x="0" y="134"/>
                    <a:pt x="61" y="47"/>
                    <a:pt x="147" y="10"/>
                  </a:cubicBezTo>
                  <a:cubicBezTo>
                    <a:pt x="170" y="0"/>
                    <a:pt x="179" y="21"/>
                    <a:pt x="160" y="29"/>
                  </a:cubicBezTo>
                  <a:cubicBezTo>
                    <a:pt x="150" y="33"/>
                    <a:pt x="142" y="37"/>
                    <a:pt x="134" y="42"/>
                  </a:cubicBezTo>
                  <a:cubicBezTo>
                    <a:pt x="132" y="43"/>
                    <a:pt x="132" y="44"/>
                    <a:pt x="133" y="45"/>
                  </a:cubicBezTo>
                  <a:cubicBezTo>
                    <a:pt x="134" y="48"/>
                    <a:pt x="136" y="52"/>
                    <a:pt x="139" y="55"/>
                  </a:cubicBezTo>
                  <a:cubicBezTo>
                    <a:pt x="140" y="56"/>
                    <a:pt x="140" y="56"/>
                    <a:pt x="142" y="55"/>
                  </a:cubicBezTo>
                  <a:cubicBezTo>
                    <a:pt x="237" y="0"/>
                    <a:pt x="359" y="30"/>
                    <a:pt x="418" y="124"/>
                  </a:cubicBezTo>
                  <a:cubicBezTo>
                    <a:pt x="477" y="217"/>
                    <a:pt x="451" y="339"/>
                    <a:pt x="362" y="401"/>
                  </a:cubicBezTo>
                  <a:cubicBezTo>
                    <a:pt x="359" y="403"/>
                    <a:pt x="359" y="404"/>
                    <a:pt x="360" y="406"/>
                  </a:cubicBezTo>
                  <a:cubicBezTo>
                    <a:pt x="362" y="410"/>
                    <a:pt x="364" y="413"/>
                    <a:pt x="366" y="416"/>
                  </a:cubicBezTo>
                  <a:cubicBezTo>
                    <a:pt x="368" y="418"/>
                    <a:pt x="368" y="419"/>
                    <a:pt x="371" y="417"/>
                  </a:cubicBezTo>
                  <a:cubicBezTo>
                    <a:pt x="378" y="412"/>
                    <a:pt x="385" y="406"/>
                    <a:pt x="392" y="401"/>
                  </a:cubicBezTo>
                  <a:cubicBezTo>
                    <a:pt x="410" y="385"/>
                    <a:pt x="423" y="404"/>
                    <a:pt x="405" y="419"/>
                  </a:cubicBezTo>
                  <a:close/>
                  <a:moveTo>
                    <a:pt x="119" y="51"/>
                  </a:moveTo>
                  <a:cubicBezTo>
                    <a:pt x="61" y="91"/>
                    <a:pt x="22" y="158"/>
                    <a:pt x="22" y="235"/>
                  </a:cubicBezTo>
                  <a:cubicBezTo>
                    <a:pt x="22" y="407"/>
                    <a:pt x="210" y="511"/>
                    <a:pt x="355" y="427"/>
                  </a:cubicBezTo>
                  <a:cubicBezTo>
                    <a:pt x="358" y="425"/>
                    <a:pt x="358" y="425"/>
                    <a:pt x="357" y="422"/>
                  </a:cubicBezTo>
                  <a:cubicBezTo>
                    <a:pt x="355" y="419"/>
                    <a:pt x="353" y="416"/>
                    <a:pt x="350" y="412"/>
                  </a:cubicBezTo>
                  <a:cubicBezTo>
                    <a:pt x="349" y="410"/>
                    <a:pt x="348" y="410"/>
                    <a:pt x="346" y="411"/>
                  </a:cubicBezTo>
                  <a:cubicBezTo>
                    <a:pt x="251" y="465"/>
                    <a:pt x="130" y="436"/>
                    <a:pt x="71" y="343"/>
                  </a:cubicBezTo>
                  <a:cubicBezTo>
                    <a:pt x="12" y="249"/>
                    <a:pt x="38" y="126"/>
                    <a:pt x="128" y="64"/>
                  </a:cubicBezTo>
                  <a:cubicBezTo>
                    <a:pt x="130" y="63"/>
                    <a:pt x="130" y="62"/>
                    <a:pt x="129" y="61"/>
                  </a:cubicBezTo>
                  <a:cubicBezTo>
                    <a:pt x="127" y="58"/>
                    <a:pt x="125" y="54"/>
                    <a:pt x="123" y="51"/>
                  </a:cubicBezTo>
                  <a:cubicBezTo>
                    <a:pt x="122" y="49"/>
                    <a:pt x="121" y="49"/>
                    <a:pt x="119" y="51"/>
                  </a:cubicBezTo>
                  <a:close/>
                  <a:moveTo>
                    <a:pt x="155" y="399"/>
                  </a:moveTo>
                  <a:cubicBezTo>
                    <a:pt x="171" y="389"/>
                    <a:pt x="187" y="379"/>
                    <a:pt x="203" y="369"/>
                  </a:cubicBezTo>
                  <a:cubicBezTo>
                    <a:pt x="205" y="368"/>
                    <a:pt x="206" y="365"/>
                    <a:pt x="204" y="364"/>
                  </a:cubicBezTo>
                  <a:cubicBezTo>
                    <a:pt x="182" y="345"/>
                    <a:pt x="164" y="326"/>
                    <a:pt x="150" y="305"/>
                  </a:cubicBezTo>
                  <a:cubicBezTo>
                    <a:pt x="149" y="303"/>
                    <a:pt x="147" y="303"/>
                    <a:pt x="146" y="304"/>
                  </a:cubicBezTo>
                  <a:cubicBezTo>
                    <a:pt x="128" y="316"/>
                    <a:pt x="109" y="327"/>
                    <a:pt x="91" y="339"/>
                  </a:cubicBezTo>
                  <a:cubicBezTo>
                    <a:pt x="88" y="340"/>
                    <a:pt x="88" y="341"/>
                    <a:pt x="89" y="343"/>
                  </a:cubicBezTo>
                  <a:cubicBezTo>
                    <a:pt x="105" y="368"/>
                    <a:pt x="128" y="386"/>
                    <a:pt x="152" y="399"/>
                  </a:cubicBezTo>
                  <a:cubicBezTo>
                    <a:pt x="153" y="400"/>
                    <a:pt x="154" y="400"/>
                    <a:pt x="155" y="399"/>
                  </a:cubicBezTo>
                  <a:close/>
                  <a:moveTo>
                    <a:pt x="222" y="357"/>
                  </a:moveTo>
                  <a:cubicBezTo>
                    <a:pt x="243" y="344"/>
                    <a:pt x="264" y="331"/>
                    <a:pt x="285" y="317"/>
                  </a:cubicBezTo>
                  <a:cubicBezTo>
                    <a:pt x="286" y="316"/>
                    <a:pt x="287" y="314"/>
                    <a:pt x="286" y="313"/>
                  </a:cubicBezTo>
                  <a:cubicBezTo>
                    <a:pt x="272" y="291"/>
                    <a:pt x="258" y="268"/>
                    <a:pt x="244" y="246"/>
                  </a:cubicBezTo>
                  <a:cubicBezTo>
                    <a:pt x="243" y="244"/>
                    <a:pt x="241" y="244"/>
                    <a:pt x="239" y="245"/>
                  </a:cubicBezTo>
                  <a:cubicBezTo>
                    <a:pt x="214" y="261"/>
                    <a:pt x="189" y="277"/>
                    <a:pt x="164" y="293"/>
                  </a:cubicBezTo>
                  <a:cubicBezTo>
                    <a:pt x="162" y="294"/>
                    <a:pt x="162" y="295"/>
                    <a:pt x="163" y="297"/>
                  </a:cubicBezTo>
                  <a:cubicBezTo>
                    <a:pt x="177" y="319"/>
                    <a:pt x="195" y="338"/>
                    <a:pt x="219" y="357"/>
                  </a:cubicBezTo>
                  <a:cubicBezTo>
                    <a:pt x="220" y="357"/>
                    <a:pt x="221" y="357"/>
                    <a:pt x="222" y="357"/>
                  </a:cubicBezTo>
                  <a:close/>
                  <a:moveTo>
                    <a:pt x="303" y="306"/>
                  </a:moveTo>
                  <a:cubicBezTo>
                    <a:pt x="324" y="293"/>
                    <a:pt x="345" y="279"/>
                    <a:pt x="366" y="266"/>
                  </a:cubicBezTo>
                  <a:cubicBezTo>
                    <a:pt x="367" y="265"/>
                    <a:pt x="368" y="264"/>
                    <a:pt x="367" y="263"/>
                  </a:cubicBezTo>
                  <a:cubicBezTo>
                    <a:pt x="360" y="234"/>
                    <a:pt x="351" y="209"/>
                    <a:pt x="337" y="187"/>
                  </a:cubicBezTo>
                  <a:cubicBezTo>
                    <a:pt x="337" y="186"/>
                    <a:pt x="336" y="184"/>
                    <a:pt x="333" y="186"/>
                  </a:cubicBezTo>
                  <a:cubicBezTo>
                    <a:pt x="308" y="202"/>
                    <a:pt x="283" y="218"/>
                    <a:pt x="257" y="234"/>
                  </a:cubicBezTo>
                  <a:cubicBezTo>
                    <a:pt x="255" y="235"/>
                    <a:pt x="256" y="237"/>
                    <a:pt x="256" y="238"/>
                  </a:cubicBezTo>
                  <a:cubicBezTo>
                    <a:pt x="270" y="260"/>
                    <a:pt x="285" y="283"/>
                    <a:pt x="299" y="305"/>
                  </a:cubicBezTo>
                  <a:cubicBezTo>
                    <a:pt x="300" y="307"/>
                    <a:pt x="301" y="307"/>
                    <a:pt x="303" y="306"/>
                  </a:cubicBezTo>
                  <a:close/>
                  <a:moveTo>
                    <a:pt x="385" y="254"/>
                  </a:moveTo>
                  <a:cubicBezTo>
                    <a:pt x="401" y="244"/>
                    <a:pt x="417" y="234"/>
                    <a:pt x="433" y="224"/>
                  </a:cubicBezTo>
                  <a:cubicBezTo>
                    <a:pt x="434" y="223"/>
                    <a:pt x="434" y="223"/>
                    <a:pt x="434" y="221"/>
                  </a:cubicBezTo>
                  <a:cubicBezTo>
                    <a:pt x="432" y="194"/>
                    <a:pt x="425" y="167"/>
                    <a:pt x="411" y="141"/>
                  </a:cubicBezTo>
                  <a:cubicBezTo>
                    <a:pt x="409" y="139"/>
                    <a:pt x="408" y="139"/>
                    <a:pt x="407" y="140"/>
                  </a:cubicBezTo>
                  <a:cubicBezTo>
                    <a:pt x="388" y="151"/>
                    <a:pt x="370" y="163"/>
                    <a:pt x="351" y="175"/>
                  </a:cubicBezTo>
                  <a:cubicBezTo>
                    <a:pt x="349" y="176"/>
                    <a:pt x="349" y="177"/>
                    <a:pt x="350" y="179"/>
                  </a:cubicBezTo>
                  <a:cubicBezTo>
                    <a:pt x="363" y="201"/>
                    <a:pt x="373" y="225"/>
                    <a:pt x="380" y="253"/>
                  </a:cubicBezTo>
                  <a:cubicBezTo>
                    <a:pt x="381" y="255"/>
                    <a:pt x="383" y="255"/>
                    <a:pt x="385" y="254"/>
                  </a:cubicBezTo>
                  <a:close/>
                  <a:moveTo>
                    <a:pt x="429" y="244"/>
                  </a:moveTo>
                  <a:cubicBezTo>
                    <a:pt x="415" y="253"/>
                    <a:pt x="401" y="262"/>
                    <a:pt x="386" y="271"/>
                  </a:cubicBezTo>
                  <a:cubicBezTo>
                    <a:pt x="385" y="272"/>
                    <a:pt x="385" y="273"/>
                    <a:pt x="385" y="274"/>
                  </a:cubicBezTo>
                  <a:cubicBezTo>
                    <a:pt x="389" y="293"/>
                    <a:pt x="393" y="315"/>
                    <a:pt x="396" y="339"/>
                  </a:cubicBezTo>
                  <a:cubicBezTo>
                    <a:pt x="396" y="342"/>
                    <a:pt x="400" y="343"/>
                    <a:pt x="401" y="340"/>
                  </a:cubicBezTo>
                  <a:cubicBezTo>
                    <a:pt x="420" y="312"/>
                    <a:pt x="432" y="280"/>
                    <a:pt x="434" y="247"/>
                  </a:cubicBezTo>
                  <a:cubicBezTo>
                    <a:pt x="434" y="244"/>
                    <a:pt x="432" y="243"/>
                    <a:pt x="429" y="244"/>
                  </a:cubicBezTo>
                  <a:close/>
                  <a:moveTo>
                    <a:pt x="368" y="283"/>
                  </a:moveTo>
                  <a:cubicBezTo>
                    <a:pt x="349" y="295"/>
                    <a:pt x="330" y="307"/>
                    <a:pt x="311" y="319"/>
                  </a:cubicBezTo>
                  <a:cubicBezTo>
                    <a:pt x="310" y="320"/>
                    <a:pt x="309" y="321"/>
                    <a:pt x="310" y="323"/>
                  </a:cubicBezTo>
                  <a:cubicBezTo>
                    <a:pt x="323" y="344"/>
                    <a:pt x="337" y="366"/>
                    <a:pt x="350" y="387"/>
                  </a:cubicBezTo>
                  <a:cubicBezTo>
                    <a:pt x="351" y="388"/>
                    <a:pt x="353" y="389"/>
                    <a:pt x="355" y="388"/>
                  </a:cubicBezTo>
                  <a:cubicBezTo>
                    <a:pt x="365" y="381"/>
                    <a:pt x="374" y="373"/>
                    <a:pt x="383" y="363"/>
                  </a:cubicBezTo>
                  <a:cubicBezTo>
                    <a:pt x="383" y="363"/>
                    <a:pt x="384" y="362"/>
                    <a:pt x="384" y="361"/>
                  </a:cubicBezTo>
                  <a:cubicBezTo>
                    <a:pt x="380" y="335"/>
                    <a:pt x="377" y="310"/>
                    <a:pt x="372" y="285"/>
                  </a:cubicBezTo>
                  <a:cubicBezTo>
                    <a:pt x="372" y="283"/>
                    <a:pt x="370" y="282"/>
                    <a:pt x="368" y="283"/>
                  </a:cubicBezTo>
                  <a:close/>
                  <a:moveTo>
                    <a:pt x="293" y="330"/>
                  </a:moveTo>
                  <a:cubicBezTo>
                    <a:pt x="274" y="342"/>
                    <a:pt x="255" y="353"/>
                    <a:pt x="237" y="365"/>
                  </a:cubicBezTo>
                  <a:cubicBezTo>
                    <a:pt x="234" y="367"/>
                    <a:pt x="235" y="369"/>
                    <a:pt x="237" y="370"/>
                  </a:cubicBezTo>
                  <a:cubicBezTo>
                    <a:pt x="255" y="384"/>
                    <a:pt x="276" y="398"/>
                    <a:pt x="300" y="414"/>
                  </a:cubicBezTo>
                  <a:cubicBezTo>
                    <a:pt x="301" y="414"/>
                    <a:pt x="302" y="414"/>
                    <a:pt x="303" y="414"/>
                  </a:cubicBezTo>
                  <a:cubicBezTo>
                    <a:pt x="314" y="410"/>
                    <a:pt x="326" y="405"/>
                    <a:pt x="336" y="399"/>
                  </a:cubicBezTo>
                  <a:cubicBezTo>
                    <a:pt x="338" y="399"/>
                    <a:pt x="339" y="396"/>
                    <a:pt x="338" y="395"/>
                  </a:cubicBezTo>
                  <a:cubicBezTo>
                    <a:pt x="324" y="374"/>
                    <a:pt x="311" y="352"/>
                    <a:pt x="297" y="331"/>
                  </a:cubicBezTo>
                  <a:cubicBezTo>
                    <a:pt x="296" y="329"/>
                    <a:pt x="294" y="329"/>
                    <a:pt x="293" y="330"/>
                  </a:cubicBezTo>
                  <a:close/>
                  <a:moveTo>
                    <a:pt x="218" y="377"/>
                  </a:moveTo>
                  <a:cubicBezTo>
                    <a:pt x="203" y="387"/>
                    <a:pt x="189" y="395"/>
                    <a:pt x="174" y="405"/>
                  </a:cubicBezTo>
                  <a:cubicBezTo>
                    <a:pt x="172" y="406"/>
                    <a:pt x="173" y="409"/>
                    <a:pt x="175" y="410"/>
                  </a:cubicBezTo>
                  <a:cubicBezTo>
                    <a:pt x="206" y="422"/>
                    <a:pt x="240" y="426"/>
                    <a:pt x="274" y="421"/>
                  </a:cubicBezTo>
                  <a:cubicBezTo>
                    <a:pt x="277" y="420"/>
                    <a:pt x="277" y="417"/>
                    <a:pt x="275" y="415"/>
                  </a:cubicBezTo>
                  <a:cubicBezTo>
                    <a:pt x="255" y="402"/>
                    <a:pt x="237" y="390"/>
                    <a:pt x="221" y="377"/>
                  </a:cubicBezTo>
                  <a:cubicBezTo>
                    <a:pt x="220" y="377"/>
                    <a:pt x="219" y="377"/>
                    <a:pt x="218" y="377"/>
                  </a:cubicBezTo>
                  <a:close/>
                  <a:moveTo>
                    <a:pt x="59" y="227"/>
                  </a:moveTo>
                  <a:cubicBezTo>
                    <a:pt x="75" y="217"/>
                    <a:pt x="90" y="207"/>
                    <a:pt x="105" y="198"/>
                  </a:cubicBezTo>
                  <a:cubicBezTo>
                    <a:pt x="107" y="197"/>
                    <a:pt x="107" y="197"/>
                    <a:pt x="107" y="194"/>
                  </a:cubicBezTo>
                  <a:cubicBezTo>
                    <a:pt x="102" y="174"/>
                    <a:pt x="98" y="151"/>
                    <a:pt x="95" y="125"/>
                  </a:cubicBezTo>
                  <a:cubicBezTo>
                    <a:pt x="94" y="120"/>
                    <a:pt x="92" y="120"/>
                    <a:pt x="89" y="123"/>
                  </a:cubicBezTo>
                  <a:cubicBezTo>
                    <a:pt x="68" y="153"/>
                    <a:pt x="56" y="188"/>
                    <a:pt x="55" y="224"/>
                  </a:cubicBezTo>
                  <a:cubicBezTo>
                    <a:pt x="54" y="229"/>
                    <a:pt x="56" y="229"/>
                    <a:pt x="59" y="227"/>
                  </a:cubicBezTo>
                  <a:close/>
                  <a:moveTo>
                    <a:pt x="124" y="186"/>
                  </a:moveTo>
                  <a:cubicBezTo>
                    <a:pt x="143" y="174"/>
                    <a:pt x="161" y="162"/>
                    <a:pt x="180" y="151"/>
                  </a:cubicBezTo>
                  <a:cubicBezTo>
                    <a:pt x="182" y="150"/>
                    <a:pt x="182" y="149"/>
                    <a:pt x="181" y="147"/>
                  </a:cubicBezTo>
                  <a:cubicBezTo>
                    <a:pt x="167" y="124"/>
                    <a:pt x="153" y="102"/>
                    <a:pt x="139" y="79"/>
                  </a:cubicBezTo>
                  <a:cubicBezTo>
                    <a:pt x="137" y="77"/>
                    <a:pt x="136" y="77"/>
                    <a:pt x="134" y="78"/>
                  </a:cubicBezTo>
                  <a:cubicBezTo>
                    <a:pt x="125" y="85"/>
                    <a:pt x="116" y="93"/>
                    <a:pt x="108" y="101"/>
                  </a:cubicBezTo>
                  <a:cubicBezTo>
                    <a:pt x="107" y="102"/>
                    <a:pt x="107" y="102"/>
                    <a:pt x="107" y="103"/>
                  </a:cubicBezTo>
                  <a:cubicBezTo>
                    <a:pt x="111" y="134"/>
                    <a:pt x="115" y="160"/>
                    <a:pt x="120" y="184"/>
                  </a:cubicBezTo>
                  <a:cubicBezTo>
                    <a:pt x="121" y="187"/>
                    <a:pt x="122" y="187"/>
                    <a:pt x="124" y="186"/>
                  </a:cubicBezTo>
                  <a:close/>
                  <a:moveTo>
                    <a:pt x="198" y="139"/>
                  </a:moveTo>
                  <a:cubicBezTo>
                    <a:pt x="216" y="128"/>
                    <a:pt x="235" y="116"/>
                    <a:pt x="254" y="104"/>
                  </a:cubicBezTo>
                  <a:cubicBezTo>
                    <a:pt x="257" y="102"/>
                    <a:pt x="257" y="102"/>
                    <a:pt x="254" y="100"/>
                  </a:cubicBezTo>
                  <a:cubicBezTo>
                    <a:pt x="240" y="89"/>
                    <a:pt x="224" y="78"/>
                    <a:pt x="206" y="66"/>
                  </a:cubicBezTo>
                  <a:cubicBezTo>
                    <a:pt x="201" y="62"/>
                    <a:pt x="194" y="58"/>
                    <a:pt x="188" y="54"/>
                  </a:cubicBezTo>
                  <a:cubicBezTo>
                    <a:pt x="187" y="53"/>
                    <a:pt x="186" y="53"/>
                    <a:pt x="185" y="54"/>
                  </a:cubicBezTo>
                  <a:cubicBezTo>
                    <a:pt x="174" y="58"/>
                    <a:pt x="164" y="62"/>
                    <a:pt x="153" y="67"/>
                  </a:cubicBezTo>
                  <a:cubicBezTo>
                    <a:pt x="151" y="68"/>
                    <a:pt x="150" y="69"/>
                    <a:pt x="152" y="71"/>
                  </a:cubicBezTo>
                  <a:cubicBezTo>
                    <a:pt x="166" y="94"/>
                    <a:pt x="180" y="116"/>
                    <a:pt x="194" y="139"/>
                  </a:cubicBezTo>
                  <a:cubicBezTo>
                    <a:pt x="195" y="141"/>
                    <a:pt x="196" y="141"/>
                    <a:pt x="198" y="139"/>
                  </a:cubicBezTo>
                  <a:close/>
                  <a:moveTo>
                    <a:pt x="273" y="92"/>
                  </a:moveTo>
                  <a:cubicBezTo>
                    <a:pt x="288" y="83"/>
                    <a:pt x="304" y="73"/>
                    <a:pt x="319" y="63"/>
                  </a:cubicBezTo>
                  <a:cubicBezTo>
                    <a:pt x="322" y="61"/>
                    <a:pt x="323" y="60"/>
                    <a:pt x="318" y="58"/>
                  </a:cubicBezTo>
                  <a:cubicBezTo>
                    <a:pt x="285" y="44"/>
                    <a:pt x="249" y="40"/>
                    <a:pt x="213" y="46"/>
                  </a:cubicBezTo>
                  <a:cubicBezTo>
                    <a:pt x="208" y="47"/>
                    <a:pt x="208" y="49"/>
                    <a:pt x="212" y="51"/>
                  </a:cubicBezTo>
                  <a:cubicBezTo>
                    <a:pt x="233" y="66"/>
                    <a:pt x="252" y="79"/>
                    <a:pt x="269" y="92"/>
                  </a:cubicBezTo>
                  <a:cubicBezTo>
                    <a:pt x="270" y="93"/>
                    <a:pt x="271" y="94"/>
                    <a:pt x="273" y="92"/>
                  </a:cubicBezTo>
                  <a:close/>
                  <a:moveTo>
                    <a:pt x="338" y="69"/>
                  </a:moveTo>
                  <a:cubicBezTo>
                    <a:pt x="321" y="80"/>
                    <a:pt x="304" y="91"/>
                    <a:pt x="287" y="101"/>
                  </a:cubicBezTo>
                  <a:cubicBezTo>
                    <a:pt x="285" y="103"/>
                    <a:pt x="285" y="105"/>
                    <a:pt x="286" y="106"/>
                  </a:cubicBezTo>
                  <a:cubicBezTo>
                    <a:pt x="308" y="125"/>
                    <a:pt x="325" y="143"/>
                    <a:pt x="339" y="162"/>
                  </a:cubicBezTo>
                  <a:cubicBezTo>
                    <a:pt x="340" y="163"/>
                    <a:pt x="341" y="163"/>
                    <a:pt x="343" y="162"/>
                  </a:cubicBezTo>
                  <a:cubicBezTo>
                    <a:pt x="361" y="151"/>
                    <a:pt x="380" y="139"/>
                    <a:pt x="398" y="127"/>
                  </a:cubicBezTo>
                  <a:cubicBezTo>
                    <a:pt x="401" y="126"/>
                    <a:pt x="401" y="125"/>
                    <a:pt x="399" y="123"/>
                  </a:cubicBezTo>
                  <a:cubicBezTo>
                    <a:pt x="383" y="100"/>
                    <a:pt x="363" y="82"/>
                    <a:pt x="341" y="69"/>
                  </a:cubicBezTo>
                  <a:cubicBezTo>
                    <a:pt x="339" y="68"/>
                    <a:pt x="339" y="68"/>
                    <a:pt x="338" y="69"/>
                  </a:cubicBezTo>
                  <a:close/>
                  <a:moveTo>
                    <a:pt x="268" y="113"/>
                  </a:moveTo>
                  <a:cubicBezTo>
                    <a:pt x="247" y="126"/>
                    <a:pt x="227" y="139"/>
                    <a:pt x="206" y="152"/>
                  </a:cubicBezTo>
                  <a:cubicBezTo>
                    <a:pt x="204" y="153"/>
                    <a:pt x="204" y="155"/>
                    <a:pt x="205" y="156"/>
                  </a:cubicBezTo>
                  <a:cubicBezTo>
                    <a:pt x="218" y="178"/>
                    <a:pt x="232" y="199"/>
                    <a:pt x="245" y="220"/>
                  </a:cubicBezTo>
                  <a:cubicBezTo>
                    <a:pt x="246" y="222"/>
                    <a:pt x="247" y="222"/>
                    <a:pt x="249" y="221"/>
                  </a:cubicBezTo>
                  <a:cubicBezTo>
                    <a:pt x="275" y="205"/>
                    <a:pt x="300" y="189"/>
                    <a:pt x="325" y="174"/>
                  </a:cubicBezTo>
                  <a:cubicBezTo>
                    <a:pt x="327" y="172"/>
                    <a:pt x="327" y="171"/>
                    <a:pt x="326" y="169"/>
                  </a:cubicBezTo>
                  <a:cubicBezTo>
                    <a:pt x="312" y="150"/>
                    <a:pt x="294" y="132"/>
                    <a:pt x="271" y="113"/>
                  </a:cubicBezTo>
                  <a:cubicBezTo>
                    <a:pt x="270" y="112"/>
                    <a:pt x="270" y="112"/>
                    <a:pt x="268" y="113"/>
                  </a:cubicBezTo>
                  <a:close/>
                  <a:moveTo>
                    <a:pt x="188" y="163"/>
                  </a:moveTo>
                  <a:cubicBezTo>
                    <a:pt x="167" y="176"/>
                    <a:pt x="147" y="189"/>
                    <a:pt x="126" y="203"/>
                  </a:cubicBezTo>
                  <a:cubicBezTo>
                    <a:pt x="125" y="204"/>
                    <a:pt x="124" y="204"/>
                    <a:pt x="125" y="206"/>
                  </a:cubicBezTo>
                  <a:cubicBezTo>
                    <a:pt x="132" y="234"/>
                    <a:pt x="141" y="258"/>
                    <a:pt x="152" y="279"/>
                  </a:cubicBezTo>
                  <a:cubicBezTo>
                    <a:pt x="153" y="281"/>
                    <a:pt x="154" y="281"/>
                    <a:pt x="156" y="280"/>
                  </a:cubicBezTo>
                  <a:cubicBezTo>
                    <a:pt x="181" y="264"/>
                    <a:pt x="206" y="248"/>
                    <a:pt x="232" y="233"/>
                  </a:cubicBezTo>
                  <a:cubicBezTo>
                    <a:pt x="234" y="231"/>
                    <a:pt x="234" y="230"/>
                    <a:pt x="232" y="228"/>
                  </a:cubicBezTo>
                  <a:cubicBezTo>
                    <a:pt x="219" y="207"/>
                    <a:pt x="206" y="186"/>
                    <a:pt x="192" y="164"/>
                  </a:cubicBezTo>
                  <a:cubicBezTo>
                    <a:pt x="191" y="162"/>
                    <a:pt x="190" y="162"/>
                    <a:pt x="188" y="163"/>
                  </a:cubicBezTo>
                  <a:close/>
                  <a:moveTo>
                    <a:pt x="107" y="214"/>
                  </a:moveTo>
                  <a:cubicBezTo>
                    <a:pt x="91" y="225"/>
                    <a:pt x="74" y="236"/>
                    <a:pt x="56" y="247"/>
                  </a:cubicBezTo>
                  <a:cubicBezTo>
                    <a:pt x="55" y="247"/>
                    <a:pt x="55" y="248"/>
                    <a:pt x="55" y="249"/>
                  </a:cubicBezTo>
                  <a:cubicBezTo>
                    <a:pt x="57" y="275"/>
                    <a:pt x="65" y="301"/>
                    <a:pt x="78" y="325"/>
                  </a:cubicBezTo>
                  <a:cubicBezTo>
                    <a:pt x="80" y="328"/>
                    <a:pt x="80" y="328"/>
                    <a:pt x="82" y="326"/>
                  </a:cubicBezTo>
                  <a:cubicBezTo>
                    <a:pt x="101" y="315"/>
                    <a:pt x="120" y="303"/>
                    <a:pt x="139" y="291"/>
                  </a:cubicBezTo>
                  <a:cubicBezTo>
                    <a:pt x="140" y="290"/>
                    <a:pt x="141" y="289"/>
                    <a:pt x="140" y="287"/>
                  </a:cubicBezTo>
                  <a:cubicBezTo>
                    <a:pt x="128" y="266"/>
                    <a:pt x="119" y="243"/>
                    <a:pt x="112" y="216"/>
                  </a:cubicBezTo>
                  <a:cubicBezTo>
                    <a:pt x="111" y="213"/>
                    <a:pt x="110" y="213"/>
                    <a:pt x="107" y="2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椭圆 27"/>
            <p:cNvSpPr/>
            <p:nvPr userDrawn="1"/>
          </p:nvSpPr>
          <p:spPr>
            <a:xfrm>
              <a:off x="2517546" y="6291625"/>
              <a:ext cx="254683" cy="25468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 userDrawn="1"/>
          </p:nvSpPr>
          <p:spPr>
            <a:xfrm>
              <a:off x="532375" y="6299202"/>
              <a:ext cx="170563" cy="1705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 userDrawn="1"/>
          </p:nvSpPr>
          <p:spPr>
            <a:xfrm>
              <a:off x="263062" y="1999946"/>
              <a:ext cx="170563" cy="1705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 userDrawn="1"/>
          </p:nvSpPr>
          <p:spPr>
            <a:xfrm>
              <a:off x="1535151" y="81632"/>
              <a:ext cx="170563" cy="1705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 userDrawn="1"/>
          </p:nvSpPr>
          <p:spPr>
            <a:xfrm>
              <a:off x="11119747" y="252195"/>
              <a:ext cx="170563" cy="1705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图形"/>
            <p:cNvSpPr>
              <a:spLocks noEditPoints="1"/>
            </p:cNvSpPr>
            <p:nvPr userDrawn="1"/>
          </p:nvSpPr>
          <p:spPr bwMode="auto">
            <a:xfrm rot="2572654">
              <a:off x="9097026" y="6117771"/>
              <a:ext cx="358723" cy="415942"/>
            </a:xfrm>
            <a:custGeom>
              <a:avLst/>
              <a:gdLst>
                <a:gd name="T0" fmla="*/ 85 w 123"/>
                <a:gd name="T1" fmla="*/ 53 h 143"/>
                <a:gd name="T2" fmla="*/ 62 w 123"/>
                <a:gd name="T3" fmla="*/ 58 h 143"/>
                <a:gd name="T4" fmla="*/ 59 w 123"/>
                <a:gd name="T5" fmla="*/ 59 h 143"/>
                <a:gd name="T6" fmla="*/ 56 w 123"/>
                <a:gd name="T7" fmla="*/ 50 h 143"/>
                <a:gd name="T8" fmla="*/ 52 w 123"/>
                <a:gd name="T9" fmla="*/ 20 h 143"/>
                <a:gd name="T10" fmla="*/ 42 w 123"/>
                <a:gd name="T11" fmla="*/ 21 h 143"/>
                <a:gd name="T12" fmla="*/ 54 w 123"/>
                <a:gd name="T13" fmla="*/ 59 h 143"/>
                <a:gd name="T14" fmla="*/ 45 w 123"/>
                <a:gd name="T15" fmla="*/ 52 h 143"/>
                <a:gd name="T16" fmla="*/ 12 w 123"/>
                <a:gd name="T17" fmla="*/ 112 h 143"/>
                <a:gd name="T18" fmla="*/ 49 w 123"/>
                <a:gd name="T19" fmla="*/ 142 h 143"/>
                <a:gd name="T20" fmla="*/ 60 w 123"/>
                <a:gd name="T21" fmla="*/ 139 h 143"/>
                <a:gd name="T22" fmla="*/ 71 w 123"/>
                <a:gd name="T23" fmla="*/ 142 h 143"/>
                <a:gd name="T24" fmla="*/ 107 w 123"/>
                <a:gd name="T25" fmla="*/ 118 h 143"/>
                <a:gd name="T26" fmla="*/ 85 w 123"/>
                <a:gd name="T27" fmla="*/ 53 h 143"/>
                <a:gd name="T28" fmla="*/ 99 w 123"/>
                <a:gd name="T29" fmla="*/ 0 h 143"/>
                <a:gd name="T30" fmla="*/ 73 w 123"/>
                <a:gd name="T31" fmla="*/ 12 h 143"/>
                <a:gd name="T32" fmla="*/ 61 w 123"/>
                <a:gd name="T33" fmla="*/ 38 h 143"/>
                <a:gd name="T34" fmla="*/ 88 w 123"/>
                <a:gd name="T35" fmla="*/ 26 h 143"/>
                <a:gd name="T36" fmla="*/ 99 w 123"/>
                <a:gd name="T37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3" h="143">
                  <a:moveTo>
                    <a:pt x="85" y="53"/>
                  </a:moveTo>
                  <a:cubicBezTo>
                    <a:pt x="77" y="52"/>
                    <a:pt x="75" y="54"/>
                    <a:pt x="62" y="58"/>
                  </a:cubicBezTo>
                  <a:cubicBezTo>
                    <a:pt x="61" y="59"/>
                    <a:pt x="60" y="59"/>
                    <a:pt x="59" y="59"/>
                  </a:cubicBezTo>
                  <a:cubicBezTo>
                    <a:pt x="58" y="57"/>
                    <a:pt x="57" y="54"/>
                    <a:pt x="56" y="50"/>
                  </a:cubicBezTo>
                  <a:cubicBezTo>
                    <a:pt x="51" y="35"/>
                    <a:pt x="52" y="20"/>
                    <a:pt x="52" y="20"/>
                  </a:cubicBezTo>
                  <a:cubicBezTo>
                    <a:pt x="52" y="20"/>
                    <a:pt x="48" y="16"/>
                    <a:pt x="42" y="21"/>
                  </a:cubicBezTo>
                  <a:cubicBezTo>
                    <a:pt x="40" y="29"/>
                    <a:pt x="49" y="49"/>
                    <a:pt x="54" y="59"/>
                  </a:cubicBezTo>
                  <a:cubicBezTo>
                    <a:pt x="50" y="57"/>
                    <a:pt x="49" y="52"/>
                    <a:pt x="45" y="52"/>
                  </a:cubicBezTo>
                  <a:cubicBezTo>
                    <a:pt x="15" y="50"/>
                    <a:pt x="0" y="84"/>
                    <a:pt x="12" y="112"/>
                  </a:cubicBezTo>
                  <a:cubicBezTo>
                    <a:pt x="19" y="130"/>
                    <a:pt x="35" y="141"/>
                    <a:pt x="49" y="142"/>
                  </a:cubicBezTo>
                  <a:cubicBezTo>
                    <a:pt x="53" y="143"/>
                    <a:pt x="56" y="139"/>
                    <a:pt x="60" y="139"/>
                  </a:cubicBezTo>
                  <a:cubicBezTo>
                    <a:pt x="64" y="139"/>
                    <a:pt x="69" y="142"/>
                    <a:pt x="71" y="142"/>
                  </a:cubicBezTo>
                  <a:cubicBezTo>
                    <a:pt x="85" y="143"/>
                    <a:pt x="97" y="134"/>
                    <a:pt x="107" y="118"/>
                  </a:cubicBezTo>
                  <a:cubicBezTo>
                    <a:pt x="123" y="91"/>
                    <a:pt x="114" y="55"/>
                    <a:pt x="85" y="53"/>
                  </a:cubicBezTo>
                  <a:close/>
                  <a:moveTo>
                    <a:pt x="99" y="0"/>
                  </a:moveTo>
                  <a:cubicBezTo>
                    <a:pt x="99" y="0"/>
                    <a:pt x="84" y="1"/>
                    <a:pt x="73" y="12"/>
                  </a:cubicBezTo>
                  <a:cubicBezTo>
                    <a:pt x="63" y="22"/>
                    <a:pt x="61" y="38"/>
                    <a:pt x="61" y="38"/>
                  </a:cubicBezTo>
                  <a:cubicBezTo>
                    <a:pt x="61" y="38"/>
                    <a:pt x="77" y="37"/>
                    <a:pt x="88" y="26"/>
                  </a:cubicBezTo>
                  <a:cubicBezTo>
                    <a:pt x="98" y="16"/>
                    <a:pt x="99" y="0"/>
                    <a:pt x="99" y="0"/>
                  </a:cubicBezTo>
                  <a:close/>
                </a:path>
              </a:pathLst>
            </a:custGeom>
            <a:solidFill>
              <a:srgbClr val="F6A0A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4" name="图形"/>
            <p:cNvSpPr>
              <a:spLocks noEditPoints="1"/>
            </p:cNvSpPr>
            <p:nvPr userDrawn="1"/>
          </p:nvSpPr>
          <p:spPr bwMode="auto">
            <a:xfrm rot="1742000">
              <a:off x="11395517" y="1767109"/>
              <a:ext cx="571277" cy="274111"/>
            </a:xfrm>
            <a:custGeom>
              <a:avLst/>
              <a:gdLst>
                <a:gd name="T0" fmla="*/ 68 w 223"/>
                <a:gd name="T1" fmla="*/ 0 h 107"/>
                <a:gd name="T2" fmla="*/ 0 w 223"/>
                <a:gd name="T3" fmla="*/ 107 h 107"/>
                <a:gd name="T4" fmla="*/ 223 w 223"/>
                <a:gd name="T5" fmla="*/ 107 h 107"/>
                <a:gd name="T6" fmla="*/ 68 w 223"/>
                <a:gd name="T7" fmla="*/ 0 h 107"/>
                <a:gd name="T8" fmla="*/ 74 w 223"/>
                <a:gd name="T9" fmla="*/ 31 h 107"/>
                <a:gd name="T10" fmla="*/ 154 w 223"/>
                <a:gd name="T11" fmla="*/ 84 h 107"/>
                <a:gd name="T12" fmla="*/ 39 w 223"/>
                <a:gd name="T13" fmla="*/ 84 h 107"/>
                <a:gd name="T14" fmla="*/ 74 w 223"/>
                <a:gd name="T15" fmla="*/ 31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3" h="107">
                  <a:moveTo>
                    <a:pt x="68" y="0"/>
                  </a:moveTo>
                  <a:lnTo>
                    <a:pt x="0" y="107"/>
                  </a:lnTo>
                  <a:lnTo>
                    <a:pt x="223" y="107"/>
                  </a:lnTo>
                  <a:lnTo>
                    <a:pt x="68" y="0"/>
                  </a:lnTo>
                  <a:close/>
                  <a:moveTo>
                    <a:pt x="74" y="31"/>
                  </a:moveTo>
                  <a:lnTo>
                    <a:pt x="154" y="84"/>
                  </a:lnTo>
                  <a:lnTo>
                    <a:pt x="39" y="84"/>
                  </a:lnTo>
                  <a:lnTo>
                    <a:pt x="74" y="31"/>
                  </a:lnTo>
                  <a:close/>
                </a:path>
              </a:pathLst>
            </a:custGeom>
            <a:solidFill>
              <a:srgbClr val="58C6D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6" name="矩形 35"/>
            <p:cNvSpPr/>
            <p:nvPr userDrawn="1"/>
          </p:nvSpPr>
          <p:spPr>
            <a:xfrm>
              <a:off x="619789" y="660087"/>
              <a:ext cx="10952422" cy="5537827"/>
            </a:xfrm>
            <a:prstGeom prst="rect">
              <a:avLst/>
            </a:prstGeom>
            <a:noFill/>
            <a:ln w="6350">
              <a:solidFill>
                <a:schemeClr val="tx1">
                  <a:lumMod val="65000"/>
                  <a:lumOff val="3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/>
          <p:cNvSpPr/>
          <p:nvPr/>
        </p:nvSpPr>
        <p:spPr>
          <a:xfrm>
            <a:off x="7852410" y="4472940"/>
            <a:ext cx="2388870" cy="516890"/>
          </a:xfrm>
          <a:prstGeom prst="roundRect">
            <a:avLst>
              <a:gd name="adj" fmla="val 50000"/>
            </a:avLst>
          </a:prstGeom>
          <a:solidFill>
            <a:srgbClr val="F6A0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633220" y="1332230"/>
            <a:ext cx="4163695" cy="32004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汉仪雅酷黑 75W" panose="020B0804020202020204" pitchFamily="34" charset="-122"/>
              </a:rPr>
              <a:t>安徽省中小学人工智能通识教育</a:t>
            </a:r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汉仪雅酷黑 75W" panose="020B0804020202020204" pitchFamily="34" charset="-122"/>
              </a:rPr>
              <a:t> 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汉仪雅酷黑 75W" panose="020B0804020202020204" pitchFamily="34" charset="-122"/>
              </a:rPr>
              <a:t>七年级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141720" y="1263015"/>
            <a:ext cx="453136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6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阿里巴巴普惠体 M" panose="00020600040101010101" charset="-122"/>
                <a:sym typeface="+mn-ea"/>
              </a:rPr>
              <a:t>第</a:t>
            </a:r>
            <a:r>
              <a:rPr lang="en-US" altLang="zh-CN" sz="16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阿里巴巴普惠体 M" panose="00020600040101010101" charset="-122"/>
                <a:sym typeface="+mn-ea"/>
              </a:rPr>
              <a:t>2</a:t>
            </a:r>
            <a:r>
              <a:rPr lang="zh-CN" altLang="en-US" sz="16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阿里巴巴普惠体 M" panose="00020600040101010101" charset="-122"/>
                <a:sym typeface="+mn-ea"/>
              </a:rPr>
              <a:t>单元</a:t>
            </a:r>
            <a:r>
              <a:rPr lang="en-US" altLang="zh-CN" sz="16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阿里巴巴普惠体 M" panose="00020600040101010101" charset="-122"/>
                <a:sym typeface="+mn-ea"/>
              </a:rPr>
              <a:t> </a:t>
            </a:r>
            <a:r>
              <a:rPr lang="zh-CN" altLang="en-US" sz="16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阿里巴巴普惠体 M" panose="00020600040101010101" charset="-122"/>
                <a:sym typeface="+mn-ea"/>
              </a:rPr>
              <a:t>探索旅行便捷新奥秘  </a:t>
            </a:r>
            <a:r>
              <a:rPr lang="en-US" altLang="zh-CN" sz="16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阿里巴巴普惠体 M" panose="00020600040101010101" charset="-122"/>
                <a:sym typeface="+mn-ea"/>
              </a:rPr>
              <a:t>---</a:t>
            </a:r>
            <a:r>
              <a:rPr lang="zh-CN" altLang="en-US" sz="16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阿里巴巴普惠体 M" panose="00020600040101010101" charset="-122"/>
                <a:sym typeface="+mn-ea"/>
              </a:rPr>
              <a:t>人工智能技术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990090" y="1810385"/>
            <a:ext cx="156781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华文琥珀" panose="02010800040101010101" pitchFamily="2" charset="-122"/>
                <a:ea typeface="华文琥珀" panose="02010800040101010101" pitchFamily="2" charset="-122"/>
                <a:sym typeface="+mn-ea"/>
              </a:rPr>
              <a:t>项目 </a:t>
            </a:r>
            <a:r>
              <a:rPr lang="en-US" altLang="zh-CN" sz="32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华文琥珀" panose="02010800040101010101" pitchFamily="2" charset="-122"/>
                <a:ea typeface="华文琥珀" panose="02010800040101010101" pitchFamily="2" charset="-122"/>
                <a:sym typeface="+mn-ea"/>
              </a:rPr>
              <a:t>6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629535" y="2459990"/>
            <a:ext cx="7429500" cy="17811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6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分析景区导览新功能</a:t>
            </a:r>
          </a:p>
          <a:p>
            <a:r>
              <a:rPr lang="en-US" altLang="zh-CN" sz="6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---</a:t>
            </a:r>
            <a:r>
              <a:rPr lang="zh-CN" altLang="en-US" sz="6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语音识别技术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45" y="1036955"/>
            <a:ext cx="3812540" cy="503491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0085" y="1036955"/>
            <a:ext cx="4074795" cy="503491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1150" y="1807210"/>
            <a:ext cx="3498215" cy="307911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80970" y="1318895"/>
            <a:ext cx="6664325" cy="14173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just" fontAlgn="auto">
              <a:lnSpc>
                <a:spcPct val="150000"/>
              </a:lnSpc>
            </a:pPr>
            <a:r>
              <a:rPr lang="zh-CN" altLang="en-US" sz="32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问题情景：</a:t>
            </a:r>
          </a:p>
          <a:p>
            <a:pPr indent="0" algn="just" fontAlgn="auto">
              <a:lnSpc>
                <a:spcPct val="150000"/>
              </a:lnSpc>
            </a:pPr>
            <a:r>
              <a:rPr lang="en-US" altLang="zh-CN" sz="32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1.</a:t>
            </a:r>
            <a:r>
              <a:rPr lang="zh-CN" altLang="en-US" sz="32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节假日景区人多，找不到导游</a:t>
            </a:r>
            <a:r>
              <a:rPr lang="en-US" altLang="zh-CN" sz="32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?</a:t>
            </a:r>
          </a:p>
          <a:p>
            <a:pPr indent="0" algn="just" fontAlgn="auto">
              <a:lnSpc>
                <a:spcPct val="150000"/>
              </a:lnSpc>
            </a:pPr>
            <a:r>
              <a:rPr lang="en-US" altLang="zh-CN" sz="32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2.</a:t>
            </a:r>
            <a:r>
              <a:rPr lang="zh-CN" altLang="en-US" sz="32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景区配备自助导览器，是否需要更智能的交互方式？</a:t>
            </a:r>
          </a:p>
          <a:p>
            <a:pPr indent="0" algn="just" fontAlgn="auto">
              <a:lnSpc>
                <a:spcPct val="150000"/>
              </a:lnSpc>
            </a:pPr>
            <a:r>
              <a:rPr lang="zh-CN" altLang="en-US" sz="320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任务：为导览器增添语音交互功能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241" y="1862740"/>
            <a:ext cx="3132520" cy="3132520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202609" y="6372317"/>
            <a:ext cx="2743200" cy="365125"/>
          </a:xfrm>
        </p:spPr>
        <p:txBody>
          <a:bodyPr/>
          <a:lstStyle/>
          <a:p>
            <a:fld id="{68AA89EC-6B38-409E-BD23-99513F836D0A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5370195" y="2121535"/>
            <a:ext cx="4573905" cy="2121535"/>
          </a:xfrm>
          <a:prstGeom prst="rect">
            <a:avLst/>
          </a:prstGeom>
        </p:spPr>
        <p:txBody>
          <a:bodyPr>
            <a:noAutofit/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2400" b="1" cap="all" spc="1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目录</a:t>
            </a:r>
          </a:p>
          <a:p>
            <a:pPr algn="ctr">
              <a:lnSpc>
                <a:spcPct val="150000"/>
              </a:lnSpc>
            </a:pPr>
            <a:r>
              <a:rPr lang="en-US" altLang="zh-CN" sz="2400" cap="all" spc="1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1.</a:t>
            </a:r>
            <a:r>
              <a:rPr lang="zh-CN" altLang="en-US" sz="2400" cap="all" spc="1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什么是语音识别技术</a:t>
            </a:r>
          </a:p>
          <a:p>
            <a:pPr algn="ctr">
              <a:lnSpc>
                <a:spcPct val="150000"/>
              </a:lnSpc>
            </a:pPr>
            <a:r>
              <a:rPr lang="en-US" altLang="zh-CN" sz="2400" cap="all" spc="1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2.</a:t>
            </a:r>
            <a:r>
              <a:rPr lang="zh-CN" altLang="en-US" sz="2400" cap="all" spc="1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梳理语音导览的工作过程</a:t>
            </a:r>
          </a:p>
          <a:p>
            <a:pPr algn="ctr">
              <a:lnSpc>
                <a:spcPct val="150000"/>
              </a:lnSpc>
            </a:pPr>
            <a:r>
              <a:rPr lang="en-US" altLang="zh-CN" sz="2400" cap="all" spc="1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3.</a:t>
            </a:r>
            <a:r>
              <a:rPr lang="zh-CN" altLang="en-US" sz="2400" cap="all" spc="1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语音识别技术的应用</a:t>
            </a:r>
          </a:p>
          <a:p>
            <a:pPr algn="ctr">
              <a:lnSpc>
                <a:spcPct val="150000"/>
              </a:lnSpc>
            </a:pPr>
            <a:endParaRPr lang="zh-CN" altLang="en-US" sz="2400" cap="all" spc="1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/>
          <a:srcRect l="3740" t="5958" r="6250" b="11929"/>
          <a:stretch>
            <a:fillRect/>
          </a:stretch>
        </p:blipFill>
        <p:spPr>
          <a:xfrm>
            <a:off x="1962150" y="2286000"/>
            <a:ext cx="2282825" cy="20904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标题 1"/>
          <p:cNvSpPr txBox="1"/>
          <p:nvPr/>
        </p:nvSpPr>
        <p:spPr>
          <a:xfrm>
            <a:off x="4510405" y="2533650"/>
            <a:ext cx="5335270" cy="1149985"/>
          </a:xfrm>
          <a:prstGeom prst="rect">
            <a:avLst/>
          </a:prstGeom>
        </p:spPr>
        <p:txBody>
          <a:bodyPr>
            <a:noAutofit/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3600" b="1" cap="all" spc="1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什么是语音识别技术？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0"/>
          </p:nvPr>
        </p:nvSpPr>
        <p:spPr>
          <a:xfrm>
            <a:off x="9202609" y="6372317"/>
            <a:ext cx="2743200" cy="365125"/>
          </a:xfrm>
        </p:spPr>
        <p:txBody>
          <a:bodyPr/>
          <a:lstStyle/>
          <a:p>
            <a:fld id="{68AA89EC-6B38-409E-BD23-99513F836D0A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24255" y="1434465"/>
            <a:ext cx="10195560" cy="13830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algn="just">
              <a:lnSpc>
                <a:spcPct val="150000"/>
              </a:lnSpc>
              <a:buClrTx/>
              <a:buSzTx/>
              <a:buNone/>
            </a:pPr>
            <a:r>
              <a:rPr lang="zh-CN" altLang="en-US" sz="2400" b="0" i="0">
                <a:solidFill>
                  <a:schemeClr val="tx1"/>
                </a:solidFill>
                <a:effectLst/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概念：</a:t>
            </a:r>
            <a:r>
              <a:rPr lang="en-US" altLang="zh-CN" sz="2400" b="0" i="0">
                <a:solidFill>
                  <a:schemeClr val="tx1"/>
                </a:solidFill>
                <a:effectLst/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语音即说话的声音，是人们进行社会交际的基础。</a:t>
            </a:r>
            <a:r>
              <a:rPr lang="en-US" altLang="zh-CN" sz="2400" b="0" i="0">
                <a:solidFill>
                  <a:srgbClr val="FF0000"/>
                </a:solidFill>
                <a:effectLst/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语音识别技术是将人们语音中的词汇内容转换为机器可读的内容。</a:t>
            </a:r>
          </a:p>
          <a:p>
            <a:pPr marL="0" algn="just">
              <a:lnSpc>
                <a:spcPct val="150000"/>
              </a:lnSpc>
              <a:buClrTx/>
              <a:buSzTx/>
              <a:buNone/>
            </a:pPr>
            <a:endParaRPr lang="en-US" altLang="zh-CN" sz="2400" b="0" i="0">
              <a:solidFill>
                <a:srgbClr val="FF0000"/>
              </a:solidFill>
              <a:effectLst/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</a:endParaRPr>
          </a:p>
          <a:p>
            <a:pPr marL="0" algn="just">
              <a:lnSpc>
                <a:spcPct val="150000"/>
              </a:lnSpc>
              <a:buClrTx/>
              <a:buSzTx/>
              <a:buNone/>
            </a:pPr>
            <a:endParaRPr lang="en-US" altLang="zh-CN" sz="2400" b="0" i="0">
              <a:solidFill>
                <a:srgbClr val="FF0000"/>
              </a:solidFill>
              <a:effectLst/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</a:endParaRPr>
          </a:p>
          <a:p>
            <a:pPr marL="0" algn="just">
              <a:lnSpc>
                <a:spcPct val="150000"/>
              </a:lnSpc>
              <a:buClrTx/>
              <a:buSzTx/>
              <a:buNone/>
            </a:pPr>
            <a:endParaRPr lang="zh-CN" altLang="en-US" sz="2400" b="0" i="0">
              <a:solidFill>
                <a:schemeClr val="tx1"/>
              </a:solidFill>
              <a:effectLst/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24255" y="3877310"/>
            <a:ext cx="1027684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algn="just">
              <a:lnSpc>
                <a:spcPct val="150000"/>
              </a:lnSpc>
              <a:buClrTx/>
              <a:buSzTx/>
              <a:buNone/>
            </a:pPr>
            <a:r>
              <a:rPr lang="en-US" altLang="zh-CN" sz="2400">
                <a:effectLst/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+mn-ea"/>
              </a:rPr>
              <a:t>以手机为例，为什么对着手机讲话，手机可以将所说的话转换为文字呢？其转换过程主要包括</a:t>
            </a:r>
            <a:r>
              <a:rPr lang="zh-CN" altLang="en-US" sz="2400">
                <a:effectLst/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+mn-ea"/>
              </a:rPr>
              <a:t>哪些步骤呢？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57580" y="9499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effectLst/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四大步骤</a:t>
            </a:r>
            <a:r>
              <a:rPr lang="zh-CN" altLang="en-US" b="1"/>
              <a:t>：连连看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220470" y="1814195"/>
            <a:ext cx="3292475" cy="3230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en-US" altLang="zh-CN"/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1600">
                <a:effectLst/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1.语音采集  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1600">
                <a:effectLst/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 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1600">
                <a:effectLst/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2.特征提取 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endParaRPr lang="en-US" altLang="zh-CN" sz="1600">
              <a:effectLst/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1600">
                <a:effectLst/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3.匹配与识别 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1600">
                <a:effectLst/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 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1600">
                <a:effectLst/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4.文字输出</a:t>
            </a:r>
          </a:p>
          <a:p>
            <a:r>
              <a:rPr lang="en-US" altLang="zh-CN"/>
              <a:t>  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766945" y="1456690"/>
            <a:ext cx="6417945" cy="37953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1600">
                <a:effectLst/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+mn-ea"/>
              </a:rPr>
              <a:t>用“声音字典”（声学模型）比对，找出最像的音。再用“语言字典”（语言模型）看这些音常拼成什么字，比如“b”“a”常拼成“爸”，最后就识别出你说的内容了。</a:t>
            </a:r>
            <a:endParaRPr lang="en-US" altLang="zh-CN" sz="1600">
              <a:effectLst/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</a:endParaRPr>
          </a:p>
          <a:p>
            <a:pPr algn="just">
              <a:lnSpc>
                <a:spcPct val="150000"/>
              </a:lnSpc>
              <a:buClrTx/>
              <a:buSzTx/>
              <a:buNone/>
            </a:pPr>
            <a:endParaRPr lang="en-US" altLang="zh-CN" sz="1600">
              <a:effectLst/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</a:endParaRPr>
          </a:p>
          <a:p>
            <a:pPr algn="just">
              <a:lnSpc>
                <a:spcPct val="150000"/>
              </a:lnSpc>
              <a:buClrTx/>
              <a:buSzTx/>
              <a:buNone/>
            </a:pPr>
            <a:r>
              <a:rPr lang="en-US" altLang="zh-CN" sz="1600">
                <a:effectLst/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+mn-ea"/>
              </a:rPr>
              <a:t>语音识别的结果会以清晰、准确的文本形式呈现在用户所使用的终端设备上。</a:t>
            </a:r>
            <a:endParaRPr lang="en-US" altLang="zh-CN" sz="1600">
              <a:effectLst/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</a:endParaRPr>
          </a:p>
          <a:p>
            <a:pPr algn="just">
              <a:lnSpc>
                <a:spcPct val="150000"/>
              </a:lnSpc>
              <a:buClrTx/>
              <a:buSzTx/>
              <a:buNone/>
            </a:pPr>
            <a:endParaRPr lang="en-US" altLang="zh-CN" sz="1600">
              <a:effectLst/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</a:endParaRPr>
          </a:p>
          <a:p>
            <a:pPr algn="just">
              <a:lnSpc>
                <a:spcPct val="150000"/>
              </a:lnSpc>
              <a:buClrTx/>
              <a:buSzTx/>
              <a:buNone/>
            </a:pPr>
            <a:r>
              <a:rPr lang="en-US" altLang="zh-CN" sz="1600">
                <a:effectLst/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+mn-ea"/>
              </a:rPr>
              <a:t>通过麦克风等设备采集语音，对其进行处理，消除无关信息，将语音转换成可识别的数据。</a:t>
            </a:r>
            <a:endParaRPr lang="en-US" altLang="zh-CN" sz="1600">
              <a:effectLst/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</a:endParaRPr>
          </a:p>
          <a:p>
            <a:pPr algn="just">
              <a:lnSpc>
                <a:spcPct val="150000"/>
              </a:lnSpc>
              <a:buClrTx/>
              <a:buSzTx/>
              <a:buNone/>
            </a:pPr>
            <a:endParaRPr lang="en-US" altLang="zh-CN" sz="1600">
              <a:effectLst/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</a:endParaRPr>
          </a:p>
          <a:p>
            <a:pPr algn="just">
              <a:lnSpc>
                <a:spcPct val="150000"/>
              </a:lnSpc>
              <a:buClrTx/>
              <a:buSzTx/>
              <a:buNone/>
            </a:pPr>
            <a:r>
              <a:rPr lang="en-US" altLang="zh-CN" sz="1600">
                <a:effectLst/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+mn-ea"/>
              </a:rPr>
              <a:t>不同的语音有不同的特征，要让机器识别语音，需从中找出最关键且最能代表说话内容的信息。</a:t>
            </a:r>
            <a:endParaRPr lang="en-US" altLang="zh-CN" sz="1600">
              <a:effectLst/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</a:endParaRPr>
          </a:p>
          <a:p>
            <a:pPr algn="just">
              <a:lnSpc>
                <a:spcPct val="150000"/>
              </a:lnSpc>
              <a:buClrTx/>
              <a:buSzTx/>
              <a:buNone/>
            </a:pPr>
            <a:endParaRPr lang="en-US" altLang="zh-CN" sz="1600">
              <a:effectLst/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>
            <a:off x="2277745" y="2290445"/>
            <a:ext cx="2543175" cy="1621155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2277745" y="3159125"/>
            <a:ext cx="2543175" cy="1621155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V="1">
            <a:off x="2499995" y="1675765"/>
            <a:ext cx="2320925" cy="2108835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V="1">
            <a:off x="2446020" y="2475865"/>
            <a:ext cx="2320925" cy="2108835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/>
          <a:srcRect l="3740" t="5958" r="6250" b="11929"/>
          <a:stretch>
            <a:fillRect/>
          </a:stretch>
        </p:blipFill>
        <p:spPr>
          <a:xfrm>
            <a:off x="1962150" y="2286000"/>
            <a:ext cx="2282825" cy="20904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标题 1"/>
          <p:cNvSpPr txBox="1"/>
          <p:nvPr/>
        </p:nvSpPr>
        <p:spPr>
          <a:xfrm>
            <a:off x="4510405" y="2618105"/>
            <a:ext cx="5335270" cy="1149985"/>
          </a:xfrm>
          <a:prstGeom prst="rect">
            <a:avLst/>
          </a:prstGeom>
        </p:spPr>
        <p:txBody>
          <a:bodyPr>
            <a:noAutofit/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3600" b="1" cap="all" spc="1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梳理语音导览工作过程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0"/>
          </p:nvPr>
        </p:nvSpPr>
        <p:spPr>
          <a:xfrm>
            <a:off x="9202609" y="6372317"/>
            <a:ext cx="2743200" cy="365125"/>
          </a:xfrm>
        </p:spPr>
        <p:txBody>
          <a:bodyPr/>
          <a:lstStyle/>
          <a:p>
            <a:fld id="{68AA89EC-6B38-409E-BD23-99513F836D0A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69745" y="994410"/>
            <a:ext cx="8444230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altLang="zh-CN" sz="2000" b="0" i="0">
                <a:solidFill>
                  <a:srgbClr val="FF0000"/>
                </a:solidFill>
                <a:effectLst/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语音识别技术的原理是将一段语音信号转换成对应的文本信息。</a:t>
            </a:r>
            <a:r>
              <a:rPr lang="en-US" altLang="zh-CN" sz="2000" b="0" i="0">
                <a:effectLst/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请结合本项目所学内容，思考语音识别的工作过程，补全图中的的空白部分。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685" y="2324100"/>
            <a:ext cx="5894070" cy="29470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501640" y="5405755"/>
            <a:ext cx="27705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effectLst/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图2 语音识别的工作过程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692015" y="4403090"/>
            <a:ext cx="1120775" cy="3568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特征提取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452995" y="4403090"/>
            <a:ext cx="1120775" cy="3568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文字输出</a:t>
            </a: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/>
          <a:srcRect l="3740" t="5958" r="6250" b="11929"/>
          <a:stretch>
            <a:fillRect/>
          </a:stretch>
        </p:blipFill>
        <p:spPr>
          <a:xfrm>
            <a:off x="2030730" y="2286000"/>
            <a:ext cx="2733040" cy="250253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文本框 1"/>
          <p:cNvSpPr txBox="1"/>
          <p:nvPr/>
        </p:nvSpPr>
        <p:spPr>
          <a:xfrm>
            <a:off x="5770880" y="3045460"/>
            <a:ext cx="36036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cap="all" spc="1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j-cs"/>
              </a:rPr>
              <a:t>语音识别的应用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975" y="1323975"/>
            <a:ext cx="8782050" cy="42100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300" y="1271905"/>
            <a:ext cx="9168765" cy="431355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905" y="1033145"/>
            <a:ext cx="10307955" cy="479171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935" y="1098550"/>
            <a:ext cx="9898380" cy="46609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810" y="951230"/>
            <a:ext cx="10013315" cy="479044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6040" y="1322070"/>
            <a:ext cx="767778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just" fontAlgn="auto">
              <a:lnSpc>
                <a:spcPct val="150000"/>
              </a:lnSpc>
            </a:pPr>
            <a:r>
              <a:rPr lang="zh-CN" altLang="en-US" sz="3600" cap="all" spc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小结：</a:t>
            </a:r>
          </a:p>
          <a:p>
            <a:pPr indent="0" algn="just" fontAlgn="auto">
              <a:lnSpc>
                <a:spcPct val="150000"/>
              </a:lnSpc>
            </a:pPr>
            <a:r>
              <a:rPr lang="en-US" altLang="zh-CN" sz="3600" cap="all" spc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1.</a:t>
            </a:r>
            <a:r>
              <a:rPr lang="zh-CN" altLang="en-US" sz="3600" cap="all" spc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什么是语音识别技术</a:t>
            </a:r>
          </a:p>
          <a:p>
            <a:pPr indent="0" algn="just" fontAlgn="auto">
              <a:lnSpc>
                <a:spcPct val="150000"/>
              </a:lnSpc>
            </a:pPr>
            <a:r>
              <a:rPr lang="en-US" altLang="zh-CN" sz="3600" cap="all" spc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</a:t>
            </a:r>
            <a:r>
              <a:rPr lang="zh-CN" altLang="en-US" sz="3600" cap="all" spc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语音导览的识别过程（四大步骤）</a:t>
            </a:r>
          </a:p>
          <a:p>
            <a:pPr indent="0" algn="just" fontAlgn="auto">
              <a:lnSpc>
                <a:spcPct val="150000"/>
              </a:lnSpc>
            </a:pPr>
            <a:r>
              <a:rPr lang="en-US" altLang="zh-CN" sz="3600" cap="all" spc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3.</a:t>
            </a:r>
            <a:r>
              <a:rPr lang="zh-CN" altLang="en-US" sz="3600" cap="all" spc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语音识别技术的应用（家庭</a:t>
            </a:r>
            <a:r>
              <a:rPr lang="en-US" altLang="zh-CN" sz="3600" cap="all" spc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/</a:t>
            </a:r>
            <a:r>
              <a:rPr lang="zh-CN" altLang="en-US" sz="3600" cap="all" spc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公共场所）</a:t>
            </a: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636010" y="2353945"/>
            <a:ext cx="6950710" cy="1589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8800">
                <a:solidFill>
                  <a:srgbClr val="4E9BC9"/>
                </a:solidFill>
                <a:latin typeface="字魂27号-布丁体" panose="00000500000000000000" charset="-122"/>
                <a:ea typeface="字魂27号-布丁体" panose="00000500000000000000" charset="-122"/>
                <a:sym typeface="+mn-ea"/>
              </a:rPr>
              <a:t>谢谢观看</a:t>
            </a:r>
          </a:p>
        </p:txBody>
      </p:sp>
      <p:pic>
        <p:nvPicPr>
          <p:cNvPr id="6" name="图片 5" descr="b_5cffac1d4d866"/>
          <p:cNvPicPr>
            <a:picLocks noChangeAspect="1"/>
          </p:cNvPicPr>
          <p:nvPr/>
        </p:nvPicPr>
        <p:blipFill>
          <a:blip r:embed="rId3"/>
          <a:srcRect l="17656" t="3281" r="18454"/>
          <a:stretch>
            <a:fillRect/>
          </a:stretch>
        </p:blipFill>
        <p:spPr>
          <a:xfrm>
            <a:off x="1048385" y="1407160"/>
            <a:ext cx="2524125" cy="382143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2&quot;:[25002166],&quot;65&quot;:[20231596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506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506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506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506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506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506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506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506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506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506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506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5065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302</Words>
  <Application>Microsoft Office PowerPoint</Application>
  <PresentationFormat>宽屏</PresentationFormat>
  <Paragraphs>57</Paragraphs>
  <Slides>17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微软雅黑</vt:lpstr>
      <vt:lpstr>方正姚体简体</vt:lpstr>
      <vt:lpstr>Arial</vt:lpstr>
      <vt:lpstr>汉仪雅酷黑 75W</vt:lpstr>
      <vt:lpstr>等线</vt:lpstr>
      <vt:lpstr>华文琥珀</vt:lpstr>
      <vt:lpstr>楷体</vt:lpstr>
      <vt:lpstr>方正粗黑宋简体</vt:lpstr>
      <vt:lpstr>字魂27号-布丁体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路 志华</dc:creator>
  <cp:lastModifiedBy>路路 明</cp:lastModifiedBy>
  <cp:revision>321</cp:revision>
  <dcterms:created xsi:type="dcterms:W3CDTF">2020-11-09T13:18:00Z</dcterms:created>
  <dcterms:modified xsi:type="dcterms:W3CDTF">2026-10-13T04:02:23Z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A930E9EC9C6D4DBD867E8EB025E0ACDE_13</vt:lpwstr>
  </property>
  <property fmtid="{D5CDD505-2E9C-101B-9397-08002B2CF9AE}" pid="4" name="KSOTemplateUUID">
    <vt:lpwstr>v1.0_mb_r6cmusCCsuQ1blMIiJGFPw==</vt:lpwstr>
  </property>
</Properties>
</file>