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4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5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6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7.xml" ContentType="application/vnd.openxmlformats-officedocument.presentationml.notesSlide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8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notesSlides/notesSlide9.xml" ContentType="application/vnd.openxmlformats-officedocument.presentationml.notesSlide+xml"/>
  <Override PartName="/ppt/tags/tag144.xml" ContentType="application/vnd.openxmlformats-officedocument.presentationml.tags+xml"/>
  <Override PartName="/ppt/notesSlides/notesSlide10.xml" ContentType="application/vnd.openxmlformats-officedocument.presentationml.notesSlide+xml"/>
  <Override PartName="/ppt/tags/tag145.xml" ContentType="application/vnd.openxmlformats-officedocument.presentationml.tags+xml"/>
  <Override PartName="/ppt/notesSlides/notesSlide11.xml" ContentType="application/vnd.openxmlformats-officedocument.presentationml.notesSlide+xml"/>
  <Override PartName="/ppt/tags/tag146.xml" ContentType="application/vnd.openxmlformats-officedocument.presentationml.tags+xml"/>
  <Override PartName="/ppt/notesSlides/notesSlide12.xml" ContentType="application/vnd.openxmlformats-officedocument.presentationml.notesSlide+xml"/>
  <Override PartName="/ppt/tags/tag147.xml" ContentType="application/vnd.openxmlformats-officedocument.presentationml.tags+xml"/>
  <Override PartName="/ppt/notesSlides/notesSlide13.xml" ContentType="application/vnd.openxmlformats-officedocument.presentationml.notesSlide+xml"/>
  <Override PartName="/ppt/tags/tag148.xml" ContentType="application/vnd.openxmlformats-officedocument.presentationml.tags+xml"/>
  <Override PartName="/ppt/notesSlides/notesSlide14.xml" ContentType="application/vnd.openxmlformats-officedocument.presentationml.notesSlide+xml"/>
  <Override PartName="/ppt/tags/tag149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893" r:id="rId5"/>
    <p:sldId id="909" r:id="rId6"/>
    <p:sldId id="937" r:id="rId7"/>
    <p:sldId id="910" r:id="rId8"/>
    <p:sldId id="911" r:id="rId9"/>
    <p:sldId id="912" r:id="rId10"/>
    <p:sldId id="918" r:id="rId11"/>
    <p:sldId id="919" r:id="rId12"/>
    <p:sldId id="920" r:id="rId13"/>
    <p:sldId id="921" r:id="rId14"/>
    <p:sldId id="922" r:id="rId15"/>
    <p:sldId id="923" r:id="rId16"/>
    <p:sldId id="924" r:id="rId17"/>
    <p:sldId id="938" r:id="rId18"/>
    <p:sldId id="925" r:id="rId19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5" userDrawn="1">
          <p15:clr>
            <a:srgbClr val="A4A3A4"/>
          </p15:clr>
        </p15:guide>
        <p15:guide id="2" pos="37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邵靓" initials="sl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563E"/>
    <a:srgbClr val="C4DEBB"/>
    <a:srgbClr val="A7CDA4"/>
    <a:srgbClr val="2E6539"/>
    <a:srgbClr val="C5DFBC"/>
    <a:srgbClr val="7FB48A"/>
    <a:srgbClr val="8CC288"/>
    <a:srgbClr val="7CB683"/>
    <a:srgbClr val="FBFBDC"/>
    <a:srgbClr val="FFF6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D41042-EFAF-4B7B-8C09-F79C465A4985}" styleName="{25e263c9-2625-42a9-9063-0a2fccf29359}">
    <a:band1H>
      <a:tcTxStyle>
        <a:fontRef idx="none">
          <a:prstClr val="black"/>
        </a:fontRef>
      </a:tcTxStyle>
      <a:tcStyle>
        <a:tcBdr/>
        <a:fill>
          <a:solidFill>
            <a:srgbClr val="DCE9DC"/>
          </a:solidFill>
        </a:fill>
      </a:tcStyle>
    </a:band1H>
    <a:band2H>
      <a:tcTxStyle>
        <a:fontRef idx="none">
          <a:prstClr val="black"/>
        </a:fontRef>
      </a:tcTxStyle>
      <a:tcStyle>
        <a:tcBdr/>
        <a:fill>
          <a:solidFill>
            <a:srgbClr val="FFFFFF"/>
          </a:solidFill>
        </a:fill>
      </a:tcStyle>
    </a:band2H>
    <a:firstCol>
      <a:tcTxStyle>
        <a:fontRef idx="none">
          <a:prstClr val="black"/>
        </a:fontRef>
      </a:tcTxStyle>
      <a:tcStyle>
        <a:tcBdr>
          <a:insideH>
            <a:ln w="6350" cmpd="sng">
              <a:solidFill>
                <a:srgbClr val="FFFFFF"/>
              </a:solidFill>
            </a:ln>
          </a:insideH>
          <a:insideV>
            <a:ln w="6350" cmpd="sng">
              <a:solidFill>
                <a:srgbClr val="FFFFFF"/>
              </a:solidFill>
            </a:ln>
          </a:insideV>
        </a:tcBdr>
        <a:fill>
          <a:solidFill>
            <a:srgbClr val="95BC96"/>
          </a:solidFill>
        </a:fill>
      </a:tcStyle>
    </a:firstCol>
    <a:firstRow>
      <a:tcTxStyle>
        <a:fontRef idx="none">
          <a:prstClr val="black"/>
        </a:fontRef>
      </a:tcTxStyle>
      <a:tcStyle>
        <a:tcBdr>
          <a:bottom>
            <a:ln w="28575" cmpd="sng">
              <a:solidFill>
                <a:srgbClr val="FFFFFF"/>
              </a:solidFill>
            </a:ln>
          </a:bottom>
        </a:tcBdr>
        <a:fill>
          <a:solidFill>
            <a:srgbClr val="95BC9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90291" autoAdjust="0"/>
  </p:normalViewPr>
  <p:slideViewPr>
    <p:cSldViewPr showGuides="1">
      <p:cViewPr varScale="1">
        <p:scale>
          <a:sx n="77" d="100"/>
          <a:sy n="77" d="100"/>
        </p:scale>
        <p:origin x="912" y="58"/>
      </p:cViewPr>
      <p:guideLst>
        <p:guide orient="horz" pos="2185"/>
        <p:guide pos="377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317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AF4FB-CF7F-476E-80CE-CC43E8244B0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ABDBF-C3AB-4BBB-88C9-563298E6D2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96D07-341D-4D88-BBFE-B431BFA0419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A0F9D-3357-4A94-85C8-3B842B870DC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请注意：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正文标题为：黑体，</a:t>
            </a:r>
            <a:r>
              <a:rPr lang="en-US" altLang="zh-CN" dirty="0"/>
              <a:t>30</a:t>
            </a:r>
            <a:r>
              <a:rPr lang="zh-CN" altLang="en-US" dirty="0"/>
              <a:t>号字；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正文内容为：华文楷体，尽量不小于</a:t>
            </a:r>
            <a:r>
              <a:rPr lang="en-US" altLang="zh-CN" dirty="0"/>
              <a:t>24</a:t>
            </a:r>
            <a:r>
              <a:rPr lang="zh-CN" altLang="en-US" dirty="0"/>
              <a:t>号，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特殊辅助性文字不低于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dirty="0"/>
              <a:t>根据文字量可适当调整。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内容文字一行一般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个字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拍摄版本呈现内容务必与上传版本呈现的内容完全一致。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英文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32—36</a:t>
            </a:r>
            <a:r>
              <a:rPr lang="zh-CN" altLang="en-US" dirty="0"/>
              <a:t>号，特别强调可以用</a:t>
            </a:r>
            <a:r>
              <a:rPr lang="en-US" altLang="zh-CN" dirty="0"/>
              <a:t>40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24—28</a:t>
            </a:r>
            <a:r>
              <a:rPr lang="zh-CN" altLang="en-US" dirty="0"/>
              <a:t>号，特别强调可用</a:t>
            </a:r>
            <a:r>
              <a:rPr lang="en-US" altLang="zh-CN" dirty="0"/>
              <a:t>32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英文每行一般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不能超过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个单词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请注意：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正文标题为：黑体，</a:t>
            </a:r>
            <a:r>
              <a:rPr lang="en-US" altLang="zh-CN" dirty="0"/>
              <a:t>30</a:t>
            </a:r>
            <a:r>
              <a:rPr lang="zh-CN" altLang="en-US" dirty="0"/>
              <a:t>号字；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正文内容为：华文楷体，尽量不小于</a:t>
            </a:r>
            <a:r>
              <a:rPr lang="en-US" altLang="zh-CN" dirty="0"/>
              <a:t>24</a:t>
            </a:r>
            <a:r>
              <a:rPr lang="zh-CN" altLang="en-US" dirty="0"/>
              <a:t>号，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特殊辅助性文字不低于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dirty="0"/>
              <a:t>根据文字量可适当调整。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内容文字一行一般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个字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拍摄版本呈现内容务必与上传版本呈现的内容完全一致。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英文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32—36</a:t>
            </a:r>
            <a:r>
              <a:rPr lang="zh-CN" altLang="en-US" dirty="0"/>
              <a:t>号，特别强调可以用</a:t>
            </a:r>
            <a:r>
              <a:rPr lang="en-US" altLang="zh-CN" dirty="0"/>
              <a:t>40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24—28</a:t>
            </a:r>
            <a:r>
              <a:rPr lang="zh-CN" altLang="en-US" dirty="0"/>
              <a:t>号，特别强调可用</a:t>
            </a:r>
            <a:r>
              <a:rPr lang="en-US" altLang="zh-CN" dirty="0"/>
              <a:t>32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英文每行一般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不能超过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个单词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请注意：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正文标题为：黑体，</a:t>
            </a:r>
            <a:r>
              <a:rPr lang="en-US" altLang="zh-CN" dirty="0"/>
              <a:t>30</a:t>
            </a:r>
            <a:r>
              <a:rPr lang="zh-CN" altLang="en-US" dirty="0"/>
              <a:t>号字；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正文内容为：华文楷体，尽量不小于</a:t>
            </a:r>
            <a:r>
              <a:rPr lang="en-US" altLang="zh-CN" dirty="0"/>
              <a:t>24</a:t>
            </a:r>
            <a:r>
              <a:rPr lang="zh-CN" altLang="en-US" dirty="0"/>
              <a:t>号，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特殊辅助性文字不低于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dirty="0"/>
              <a:t>根据文字量可适当调整。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内容文字一行一般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个字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拍摄版本呈现内容务必与上传版本呈现的内容完全一致。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英文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32—36</a:t>
            </a:r>
            <a:r>
              <a:rPr lang="zh-CN" altLang="en-US" dirty="0"/>
              <a:t>号，特别强调可以用</a:t>
            </a:r>
            <a:r>
              <a:rPr lang="en-US" altLang="zh-CN" dirty="0"/>
              <a:t>40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24—28</a:t>
            </a:r>
            <a:r>
              <a:rPr lang="zh-CN" altLang="en-US" dirty="0"/>
              <a:t>号，特别强调可用</a:t>
            </a:r>
            <a:r>
              <a:rPr lang="en-US" altLang="zh-CN" dirty="0"/>
              <a:t>32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英文每行一般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不能超过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个单词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请注意：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正文标题为：黑体，</a:t>
            </a:r>
            <a:r>
              <a:rPr lang="en-US" altLang="zh-CN" dirty="0"/>
              <a:t>30</a:t>
            </a:r>
            <a:r>
              <a:rPr lang="zh-CN" altLang="en-US" dirty="0"/>
              <a:t>号字；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正文内容为：华文楷体，尽量不小于</a:t>
            </a:r>
            <a:r>
              <a:rPr lang="en-US" altLang="zh-CN" dirty="0"/>
              <a:t>24</a:t>
            </a:r>
            <a:r>
              <a:rPr lang="zh-CN" altLang="en-US" dirty="0"/>
              <a:t>号，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特殊辅助性文字不低于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dirty="0"/>
              <a:t>根据文字量可适当调整。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内容文字一行一般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个字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拍摄版本呈现内容务必与上传版本呈现的内容完全一致。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英文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32—36</a:t>
            </a:r>
            <a:r>
              <a:rPr lang="zh-CN" altLang="en-US" dirty="0"/>
              <a:t>号，特别强调可以用</a:t>
            </a:r>
            <a:r>
              <a:rPr lang="en-US" altLang="zh-CN" dirty="0"/>
              <a:t>40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24—28</a:t>
            </a:r>
            <a:r>
              <a:rPr lang="zh-CN" altLang="en-US" dirty="0"/>
              <a:t>号，特别强调可用</a:t>
            </a:r>
            <a:r>
              <a:rPr lang="en-US" altLang="zh-CN" dirty="0"/>
              <a:t>32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英文每行一般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不能超过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个单词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请注意：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正文标题为：黑体，</a:t>
            </a:r>
            <a:r>
              <a:rPr lang="en-US" altLang="zh-CN" dirty="0"/>
              <a:t>30</a:t>
            </a:r>
            <a:r>
              <a:rPr lang="zh-CN" altLang="en-US" dirty="0"/>
              <a:t>号字；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正文内容为：华文楷体，尽量不小于</a:t>
            </a:r>
            <a:r>
              <a:rPr lang="en-US" altLang="zh-CN" dirty="0"/>
              <a:t>24</a:t>
            </a:r>
            <a:r>
              <a:rPr lang="zh-CN" altLang="en-US" dirty="0"/>
              <a:t>号，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特殊辅助性文字不低于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dirty="0"/>
              <a:t>根据文字量可适当调整。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内容文字一行一般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个字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拍摄版本呈现内容务必与上传版本呈现的内容完全一致。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英文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32—36</a:t>
            </a:r>
            <a:r>
              <a:rPr lang="zh-CN" altLang="en-US" dirty="0"/>
              <a:t>号，特别强调可以用</a:t>
            </a:r>
            <a:r>
              <a:rPr lang="en-US" altLang="zh-CN" dirty="0"/>
              <a:t>40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24—28</a:t>
            </a:r>
            <a:r>
              <a:rPr lang="zh-CN" altLang="en-US" dirty="0"/>
              <a:t>号，特别强调可用</a:t>
            </a:r>
            <a:r>
              <a:rPr lang="en-US" altLang="zh-CN" dirty="0"/>
              <a:t>32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英文每行一般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不能超过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个单词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请注意：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正文标题为：黑体，</a:t>
            </a:r>
            <a:r>
              <a:rPr lang="en-US" altLang="zh-CN" dirty="0"/>
              <a:t>30</a:t>
            </a:r>
            <a:r>
              <a:rPr lang="zh-CN" altLang="en-US" dirty="0"/>
              <a:t>号字；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正文内容为：华文楷体，尽量不小于</a:t>
            </a:r>
            <a:r>
              <a:rPr lang="en-US" altLang="zh-CN" dirty="0"/>
              <a:t>24</a:t>
            </a:r>
            <a:r>
              <a:rPr lang="zh-CN" altLang="en-US" dirty="0"/>
              <a:t>号，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特殊辅助性文字不低于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dirty="0"/>
              <a:t>根据文字量可适当调整。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内容文字一行一般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个字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拍摄版本呈现内容务必与上传版本呈现的内容完全一致。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英文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32—36</a:t>
            </a:r>
            <a:r>
              <a:rPr lang="zh-CN" altLang="en-US" dirty="0"/>
              <a:t>号，特别强调可以用</a:t>
            </a:r>
            <a:r>
              <a:rPr lang="en-US" altLang="zh-CN" dirty="0"/>
              <a:t>40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24—28</a:t>
            </a:r>
            <a:r>
              <a:rPr lang="zh-CN" altLang="en-US" dirty="0"/>
              <a:t>号，特别强调可用</a:t>
            </a:r>
            <a:r>
              <a:rPr lang="en-US" altLang="zh-CN" dirty="0"/>
              <a:t>32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英文每行一般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不能超过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个单词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请注意：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正文标题为：黑体，</a:t>
            </a:r>
            <a:r>
              <a:rPr lang="en-US" altLang="zh-CN" dirty="0"/>
              <a:t>30</a:t>
            </a:r>
            <a:r>
              <a:rPr lang="zh-CN" altLang="en-US" dirty="0"/>
              <a:t>号字；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正文内容为：华文楷体，尽量不小于</a:t>
            </a:r>
            <a:r>
              <a:rPr lang="en-US" altLang="zh-CN" dirty="0"/>
              <a:t>24</a:t>
            </a:r>
            <a:r>
              <a:rPr lang="zh-CN" altLang="en-US" dirty="0"/>
              <a:t>号，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特殊辅助性文字不低于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dirty="0"/>
              <a:t>根据文字量可适当调整。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内容文字一行一般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个字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拍摄版本呈现内容务必与上传版本呈现的内容完全一致。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英文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32—36</a:t>
            </a:r>
            <a:r>
              <a:rPr lang="zh-CN" altLang="en-US" dirty="0"/>
              <a:t>号，特别强调可以用</a:t>
            </a:r>
            <a:r>
              <a:rPr lang="en-US" altLang="zh-CN" dirty="0"/>
              <a:t>40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24—28</a:t>
            </a:r>
            <a:r>
              <a:rPr lang="zh-CN" altLang="en-US" dirty="0"/>
              <a:t>号，特别强调可用</a:t>
            </a:r>
            <a:r>
              <a:rPr lang="en-US" altLang="zh-CN" dirty="0"/>
              <a:t>32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英文每行一般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不能超过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个单词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请注意：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正文标题为：黑体，</a:t>
            </a:r>
            <a:r>
              <a:rPr lang="en-US" altLang="zh-CN" dirty="0"/>
              <a:t>30</a:t>
            </a:r>
            <a:r>
              <a:rPr lang="zh-CN" altLang="en-US" dirty="0"/>
              <a:t>号字；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正文内容为：华文楷体，尽量不小于</a:t>
            </a:r>
            <a:r>
              <a:rPr lang="en-US" altLang="zh-CN" dirty="0"/>
              <a:t>24</a:t>
            </a:r>
            <a:r>
              <a:rPr lang="zh-CN" altLang="en-US" dirty="0"/>
              <a:t>号，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特殊辅助性文字不低于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dirty="0"/>
              <a:t>根据文字量可适当调整。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内容文字一行一般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个字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拍摄版本呈现内容务必与上传版本呈现的内容完全一致。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英文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32—36</a:t>
            </a:r>
            <a:r>
              <a:rPr lang="zh-CN" altLang="en-US" dirty="0"/>
              <a:t>号，特别强调可以用</a:t>
            </a:r>
            <a:r>
              <a:rPr lang="en-US" altLang="zh-CN" dirty="0"/>
              <a:t>40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24—28</a:t>
            </a:r>
            <a:r>
              <a:rPr lang="zh-CN" altLang="en-US" dirty="0"/>
              <a:t>号，特别强调可用</a:t>
            </a:r>
            <a:r>
              <a:rPr lang="en-US" altLang="zh-CN" dirty="0"/>
              <a:t>32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英文每行一般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不能超过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个单词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请注意：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正文标题为：黑体，</a:t>
            </a:r>
            <a:r>
              <a:rPr lang="en-US" altLang="zh-CN" dirty="0"/>
              <a:t>30</a:t>
            </a:r>
            <a:r>
              <a:rPr lang="zh-CN" altLang="en-US" dirty="0"/>
              <a:t>号字；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正文内容为：华文楷体，尽量不小于</a:t>
            </a:r>
            <a:r>
              <a:rPr lang="en-US" altLang="zh-CN" dirty="0"/>
              <a:t>24</a:t>
            </a:r>
            <a:r>
              <a:rPr lang="zh-CN" altLang="en-US" dirty="0"/>
              <a:t>号，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特殊辅助性文字不低于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dirty="0"/>
              <a:t>根据文字量可适当调整。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内容文字一行一般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个字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拍摄版本呈现内容务必与上传版本呈现的内容完全一致。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英文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32—36</a:t>
            </a:r>
            <a:r>
              <a:rPr lang="zh-CN" altLang="en-US" dirty="0"/>
              <a:t>号，特别强调可以用</a:t>
            </a:r>
            <a:r>
              <a:rPr lang="en-US" altLang="zh-CN" dirty="0"/>
              <a:t>40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24—28</a:t>
            </a:r>
            <a:r>
              <a:rPr lang="zh-CN" altLang="en-US" dirty="0"/>
              <a:t>号，特别强调可用</a:t>
            </a:r>
            <a:r>
              <a:rPr lang="en-US" altLang="zh-CN" dirty="0"/>
              <a:t>32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英文每行一般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不能超过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个单词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请注意：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正文标题为：黑体，</a:t>
            </a:r>
            <a:r>
              <a:rPr lang="en-US" altLang="zh-CN" dirty="0"/>
              <a:t>30</a:t>
            </a:r>
            <a:r>
              <a:rPr lang="zh-CN" altLang="en-US" dirty="0"/>
              <a:t>号字；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正文内容为：华文楷体，尽量不小于</a:t>
            </a:r>
            <a:r>
              <a:rPr lang="en-US" altLang="zh-CN" dirty="0"/>
              <a:t>24</a:t>
            </a:r>
            <a:r>
              <a:rPr lang="zh-CN" altLang="en-US" dirty="0"/>
              <a:t>号，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特殊辅助性文字不低于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dirty="0"/>
              <a:t>根据文字量可适当调整。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内容文字一行一般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个字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拍摄版本呈现内容务必与上传版本呈现的内容完全一致。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英文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32—36</a:t>
            </a:r>
            <a:r>
              <a:rPr lang="zh-CN" altLang="en-US" dirty="0"/>
              <a:t>号，特别强调可以用</a:t>
            </a:r>
            <a:r>
              <a:rPr lang="en-US" altLang="zh-CN" dirty="0"/>
              <a:t>40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24—28</a:t>
            </a:r>
            <a:r>
              <a:rPr lang="zh-CN" altLang="en-US" dirty="0"/>
              <a:t>号，特别强调可用</a:t>
            </a:r>
            <a:r>
              <a:rPr lang="en-US" altLang="zh-CN" dirty="0"/>
              <a:t>32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英文每行一般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不能超过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个单词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请注意：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正文标题为：黑体，</a:t>
            </a:r>
            <a:r>
              <a:rPr lang="en-US" altLang="zh-CN" dirty="0"/>
              <a:t>30</a:t>
            </a:r>
            <a:r>
              <a:rPr lang="zh-CN" altLang="en-US" dirty="0"/>
              <a:t>号字；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正文内容为：华文楷体，尽量不小于</a:t>
            </a:r>
            <a:r>
              <a:rPr lang="en-US" altLang="zh-CN" dirty="0"/>
              <a:t>24</a:t>
            </a:r>
            <a:r>
              <a:rPr lang="zh-CN" altLang="en-US" dirty="0"/>
              <a:t>号，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特殊辅助性文字不低于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dirty="0"/>
              <a:t>根据文字量可适当调整。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内容文字一行一般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个字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拍摄版本呈现内容务必与上传版本呈现的内容完全一致。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英文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32—36</a:t>
            </a:r>
            <a:r>
              <a:rPr lang="zh-CN" altLang="en-US" dirty="0"/>
              <a:t>号，特别强调可以用</a:t>
            </a:r>
            <a:r>
              <a:rPr lang="en-US" altLang="zh-CN" dirty="0"/>
              <a:t>40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24—28</a:t>
            </a:r>
            <a:r>
              <a:rPr lang="zh-CN" altLang="en-US" dirty="0"/>
              <a:t>号，特别强调可用</a:t>
            </a:r>
            <a:r>
              <a:rPr lang="en-US" altLang="zh-CN" dirty="0"/>
              <a:t>32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英文每行一般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不能超过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个单词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请注意：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正文标题为：黑体，</a:t>
            </a:r>
            <a:r>
              <a:rPr lang="en-US" altLang="zh-CN" dirty="0"/>
              <a:t>30</a:t>
            </a:r>
            <a:r>
              <a:rPr lang="zh-CN" altLang="en-US" dirty="0"/>
              <a:t>号字；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正文内容为：华文楷体，尽量不小于</a:t>
            </a:r>
            <a:r>
              <a:rPr lang="en-US" altLang="zh-CN" dirty="0"/>
              <a:t>24</a:t>
            </a:r>
            <a:r>
              <a:rPr lang="zh-CN" altLang="en-US" dirty="0"/>
              <a:t>号，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特殊辅助性文字不低于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dirty="0"/>
              <a:t>根据文字量可适当调整。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内容文字一行一般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个字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拍摄版本呈现内容务必与上传版本呈现的内容完全一致。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英文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32—36</a:t>
            </a:r>
            <a:r>
              <a:rPr lang="zh-CN" altLang="en-US" dirty="0"/>
              <a:t>号，特别强调可以用</a:t>
            </a:r>
            <a:r>
              <a:rPr lang="en-US" altLang="zh-CN" dirty="0"/>
              <a:t>40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24—28</a:t>
            </a:r>
            <a:r>
              <a:rPr lang="zh-CN" altLang="en-US" dirty="0"/>
              <a:t>号，特别强调可用</a:t>
            </a:r>
            <a:r>
              <a:rPr lang="en-US" altLang="zh-CN" dirty="0"/>
              <a:t>32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英文每行一般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不能超过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个单词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请注意：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正文标题为：黑体，</a:t>
            </a:r>
            <a:r>
              <a:rPr lang="en-US" altLang="zh-CN" dirty="0"/>
              <a:t>30</a:t>
            </a:r>
            <a:r>
              <a:rPr lang="zh-CN" altLang="en-US" dirty="0"/>
              <a:t>号字；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正文内容为：华文楷体，尽量不小于</a:t>
            </a:r>
            <a:r>
              <a:rPr lang="en-US" altLang="zh-CN" dirty="0"/>
              <a:t>24</a:t>
            </a:r>
            <a:r>
              <a:rPr lang="zh-CN" altLang="en-US" dirty="0"/>
              <a:t>号，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特殊辅助性文字不低于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dirty="0"/>
              <a:t>根据文字量可适当调整。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内容文字一行一般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个字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拍摄版本呈现内容务必与上传版本呈现的内容完全一致。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英文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32—36</a:t>
            </a:r>
            <a:r>
              <a:rPr lang="zh-CN" altLang="en-US" dirty="0"/>
              <a:t>号，特别强调可以用</a:t>
            </a:r>
            <a:r>
              <a:rPr lang="en-US" altLang="zh-CN" dirty="0"/>
              <a:t>40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24—28</a:t>
            </a:r>
            <a:r>
              <a:rPr lang="zh-CN" altLang="en-US" dirty="0"/>
              <a:t>号，特别强调可用</a:t>
            </a:r>
            <a:r>
              <a:rPr lang="en-US" altLang="zh-CN" dirty="0"/>
              <a:t>32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英文每行一般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不能超过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个单词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请注意：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正文标题为：黑体，</a:t>
            </a:r>
            <a:r>
              <a:rPr lang="en-US" altLang="zh-CN" dirty="0"/>
              <a:t>30</a:t>
            </a:r>
            <a:r>
              <a:rPr lang="zh-CN" altLang="en-US" dirty="0"/>
              <a:t>号字；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正文内容为：华文楷体，尽量不小于</a:t>
            </a:r>
            <a:r>
              <a:rPr lang="en-US" altLang="zh-CN" dirty="0"/>
              <a:t>24</a:t>
            </a:r>
            <a:r>
              <a:rPr lang="zh-CN" altLang="en-US" dirty="0"/>
              <a:t>号，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特殊辅助性文字不低于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dirty="0"/>
              <a:t>根据文字量可适当调整。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内容文字一行一般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个字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拍摄版本呈现内容务必与上传版本呈现的内容完全一致。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英文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32—36</a:t>
            </a:r>
            <a:r>
              <a:rPr lang="zh-CN" altLang="en-US" dirty="0"/>
              <a:t>号，特别强调可以用</a:t>
            </a:r>
            <a:r>
              <a:rPr lang="en-US" altLang="zh-CN" dirty="0"/>
              <a:t>40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24—28</a:t>
            </a:r>
            <a:r>
              <a:rPr lang="zh-CN" altLang="en-US" dirty="0"/>
              <a:t>号，特别强调可用</a:t>
            </a:r>
            <a:r>
              <a:rPr lang="en-US" altLang="zh-CN" dirty="0"/>
              <a:t>32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英文每行一般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不能超过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个单词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请注意：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正文标题为：黑体，</a:t>
            </a:r>
            <a:r>
              <a:rPr lang="en-US" altLang="zh-CN" dirty="0"/>
              <a:t>30</a:t>
            </a:r>
            <a:r>
              <a:rPr lang="zh-CN" altLang="en-US" dirty="0"/>
              <a:t>号字；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正文内容为：华文楷体，尽量不小于</a:t>
            </a:r>
            <a:r>
              <a:rPr lang="en-US" altLang="zh-CN" dirty="0"/>
              <a:t>24</a:t>
            </a:r>
            <a:r>
              <a:rPr lang="zh-CN" altLang="en-US" dirty="0"/>
              <a:t>号，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特殊辅助性文字不低于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dirty="0"/>
              <a:t>根据文字量可适当调整。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内容文字一行一般</a:t>
            </a:r>
            <a:r>
              <a:rPr lang="zh-CN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个字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拍摄版本呈现内容务必与上传版本呈现的内容完全一致。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英文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1.</a:t>
            </a:r>
            <a:r>
              <a:rPr lang="zh-CN" altLang="en-US" dirty="0"/>
              <a:t>正文标题为：以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32—36</a:t>
            </a:r>
            <a:r>
              <a:rPr lang="zh-CN" altLang="en-US" dirty="0"/>
              <a:t>号，特别强调可以用</a:t>
            </a:r>
            <a:r>
              <a:rPr lang="en-US" altLang="zh-CN" dirty="0"/>
              <a:t>40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2.</a:t>
            </a:r>
            <a:r>
              <a:rPr lang="zh-CN" altLang="en-US" dirty="0"/>
              <a:t>正文内容为：以</a:t>
            </a:r>
            <a:r>
              <a:rPr lang="en-US" altLang="zh-CN" dirty="0"/>
              <a:t>Times New Roman</a:t>
            </a:r>
            <a:r>
              <a:rPr lang="zh-CN" altLang="en-US" dirty="0"/>
              <a:t>为主</a:t>
            </a:r>
            <a:r>
              <a:rPr lang="en-US" altLang="zh-CN" dirty="0"/>
              <a:t>,</a:t>
            </a:r>
            <a:r>
              <a:rPr lang="zh-CN" altLang="en-US" dirty="0"/>
              <a:t>可搭配使用</a:t>
            </a:r>
            <a:r>
              <a:rPr lang="en-US" altLang="zh-CN" dirty="0"/>
              <a:t>Arial</a:t>
            </a:r>
            <a:r>
              <a:rPr lang="zh-CN" altLang="en-US" dirty="0"/>
              <a:t>。字号为</a:t>
            </a:r>
            <a:r>
              <a:rPr lang="en-US" altLang="zh-CN" dirty="0"/>
              <a:t>24—28</a:t>
            </a:r>
            <a:r>
              <a:rPr lang="zh-CN" altLang="en-US" dirty="0"/>
              <a:t>号，特别强调可用</a:t>
            </a:r>
            <a:r>
              <a:rPr lang="en-US" altLang="zh-CN" dirty="0"/>
              <a:t>32</a:t>
            </a:r>
            <a:r>
              <a:rPr lang="zh-CN" altLang="en-US" dirty="0"/>
              <a:t>号。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英文每行一般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不能超过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个单词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单页文字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一般不能超过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A0F9D-3357-4A94-85C8-3B842B870DC6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rgbClr val="FFF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2"/>
          <p:cNvSpPr/>
          <p:nvPr userDrawn="1">
            <p:custDataLst>
              <p:tags r:id="rId1"/>
            </p:custDataLst>
          </p:nvPr>
        </p:nvSpPr>
        <p:spPr>
          <a:xfrm>
            <a:off x="-15240" y="-71755"/>
            <a:ext cx="12218035" cy="702310"/>
          </a:xfrm>
          <a:custGeom>
            <a:avLst/>
            <a:gdLst>
              <a:gd name="connsiteX0" fmla="*/ 0 w 12192000"/>
              <a:gd name="connsiteY0" fmla="*/ 0 h 792480"/>
              <a:gd name="connsiteX1" fmla="*/ 12192000 w 12192000"/>
              <a:gd name="connsiteY1" fmla="*/ 0 h 792480"/>
              <a:gd name="connsiteX2" fmla="*/ 12192000 w 12192000"/>
              <a:gd name="connsiteY2" fmla="*/ 792480 h 792480"/>
              <a:gd name="connsiteX3" fmla="*/ 0 w 12192000"/>
              <a:gd name="connsiteY3" fmla="*/ 792480 h 792480"/>
              <a:gd name="connsiteX4" fmla="*/ 0 w 12192000"/>
              <a:gd name="connsiteY4" fmla="*/ 0 h 792480"/>
              <a:gd name="connsiteX0-1" fmla="*/ 0 w 12192000"/>
              <a:gd name="connsiteY0-2" fmla="*/ 0 h 792480"/>
              <a:gd name="connsiteX1-3" fmla="*/ 12192000 w 12192000"/>
              <a:gd name="connsiteY1-4" fmla="*/ 0 h 792480"/>
              <a:gd name="connsiteX2-5" fmla="*/ 12192000 w 12192000"/>
              <a:gd name="connsiteY2-6" fmla="*/ 792480 h 792480"/>
              <a:gd name="connsiteX3-7" fmla="*/ 10160 w 12192000"/>
              <a:gd name="connsiteY3-8" fmla="*/ 345440 h 792480"/>
              <a:gd name="connsiteX4-9" fmla="*/ 0 w 12192000"/>
              <a:gd name="connsiteY4-10" fmla="*/ 0 h 792480"/>
              <a:gd name="connsiteX0-11" fmla="*/ 0 w 12192000"/>
              <a:gd name="connsiteY0-12" fmla="*/ 0 h 792480"/>
              <a:gd name="connsiteX1-13" fmla="*/ 12192000 w 12192000"/>
              <a:gd name="connsiteY1-14" fmla="*/ 0 h 792480"/>
              <a:gd name="connsiteX2-15" fmla="*/ 12192000 w 12192000"/>
              <a:gd name="connsiteY2-16" fmla="*/ 792480 h 792480"/>
              <a:gd name="connsiteX3-17" fmla="*/ 10160 w 12192000"/>
              <a:gd name="connsiteY3-18" fmla="*/ 345440 h 792480"/>
              <a:gd name="connsiteX4-19" fmla="*/ 0 w 12192000"/>
              <a:gd name="connsiteY4-20" fmla="*/ 0 h 792480"/>
              <a:gd name="connsiteX0-21" fmla="*/ 0 w 12192000"/>
              <a:gd name="connsiteY0-22" fmla="*/ 0 h 914446"/>
              <a:gd name="connsiteX1-23" fmla="*/ 12192000 w 12192000"/>
              <a:gd name="connsiteY1-24" fmla="*/ 0 h 914446"/>
              <a:gd name="connsiteX2-25" fmla="*/ 12192000 w 12192000"/>
              <a:gd name="connsiteY2-26" fmla="*/ 792480 h 914446"/>
              <a:gd name="connsiteX3-27" fmla="*/ 10160 w 12192000"/>
              <a:gd name="connsiteY3-28" fmla="*/ 345440 h 914446"/>
              <a:gd name="connsiteX4-29" fmla="*/ 0 w 12192000"/>
              <a:gd name="connsiteY4-30" fmla="*/ 0 h 914446"/>
              <a:gd name="connsiteX0-31" fmla="*/ 0 w 12192000"/>
              <a:gd name="connsiteY0-32" fmla="*/ 0 h 855886"/>
              <a:gd name="connsiteX1-33" fmla="*/ 12192000 w 12192000"/>
              <a:gd name="connsiteY1-34" fmla="*/ 0 h 855886"/>
              <a:gd name="connsiteX2-35" fmla="*/ 12192000 w 12192000"/>
              <a:gd name="connsiteY2-36" fmla="*/ 792480 h 855886"/>
              <a:gd name="connsiteX3-37" fmla="*/ 10160 w 12192000"/>
              <a:gd name="connsiteY3-38" fmla="*/ 345440 h 855886"/>
              <a:gd name="connsiteX4-39" fmla="*/ 0 w 12192000"/>
              <a:gd name="connsiteY4-40" fmla="*/ 0 h 855886"/>
              <a:gd name="connsiteX0-41" fmla="*/ 0 w 12192000"/>
              <a:gd name="connsiteY0-42" fmla="*/ 0 h 792508"/>
              <a:gd name="connsiteX1-43" fmla="*/ 12192000 w 12192000"/>
              <a:gd name="connsiteY1-44" fmla="*/ 0 h 792508"/>
              <a:gd name="connsiteX2-45" fmla="*/ 12192000 w 12192000"/>
              <a:gd name="connsiteY2-46" fmla="*/ 792480 h 792508"/>
              <a:gd name="connsiteX3-47" fmla="*/ 10160 w 12192000"/>
              <a:gd name="connsiteY3-48" fmla="*/ 345440 h 792508"/>
              <a:gd name="connsiteX4-49" fmla="*/ 0 w 12192000"/>
              <a:gd name="connsiteY4-50" fmla="*/ 0 h 792508"/>
              <a:gd name="connsiteX0-51" fmla="*/ 0 w 12192000"/>
              <a:gd name="connsiteY0-52" fmla="*/ 0 h 833387"/>
              <a:gd name="connsiteX1-53" fmla="*/ 12192000 w 12192000"/>
              <a:gd name="connsiteY1-54" fmla="*/ 0 h 833387"/>
              <a:gd name="connsiteX2-55" fmla="*/ 12192000 w 12192000"/>
              <a:gd name="connsiteY2-56" fmla="*/ 792480 h 833387"/>
              <a:gd name="connsiteX3-57" fmla="*/ 9215120 w 12192000"/>
              <a:gd name="connsiteY3-58" fmla="*/ 680720 h 833387"/>
              <a:gd name="connsiteX4-59" fmla="*/ 10160 w 12192000"/>
              <a:gd name="connsiteY4-60" fmla="*/ 345440 h 833387"/>
              <a:gd name="connsiteX5" fmla="*/ 0 w 12192000"/>
              <a:gd name="connsiteY5" fmla="*/ 0 h 833387"/>
              <a:gd name="connsiteX0-61" fmla="*/ 0 w 12192000"/>
              <a:gd name="connsiteY0-62" fmla="*/ 0 h 810530"/>
              <a:gd name="connsiteX1-63" fmla="*/ 12192000 w 12192000"/>
              <a:gd name="connsiteY1-64" fmla="*/ 0 h 810530"/>
              <a:gd name="connsiteX2-65" fmla="*/ 12192000 w 12192000"/>
              <a:gd name="connsiteY2-66" fmla="*/ 792480 h 810530"/>
              <a:gd name="connsiteX3-67" fmla="*/ 8879840 w 12192000"/>
              <a:gd name="connsiteY3-68" fmla="*/ 375920 h 810530"/>
              <a:gd name="connsiteX4-69" fmla="*/ 10160 w 12192000"/>
              <a:gd name="connsiteY4-70" fmla="*/ 345440 h 810530"/>
              <a:gd name="connsiteX5-71" fmla="*/ 0 w 12192000"/>
              <a:gd name="connsiteY5-72" fmla="*/ 0 h 810530"/>
              <a:gd name="connsiteX0-73" fmla="*/ 0 w 12192000"/>
              <a:gd name="connsiteY0-74" fmla="*/ 0 h 803483"/>
              <a:gd name="connsiteX1-75" fmla="*/ 12192000 w 12192000"/>
              <a:gd name="connsiteY1-76" fmla="*/ 0 h 803483"/>
              <a:gd name="connsiteX2-77" fmla="*/ 12192000 w 12192000"/>
              <a:gd name="connsiteY2-78" fmla="*/ 792480 h 803483"/>
              <a:gd name="connsiteX3-79" fmla="*/ 9834880 w 12192000"/>
              <a:gd name="connsiteY3-80" fmla="*/ 457200 h 803483"/>
              <a:gd name="connsiteX4-81" fmla="*/ 8879840 w 12192000"/>
              <a:gd name="connsiteY4-82" fmla="*/ 375920 h 803483"/>
              <a:gd name="connsiteX5-83" fmla="*/ 10160 w 12192000"/>
              <a:gd name="connsiteY5-84" fmla="*/ 345440 h 803483"/>
              <a:gd name="connsiteX6" fmla="*/ 0 w 12192000"/>
              <a:gd name="connsiteY6" fmla="*/ 0 h 803483"/>
              <a:gd name="connsiteX0-85" fmla="*/ 0 w 12192000"/>
              <a:gd name="connsiteY0-86" fmla="*/ 0 h 803483"/>
              <a:gd name="connsiteX1-87" fmla="*/ 12192000 w 12192000"/>
              <a:gd name="connsiteY1-88" fmla="*/ 0 h 803483"/>
              <a:gd name="connsiteX2-89" fmla="*/ 12192000 w 12192000"/>
              <a:gd name="connsiteY2-90" fmla="*/ 792480 h 803483"/>
              <a:gd name="connsiteX3-91" fmla="*/ 9834880 w 12192000"/>
              <a:gd name="connsiteY3-92" fmla="*/ 457200 h 803483"/>
              <a:gd name="connsiteX4-93" fmla="*/ 8879840 w 12192000"/>
              <a:gd name="connsiteY4-94" fmla="*/ 375920 h 803483"/>
              <a:gd name="connsiteX5-95" fmla="*/ 10160 w 12192000"/>
              <a:gd name="connsiteY5-96" fmla="*/ 345440 h 803483"/>
              <a:gd name="connsiteX6-97" fmla="*/ 0 w 12192000"/>
              <a:gd name="connsiteY6-98" fmla="*/ 0 h 803483"/>
              <a:gd name="connsiteX0-99" fmla="*/ 1320314 w 13512314"/>
              <a:gd name="connsiteY0-100" fmla="*/ 0 h 803483"/>
              <a:gd name="connsiteX1-101" fmla="*/ 13512314 w 13512314"/>
              <a:gd name="connsiteY1-102" fmla="*/ 0 h 803483"/>
              <a:gd name="connsiteX2-103" fmla="*/ 13512314 w 13512314"/>
              <a:gd name="connsiteY2-104" fmla="*/ 792480 h 803483"/>
              <a:gd name="connsiteX3-105" fmla="*/ 11155194 w 13512314"/>
              <a:gd name="connsiteY3-106" fmla="*/ 457200 h 803483"/>
              <a:gd name="connsiteX4-107" fmla="*/ 10200154 w 13512314"/>
              <a:gd name="connsiteY4-108" fmla="*/ 375920 h 803483"/>
              <a:gd name="connsiteX5-109" fmla="*/ 1330474 w 13512314"/>
              <a:gd name="connsiteY5-110" fmla="*/ 345440 h 803483"/>
              <a:gd name="connsiteX6-111" fmla="*/ 1320314 w 13512314"/>
              <a:gd name="connsiteY6-112" fmla="*/ 0 h 803483"/>
              <a:gd name="connsiteX0-113" fmla="*/ 1320314 w 14509230"/>
              <a:gd name="connsiteY0-114" fmla="*/ 0 h 803483"/>
              <a:gd name="connsiteX1-115" fmla="*/ 13512314 w 14509230"/>
              <a:gd name="connsiteY1-116" fmla="*/ 0 h 803483"/>
              <a:gd name="connsiteX2-117" fmla="*/ 13512314 w 14509230"/>
              <a:gd name="connsiteY2-118" fmla="*/ 792480 h 803483"/>
              <a:gd name="connsiteX3-119" fmla="*/ 11155194 w 14509230"/>
              <a:gd name="connsiteY3-120" fmla="*/ 457200 h 803483"/>
              <a:gd name="connsiteX4-121" fmla="*/ 10200154 w 14509230"/>
              <a:gd name="connsiteY4-122" fmla="*/ 375920 h 803483"/>
              <a:gd name="connsiteX5-123" fmla="*/ 1330474 w 14509230"/>
              <a:gd name="connsiteY5-124" fmla="*/ 345440 h 803483"/>
              <a:gd name="connsiteX6-125" fmla="*/ 1320314 w 14509230"/>
              <a:gd name="connsiteY6-126" fmla="*/ 0 h 803483"/>
              <a:gd name="connsiteX0-127" fmla="*/ 1320314 w 14511121"/>
              <a:gd name="connsiteY0-128" fmla="*/ 0 h 803483"/>
              <a:gd name="connsiteX1-129" fmla="*/ 13512314 w 14511121"/>
              <a:gd name="connsiteY1-130" fmla="*/ 0 h 803483"/>
              <a:gd name="connsiteX2-131" fmla="*/ 13512314 w 14511121"/>
              <a:gd name="connsiteY2-132" fmla="*/ 792480 h 803483"/>
              <a:gd name="connsiteX3-133" fmla="*/ 11155194 w 14511121"/>
              <a:gd name="connsiteY3-134" fmla="*/ 457200 h 803483"/>
              <a:gd name="connsiteX4-135" fmla="*/ 10200154 w 14511121"/>
              <a:gd name="connsiteY4-136" fmla="*/ 375920 h 803483"/>
              <a:gd name="connsiteX5-137" fmla="*/ 1330474 w 14511121"/>
              <a:gd name="connsiteY5-138" fmla="*/ 345440 h 803483"/>
              <a:gd name="connsiteX6-139" fmla="*/ 1320314 w 14511121"/>
              <a:gd name="connsiteY6-140" fmla="*/ 0 h 803483"/>
              <a:gd name="connsiteX0-141" fmla="*/ 1320314 w 13686915"/>
              <a:gd name="connsiteY0-142" fmla="*/ 0 h 803483"/>
              <a:gd name="connsiteX1-143" fmla="*/ 13512314 w 13686915"/>
              <a:gd name="connsiteY1-144" fmla="*/ 0 h 803483"/>
              <a:gd name="connsiteX2-145" fmla="*/ 13512314 w 13686915"/>
              <a:gd name="connsiteY2-146" fmla="*/ 792480 h 803483"/>
              <a:gd name="connsiteX3-147" fmla="*/ 11155194 w 13686915"/>
              <a:gd name="connsiteY3-148" fmla="*/ 457200 h 803483"/>
              <a:gd name="connsiteX4-149" fmla="*/ 10200154 w 13686915"/>
              <a:gd name="connsiteY4-150" fmla="*/ 375920 h 803483"/>
              <a:gd name="connsiteX5-151" fmla="*/ 1330474 w 13686915"/>
              <a:gd name="connsiteY5-152" fmla="*/ 345440 h 803483"/>
              <a:gd name="connsiteX6-153" fmla="*/ 1320314 w 13686915"/>
              <a:gd name="connsiteY6-154" fmla="*/ 0 h 803483"/>
              <a:gd name="connsiteX0-155" fmla="*/ 1320314 w 13512314"/>
              <a:gd name="connsiteY0-156" fmla="*/ 0 h 803483"/>
              <a:gd name="connsiteX1-157" fmla="*/ 13512314 w 13512314"/>
              <a:gd name="connsiteY1-158" fmla="*/ 0 h 803483"/>
              <a:gd name="connsiteX2-159" fmla="*/ 13512314 w 13512314"/>
              <a:gd name="connsiteY2-160" fmla="*/ 792480 h 803483"/>
              <a:gd name="connsiteX3-161" fmla="*/ 11155194 w 13512314"/>
              <a:gd name="connsiteY3-162" fmla="*/ 457200 h 803483"/>
              <a:gd name="connsiteX4-163" fmla="*/ 10200154 w 13512314"/>
              <a:gd name="connsiteY4-164" fmla="*/ 375920 h 803483"/>
              <a:gd name="connsiteX5-165" fmla="*/ 1330474 w 13512314"/>
              <a:gd name="connsiteY5-166" fmla="*/ 345440 h 803483"/>
              <a:gd name="connsiteX6-167" fmla="*/ 1320314 w 13512314"/>
              <a:gd name="connsiteY6-168" fmla="*/ 0 h 803483"/>
              <a:gd name="connsiteX0-169" fmla="*/ 1320314 w 13512314"/>
              <a:gd name="connsiteY0-170" fmla="*/ 0 h 847119"/>
              <a:gd name="connsiteX1-171" fmla="*/ 13512314 w 13512314"/>
              <a:gd name="connsiteY1-172" fmla="*/ 0 h 847119"/>
              <a:gd name="connsiteX2-173" fmla="*/ 13512314 w 13512314"/>
              <a:gd name="connsiteY2-174" fmla="*/ 792480 h 847119"/>
              <a:gd name="connsiteX3-175" fmla="*/ 11368554 w 13512314"/>
              <a:gd name="connsiteY3-176" fmla="*/ 792480 h 847119"/>
              <a:gd name="connsiteX4-177" fmla="*/ 10200154 w 13512314"/>
              <a:gd name="connsiteY4-178" fmla="*/ 375920 h 847119"/>
              <a:gd name="connsiteX5-179" fmla="*/ 1330474 w 13512314"/>
              <a:gd name="connsiteY5-180" fmla="*/ 345440 h 847119"/>
              <a:gd name="connsiteX6-181" fmla="*/ 1320314 w 13512314"/>
              <a:gd name="connsiteY6-182" fmla="*/ 0 h 847119"/>
              <a:gd name="connsiteX0-183" fmla="*/ 1320314 w 13512314"/>
              <a:gd name="connsiteY0-184" fmla="*/ 0 h 869791"/>
              <a:gd name="connsiteX1-185" fmla="*/ 13512314 w 13512314"/>
              <a:gd name="connsiteY1-186" fmla="*/ 0 h 869791"/>
              <a:gd name="connsiteX2-187" fmla="*/ 13512314 w 13512314"/>
              <a:gd name="connsiteY2-188" fmla="*/ 792480 h 869791"/>
              <a:gd name="connsiteX3-189" fmla="*/ 11368554 w 13512314"/>
              <a:gd name="connsiteY3-190" fmla="*/ 792480 h 869791"/>
              <a:gd name="connsiteX4-191" fmla="*/ 10200154 w 13512314"/>
              <a:gd name="connsiteY4-192" fmla="*/ 375920 h 869791"/>
              <a:gd name="connsiteX5-193" fmla="*/ 1330474 w 13512314"/>
              <a:gd name="connsiteY5-194" fmla="*/ 345440 h 869791"/>
              <a:gd name="connsiteX6-195" fmla="*/ 1320314 w 13512314"/>
              <a:gd name="connsiteY6-196" fmla="*/ 0 h 869791"/>
              <a:gd name="connsiteX0-197" fmla="*/ 1320314 w 13512314"/>
              <a:gd name="connsiteY0-198" fmla="*/ 0 h 851182"/>
              <a:gd name="connsiteX1-199" fmla="*/ 13512314 w 13512314"/>
              <a:gd name="connsiteY1-200" fmla="*/ 0 h 851182"/>
              <a:gd name="connsiteX2-201" fmla="*/ 13512314 w 13512314"/>
              <a:gd name="connsiteY2-202" fmla="*/ 792480 h 851182"/>
              <a:gd name="connsiteX3-203" fmla="*/ 11368554 w 13512314"/>
              <a:gd name="connsiteY3-204" fmla="*/ 792480 h 851182"/>
              <a:gd name="connsiteX4-205" fmla="*/ 10200154 w 13512314"/>
              <a:gd name="connsiteY4-206" fmla="*/ 375920 h 851182"/>
              <a:gd name="connsiteX5-207" fmla="*/ 1330474 w 13512314"/>
              <a:gd name="connsiteY5-208" fmla="*/ 345440 h 851182"/>
              <a:gd name="connsiteX6-209" fmla="*/ 1320314 w 13512314"/>
              <a:gd name="connsiteY6-210" fmla="*/ 0 h 851182"/>
              <a:gd name="connsiteX0-211" fmla="*/ 1320314 w 13512314"/>
              <a:gd name="connsiteY0-212" fmla="*/ 0 h 806026"/>
              <a:gd name="connsiteX1-213" fmla="*/ 13512314 w 13512314"/>
              <a:gd name="connsiteY1-214" fmla="*/ 0 h 806026"/>
              <a:gd name="connsiteX2-215" fmla="*/ 13512314 w 13512314"/>
              <a:gd name="connsiteY2-216" fmla="*/ 792480 h 806026"/>
              <a:gd name="connsiteX3-217" fmla="*/ 11368554 w 13512314"/>
              <a:gd name="connsiteY3-218" fmla="*/ 792480 h 806026"/>
              <a:gd name="connsiteX4-219" fmla="*/ 10200154 w 13512314"/>
              <a:gd name="connsiteY4-220" fmla="*/ 375920 h 806026"/>
              <a:gd name="connsiteX5-221" fmla="*/ 1330474 w 13512314"/>
              <a:gd name="connsiteY5-222" fmla="*/ 345440 h 806026"/>
              <a:gd name="connsiteX6-223" fmla="*/ 1320314 w 13512314"/>
              <a:gd name="connsiteY6-224" fmla="*/ 0 h 806026"/>
              <a:gd name="connsiteX0-225" fmla="*/ 1320314 w 13512314"/>
              <a:gd name="connsiteY0-226" fmla="*/ 0 h 806026"/>
              <a:gd name="connsiteX1-227" fmla="*/ 13512314 w 13512314"/>
              <a:gd name="connsiteY1-228" fmla="*/ 0 h 806026"/>
              <a:gd name="connsiteX2-229" fmla="*/ 13512314 w 13512314"/>
              <a:gd name="connsiteY2-230" fmla="*/ 792480 h 806026"/>
              <a:gd name="connsiteX3-231" fmla="*/ 11368554 w 13512314"/>
              <a:gd name="connsiteY3-232" fmla="*/ 792480 h 806026"/>
              <a:gd name="connsiteX4-233" fmla="*/ 10200154 w 13512314"/>
              <a:gd name="connsiteY4-234" fmla="*/ 375920 h 806026"/>
              <a:gd name="connsiteX5-235" fmla="*/ 1330474 w 13512314"/>
              <a:gd name="connsiteY5-236" fmla="*/ 345440 h 806026"/>
              <a:gd name="connsiteX6-237" fmla="*/ 1320314 w 13512314"/>
              <a:gd name="connsiteY6-238" fmla="*/ 0 h 806026"/>
              <a:gd name="connsiteX0-239" fmla="*/ 1320314 w 13512314"/>
              <a:gd name="connsiteY0-240" fmla="*/ 0 h 806026"/>
              <a:gd name="connsiteX1-241" fmla="*/ 13512314 w 13512314"/>
              <a:gd name="connsiteY1-242" fmla="*/ 0 h 806026"/>
              <a:gd name="connsiteX2-243" fmla="*/ 13512314 w 13512314"/>
              <a:gd name="connsiteY2-244" fmla="*/ 792480 h 806026"/>
              <a:gd name="connsiteX3-245" fmla="*/ 11368554 w 13512314"/>
              <a:gd name="connsiteY3-246" fmla="*/ 792480 h 806026"/>
              <a:gd name="connsiteX4-247" fmla="*/ 10200154 w 13512314"/>
              <a:gd name="connsiteY4-248" fmla="*/ 375920 h 806026"/>
              <a:gd name="connsiteX5-249" fmla="*/ 1330474 w 13512314"/>
              <a:gd name="connsiteY5-250" fmla="*/ 345440 h 806026"/>
              <a:gd name="connsiteX6-251" fmla="*/ 1320314 w 13512314"/>
              <a:gd name="connsiteY6-252" fmla="*/ 0 h 806026"/>
              <a:gd name="connsiteX0-253" fmla="*/ 1320314 w 13512314"/>
              <a:gd name="connsiteY0-254" fmla="*/ 0 h 806026"/>
              <a:gd name="connsiteX1-255" fmla="*/ 13512314 w 13512314"/>
              <a:gd name="connsiteY1-256" fmla="*/ 0 h 806026"/>
              <a:gd name="connsiteX2-257" fmla="*/ 13512314 w 13512314"/>
              <a:gd name="connsiteY2-258" fmla="*/ 792480 h 806026"/>
              <a:gd name="connsiteX3-259" fmla="*/ 11368554 w 13512314"/>
              <a:gd name="connsiteY3-260" fmla="*/ 792480 h 806026"/>
              <a:gd name="connsiteX4-261" fmla="*/ 10200154 w 13512314"/>
              <a:gd name="connsiteY4-262" fmla="*/ 375920 h 806026"/>
              <a:gd name="connsiteX5-263" fmla="*/ 1330474 w 13512314"/>
              <a:gd name="connsiteY5-264" fmla="*/ 345440 h 806026"/>
              <a:gd name="connsiteX6-265" fmla="*/ 1320314 w 13512314"/>
              <a:gd name="connsiteY6-266" fmla="*/ 0 h 806026"/>
              <a:gd name="connsiteX0-267" fmla="*/ 1320314 w 13512314"/>
              <a:gd name="connsiteY0-268" fmla="*/ 0 h 806026"/>
              <a:gd name="connsiteX1-269" fmla="*/ 13512314 w 13512314"/>
              <a:gd name="connsiteY1-270" fmla="*/ 0 h 806026"/>
              <a:gd name="connsiteX2-271" fmla="*/ 13512314 w 13512314"/>
              <a:gd name="connsiteY2-272" fmla="*/ 792480 h 806026"/>
              <a:gd name="connsiteX3-273" fmla="*/ 11368554 w 13512314"/>
              <a:gd name="connsiteY3-274" fmla="*/ 792480 h 806026"/>
              <a:gd name="connsiteX4-275" fmla="*/ 10200154 w 13512314"/>
              <a:gd name="connsiteY4-276" fmla="*/ 375920 h 806026"/>
              <a:gd name="connsiteX5-277" fmla="*/ 1330474 w 13512314"/>
              <a:gd name="connsiteY5-278" fmla="*/ 345440 h 806026"/>
              <a:gd name="connsiteX6-279" fmla="*/ 1320314 w 13512314"/>
              <a:gd name="connsiteY6-280" fmla="*/ 0 h 806026"/>
              <a:gd name="connsiteX0-281" fmla="*/ 1320314 w 13512314"/>
              <a:gd name="connsiteY0-282" fmla="*/ 0 h 806026"/>
              <a:gd name="connsiteX1-283" fmla="*/ 13512314 w 13512314"/>
              <a:gd name="connsiteY1-284" fmla="*/ 0 h 806026"/>
              <a:gd name="connsiteX2-285" fmla="*/ 13512314 w 13512314"/>
              <a:gd name="connsiteY2-286" fmla="*/ 792480 h 806026"/>
              <a:gd name="connsiteX3-287" fmla="*/ 11368554 w 13512314"/>
              <a:gd name="connsiteY3-288" fmla="*/ 792480 h 806026"/>
              <a:gd name="connsiteX4-289" fmla="*/ 10200154 w 13512314"/>
              <a:gd name="connsiteY4-290" fmla="*/ 375920 h 806026"/>
              <a:gd name="connsiteX5-291" fmla="*/ 1330474 w 13512314"/>
              <a:gd name="connsiteY5-292" fmla="*/ 345440 h 806026"/>
              <a:gd name="connsiteX6-293" fmla="*/ 1320314 w 13512314"/>
              <a:gd name="connsiteY6-294" fmla="*/ 0 h 806026"/>
              <a:gd name="connsiteX0-295" fmla="*/ 1320314 w 13512314"/>
              <a:gd name="connsiteY0-296" fmla="*/ 0 h 806026"/>
              <a:gd name="connsiteX1-297" fmla="*/ 13512314 w 13512314"/>
              <a:gd name="connsiteY1-298" fmla="*/ 0 h 806026"/>
              <a:gd name="connsiteX2-299" fmla="*/ 13512314 w 13512314"/>
              <a:gd name="connsiteY2-300" fmla="*/ 792480 h 806026"/>
              <a:gd name="connsiteX3-301" fmla="*/ 11368554 w 13512314"/>
              <a:gd name="connsiteY3-302" fmla="*/ 792480 h 806026"/>
              <a:gd name="connsiteX4-303" fmla="*/ 10200154 w 13512314"/>
              <a:gd name="connsiteY4-304" fmla="*/ 375920 h 806026"/>
              <a:gd name="connsiteX5-305" fmla="*/ 1330474 w 13512314"/>
              <a:gd name="connsiteY5-306" fmla="*/ 345440 h 806026"/>
              <a:gd name="connsiteX6-307" fmla="*/ 1320314 w 13512314"/>
              <a:gd name="connsiteY6-308" fmla="*/ 0 h 806026"/>
              <a:gd name="connsiteX0-309" fmla="*/ 649073 w 12841073"/>
              <a:gd name="connsiteY0-310" fmla="*/ 59 h 806085"/>
              <a:gd name="connsiteX1-311" fmla="*/ 12841073 w 12841073"/>
              <a:gd name="connsiteY1-312" fmla="*/ 59 h 806085"/>
              <a:gd name="connsiteX2-313" fmla="*/ 12841073 w 12841073"/>
              <a:gd name="connsiteY2-314" fmla="*/ 792539 h 806085"/>
              <a:gd name="connsiteX3-315" fmla="*/ 10697313 w 12841073"/>
              <a:gd name="connsiteY3-316" fmla="*/ 792539 h 806085"/>
              <a:gd name="connsiteX4-317" fmla="*/ 9528913 w 12841073"/>
              <a:gd name="connsiteY4-318" fmla="*/ 375979 h 806085"/>
              <a:gd name="connsiteX5-319" fmla="*/ 659233 w 12841073"/>
              <a:gd name="connsiteY5-320" fmla="*/ 345499 h 806085"/>
              <a:gd name="connsiteX6-321" fmla="*/ 649073 w 12841073"/>
              <a:gd name="connsiteY6-322" fmla="*/ 59 h 806085"/>
              <a:gd name="connsiteX0-323" fmla="*/ 0 w 12192000"/>
              <a:gd name="connsiteY0-324" fmla="*/ 59 h 806085"/>
              <a:gd name="connsiteX1-325" fmla="*/ 12192000 w 12192000"/>
              <a:gd name="connsiteY1-326" fmla="*/ 59 h 806085"/>
              <a:gd name="connsiteX2-327" fmla="*/ 12192000 w 12192000"/>
              <a:gd name="connsiteY2-328" fmla="*/ 792539 h 806085"/>
              <a:gd name="connsiteX3-329" fmla="*/ 10048240 w 12192000"/>
              <a:gd name="connsiteY3-330" fmla="*/ 792539 h 806085"/>
              <a:gd name="connsiteX4-331" fmla="*/ 8879840 w 12192000"/>
              <a:gd name="connsiteY4-332" fmla="*/ 375979 h 806085"/>
              <a:gd name="connsiteX5-333" fmla="*/ 10160 w 12192000"/>
              <a:gd name="connsiteY5-334" fmla="*/ 345499 h 806085"/>
              <a:gd name="connsiteX6-335" fmla="*/ 0 w 12192000"/>
              <a:gd name="connsiteY6-336" fmla="*/ 59 h 806085"/>
              <a:gd name="connsiteX0-337" fmla="*/ 0 w 12196549"/>
              <a:gd name="connsiteY0-338" fmla="*/ 59 h 806085"/>
              <a:gd name="connsiteX1-339" fmla="*/ 12196549 w 12196549"/>
              <a:gd name="connsiteY1-340" fmla="*/ 59 h 806085"/>
              <a:gd name="connsiteX2-341" fmla="*/ 12196549 w 12196549"/>
              <a:gd name="connsiteY2-342" fmla="*/ 792539 h 806085"/>
              <a:gd name="connsiteX3-343" fmla="*/ 10052789 w 12196549"/>
              <a:gd name="connsiteY3-344" fmla="*/ 792539 h 806085"/>
              <a:gd name="connsiteX4-345" fmla="*/ 8884389 w 12196549"/>
              <a:gd name="connsiteY4-346" fmla="*/ 375979 h 806085"/>
              <a:gd name="connsiteX5-347" fmla="*/ 14709 w 12196549"/>
              <a:gd name="connsiteY5-348" fmla="*/ 345499 h 806085"/>
              <a:gd name="connsiteX6-349" fmla="*/ 0 w 12196549"/>
              <a:gd name="connsiteY6-350" fmla="*/ 59 h 806085"/>
              <a:gd name="connsiteX0-351" fmla="*/ 0 w 12196549"/>
              <a:gd name="connsiteY0-352" fmla="*/ 58 h 806084"/>
              <a:gd name="connsiteX1-353" fmla="*/ 12196549 w 12196549"/>
              <a:gd name="connsiteY1-354" fmla="*/ 58 h 806084"/>
              <a:gd name="connsiteX2-355" fmla="*/ 12196549 w 12196549"/>
              <a:gd name="connsiteY2-356" fmla="*/ 792538 h 806084"/>
              <a:gd name="connsiteX3-357" fmla="*/ 10052789 w 12196549"/>
              <a:gd name="connsiteY3-358" fmla="*/ 792538 h 806084"/>
              <a:gd name="connsiteX4-359" fmla="*/ 8884389 w 12196549"/>
              <a:gd name="connsiteY4-360" fmla="*/ 375978 h 806084"/>
              <a:gd name="connsiteX5-361" fmla="*/ 3512 w 12196549"/>
              <a:gd name="connsiteY5-362" fmla="*/ 352962 h 806084"/>
              <a:gd name="connsiteX6-363" fmla="*/ 0 w 12196549"/>
              <a:gd name="connsiteY6-364" fmla="*/ 58 h 806084"/>
              <a:gd name="connsiteX0-365" fmla="*/ 0 w 12200281"/>
              <a:gd name="connsiteY0-366" fmla="*/ 3733 h 806026"/>
              <a:gd name="connsiteX1-367" fmla="*/ 12200281 w 12200281"/>
              <a:gd name="connsiteY1-368" fmla="*/ 0 h 806026"/>
              <a:gd name="connsiteX2-369" fmla="*/ 12200281 w 12200281"/>
              <a:gd name="connsiteY2-370" fmla="*/ 792480 h 806026"/>
              <a:gd name="connsiteX3-371" fmla="*/ 10056521 w 12200281"/>
              <a:gd name="connsiteY3-372" fmla="*/ 792480 h 806026"/>
              <a:gd name="connsiteX4-373" fmla="*/ 8888121 w 12200281"/>
              <a:gd name="connsiteY4-374" fmla="*/ 375920 h 806026"/>
              <a:gd name="connsiteX5-375" fmla="*/ 7244 w 12200281"/>
              <a:gd name="connsiteY5-376" fmla="*/ 352904 h 806026"/>
              <a:gd name="connsiteX6-377" fmla="*/ 0 w 12200281"/>
              <a:gd name="connsiteY6-378" fmla="*/ 3733 h 806026"/>
              <a:gd name="connsiteX0-379" fmla="*/ 0 w 12200281"/>
              <a:gd name="connsiteY0-380" fmla="*/ 3733 h 795992"/>
              <a:gd name="connsiteX1-381" fmla="*/ 12200281 w 12200281"/>
              <a:gd name="connsiteY1-382" fmla="*/ 0 h 795992"/>
              <a:gd name="connsiteX2-383" fmla="*/ 12200281 w 12200281"/>
              <a:gd name="connsiteY2-384" fmla="*/ 792480 h 795992"/>
              <a:gd name="connsiteX3-385" fmla="*/ 10056521 w 12200281"/>
              <a:gd name="connsiteY3-386" fmla="*/ 792480 h 795992"/>
              <a:gd name="connsiteX4-387" fmla="*/ 8888121 w 12200281"/>
              <a:gd name="connsiteY4-388" fmla="*/ 375920 h 795992"/>
              <a:gd name="connsiteX5-389" fmla="*/ 7244 w 12200281"/>
              <a:gd name="connsiteY5-390" fmla="*/ 352904 h 795992"/>
              <a:gd name="connsiteX6-391" fmla="*/ 0 w 12200281"/>
              <a:gd name="connsiteY6-392" fmla="*/ 3733 h 795992"/>
              <a:gd name="connsiteX0-393" fmla="*/ 0 w 12202789"/>
              <a:gd name="connsiteY0-394" fmla="*/ 3733 h 795992"/>
              <a:gd name="connsiteX1-395" fmla="*/ 12200281 w 12202789"/>
              <a:gd name="connsiteY1-396" fmla="*/ 0 h 795992"/>
              <a:gd name="connsiteX2-397" fmla="*/ 12200281 w 12202789"/>
              <a:gd name="connsiteY2-398" fmla="*/ 792480 h 795992"/>
              <a:gd name="connsiteX3-399" fmla="*/ 10056521 w 12202789"/>
              <a:gd name="connsiteY3-400" fmla="*/ 792480 h 795992"/>
              <a:gd name="connsiteX4-401" fmla="*/ 8888121 w 12202789"/>
              <a:gd name="connsiteY4-402" fmla="*/ 375920 h 795992"/>
              <a:gd name="connsiteX5-403" fmla="*/ 7244 w 12202789"/>
              <a:gd name="connsiteY5-404" fmla="*/ 352904 h 795992"/>
              <a:gd name="connsiteX6-405" fmla="*/ 0 w 12202789"/>
              <a:gd name="connsiteY6-406" fmla="*/ 3733 h 795992"/>
              <a:gd name="connsiteX0-407" fmla="*/ 0 w 12202789"/>
              <a:gd name="connsiteY0-408" fmla="*/ 3733 h 795992"/>
              <a:gd name="connsiteX1-409" fmla="*/ 12200281 w 12202789"/>
              <a:gd name="connsiteY1-410" fmla="*/ 0 h 795992"/>
              <a:gd name="connsiteX2-411" fmla="*/ 12200281 w 12202789"/>
              <a:gd name="connsiteY2-412" fmla="*/ 792480 h 795992"/>
              <a:gd name="connsiteX3-413" fmla="*/ 10056521 w 12202789"/>
              <a:gd name="connsiteY3-414" fmla="*/ 792480 h 795992"/>
              <a:gd name="connsiteX4-415" fmla="*/ 8888121 w 12202789"/>
              <a:gd name="connsiteY4-416" fmla="*/ 375920 h 795992"/>
              <a:gd name="connsiteX5-417" fmla="*/ 7244 w 12202789"/>
              <a:gd name="connsiteY5-418" fmla="*/ 352904 h 795992"/>
              <a:gd name="connsiteX6-419" fmla="*/ 0 w 12202789"/>
              <a:gd name="connsiteY6-420" fmla="*/ 3733 h 7959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  <a:cxn ang="0">
                <a:pos x="connsiteX6-97" y="connsiteY6-98"/>
              </a:cxn>
            </a:cxnLst>
            <a:rect l="l" t="t" r="r" b="b"/>
            <a:pathLst>
              <a:path w="12202789" h="795992">
                <a:moveTo>
                  <a:pt x="0" y="3733"/>
                </a:moveTo>
                <a:cubicBezTo>
                  <a:pt x="843" y="9005"/>
                  <a:pt x="8133521" y="1244"/>
                  <a:pt x="12200281" y="0"/>
                </a:cubicBezTo>
                <a:cubicBezTo>
                  <a:pt x="12200281" y="264160"/>
                  <a:pt x="12205925" y="195298"/>
                  <a:pt x="12200281" y="792480"/>
                </a:cubicBezTo>
                <a:cubicBezTo>
                  <a:pt x="12197459" y="800382"/>
                  <a:pt x="11128401" y="792480"/>
                  <a:pt x="10056521" y="792480"/>
                </a:cubicBezTo>
                <a:cubicBezTo>
                  <a:pt x="9504494" y="723053"/>
                  <a:pt x="9560470" y="364162"/>
                  <a:pt x="8888121" y="375920"/>
                </a:cubicBezTo>
                <a:cubicBezTo>
                  <a:pt x="8848376" y="358923"/>
                  <a:pt x="2963804" y="363064"/>
                  <a:pt x="7244" y="352904"/>
                </a:cubicBezTo>
                <a:cubicBezTo>
                  <a:pt x="-1234" y="347814"/>
                  <a:pt x="7897" y="-1515"/>
                  <a:pt x="0" y="3733"/>
                </a:cubicBezTo>
                <a:close/>
              </a:path>
            </a:pathLst>
          </a:custGeom>
          <a:solidFill>
            <a:srgbClr val="4256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4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556" y="45251"/>
            <a:ext cx="2237837" cy="413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 userDrawn="1"/>
        </p:nvSpPr>
        <p:spPr>
          <a:xfrm>
            <a:off x="-14605" y="6693535"/>
            <a:ext cx="12218035" cy="173990"/>
          </a:xfrm>
          <a:prstGeom prst="rect">
            <a:avLst/>
          </a:prstGeom>
          <a:solidFill>
            <a:srgbClr val="42563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075"/>
          </a:xfrm>
          <a:prstGeom prst="rect">
            <a:avLst/>
          </a:prstGeo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075"/>
          </a:xfrm>
          <a:prstGeom prst="rect">
            <a:avLst/>
          </a:prstGeo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44CCEC7-3A54-47D1-BB25-17A0FDA6379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5495661-81B6-46E9-A91E-889569155C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44CCEC7-3A54-47D1-BB25-17A0FDA6379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5495661-81B6-46E9-A91E-889569155C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44CCEC7-3A54-47D1-BB25-17A0FDA6379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5495661-81B6-46E9-A91E-889569155C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44CCEC7-3A54-47D1-BB25-17A0FDA6379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5495661-81B6-46E9-A91E-889569155C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49"/>
            <a:ext cx="4011084" cy="1162051"/>
          </a:xfrm>
          <a:prstGeom prst="rect">
            <a:avLst/>
          </a:prstGeo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44CCEC7-3A54-47D1-BB25-17A0FDA6379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5495661-81B6-46E9-A91E-889569155C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  <a:prstGeom prst="rect">
            <a:avLst/>
          </a:prstGeo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7"/>
            <a:ext cx="73152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44CCEC7-3A54-47D1-BB25-17A0FDA6379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5495661-81B6-46E9-A91E-889569155C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44CCEC7-3A54-47D1-BB25-17A0FDA6379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5495661-81B6-46E9-A91E-889569155C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06375"/>
            <a:ext cx="2743200" cy="4387851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375"/>
            <a:ext cx="8026400" cy="438785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44CCEC7-3A54-47D1-BB25-17A0FDA63797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5495661-81B6-46E9-A91E-889569155C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26" Type="http://schemas.openxmlformats.org/officeDocument/2006/relationships/tags" Target="../tags/tag33.xml"/><Relationship Id="rId39" Type="http://schemas.openxmlformats.org/officeDocument/2006/relationships/tags" Target="../tags/tag46.xml"/><Relationship Id="rId21" Type="http://schemas.openxmlformats.org/officeDocument/2006/relationships/tags" Target="../tags/tag28.xml"/><Relationship Id="rId34" Type="http://schemas.openxmlformats.org/officeDocument/2006/relationships/tags" Target="../tags/tag41.xml"/><Relationship Id="rId42" Type="http://schemas.openxmlformats.org/officeDocument/2006/relationships/tags" Target="../tags/tag49.xml"/><Relationship Id="rId47" Type="http://schemas.openxmlformats.org/officeDocument/2006/relationships/image" Target="../media/image9.svg"/><Relationship Id="rId50" Type="http://schemas.openxmlformats.org/officeDocument/2006/relationships/image" Target="../media/image12.png"/><Relationship Id="rId55" Type="http://schemas.openxmlformats.org/officeDocument/2006/relationships/image" Target="../media/image17.svg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5" Type="http://schemas.openxmlformats.org/officeDocument/2006/relationships/tags" Target="../tags/tag32.xml"/><Relationship Id="rId33" Type="http://schemas.openxmlformats.org/officeDocument/2006/relationships/tags" Target="../tags/tag40.xml"/><Relationship Id="rId38" Type="http://schemas.openxmlformats.org/officeDocument/2006/relationships/tags" Target="../tags/tag45.xml"/><Relationship Id="rId46" Type="http://schemas.openxmlformats.org/officeDocument/2006/relationships/image" Target="../media/image8.png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0" Type="http://schemas.openxmlformats.org/officeDocument/2006/relationships/tags" Target="../tags/tag27.xml"/><Relationship Id="rId29" Type="http://schemas.openxmlformats.org/officeDocument/2006/relationships/tags" Target="../tags/tag36.xml"/><Relationship Id="rId41" Type="http://schemas.openxmlformats.org/officeDocument/2006/relationships/tags" Target="../tags/tag48.xml"/><Relationship Id="rId54" Type="http://schemas.openxmlformats.org/officeDocument/2006/relationships/image" Target="../media/image16.pn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24" Type="http://schemas.openxmlformats.org/officeDocument/2006/relationships/tags" Target="../tags/tag31.xml"/><Relationship Id="rId32" Type="http://schemas.openxmlformats.org/officeDocument/2006/relationships/tags" Target="../tags/tag39.xml"/><Relationship Id="rId37" Type="http://schemas.openxmlformats.org/officeDocument/2006/relationships/tags" Target="../tags/tag44.xml"/><Relationship Id="rId40" Type="http://schemas.openxmlformats.org/officeDocument/2006/relationships/tags" Target="../tags/tag47.xml"/><Relationship Id="rId45" Type="http://schemas.openxmlformats.org/officeDocument/2006/relationships/notesSlide" Target="../notesSlides/notesSlide4.xml"/><Relationship Id="rId53" Type="http://schemas.openxmlformats.org/officeDocument/2006/relationships/image" Target="../media/image15.svg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23" Type="http://schemas.openxmlformats.org/officeDocument/2006/relationships/tags" Target="../tags/tag30.xml"/><Relationship Id="rId28" Type="http://schemas.openxmlformats.org/officeDocument/2006/relationships/tags" Target="../tags/tag35.xml"/><Relationship Id="rId36" Type="http://schemas.openxmlformats.org/officeDocument/2006/relationships/tags" Target="../tags/tag43.xml"/><Relationship Id="rId49" Type="http://schemas.openxmlformats.org/officeDocument/2006/relationships/image" Target="../media/image11.svg"/><Relationship Id="rId57" Type="http://schemas.openxmlformats.org/officeDocument/2006/relationships/image" Target="../media/image19.svg"/><Relationship Id="rId10" Type="http://schemas.openxmlformats.org/officeDocument/2006/relationships/tags" Target="../tags/tag17.xml"/><Relationship Id="rId19" Type="http://schemas.openxmlformats.org/officeDocument/2006/relationships/tags" Target="../tags/tag26.xml"/><Relationship Id="rId31" Type="http://schemas.openxmlformats.org/officeDocument/2006/relationships/tags" Target="../tags/tag38.xml"/><Relationship Id="rId44" Type="http://schemas.openxmlformats.org/officeDocument/2006/relationships/slideLayout" Target="../slideLayouts/slideLayout3.xml"/><Relationship Id="rId52" Type="http://schemas.openxmlformats.org/officeDocument/2006/relationships/image" Target="../media/image14.png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Relationship Id="rId22" Type="http://schemas.openxmlformats.org/officeDocument/2006/relationships/tags" Target="../tags/tag29.xml"/><Relationship Id="rId27" Type="http://schemas.openxmlformats.org/officeDocument/2006/relationships/tags" Target="../tags/tag34.xml"/><Relationship Id="rId30" Type="http://schemas.openxmlformats.org/officeDocument/2006/relationships/tags" Target="../tags/tag37.xml"/><Relationship Id="rId35" Type="http://schemas.openxmlformats.org/officeDocument/2006/relationships/tags" Target="../tags/tag42.xml"/><Relationship Id="rId43" Type="http://schemas.openxmlformats.org/officeDocument/2006/relationships/tags" Target="../tags/tag50.xml"/><Relationship Id="rId48" Type="http://schemas.openxmlformats.org/officeDocument/2006/relationships/image" Target="../media/image10.png"/><Relationship Id="rId56" Type="http://schemas.openxmlformats.org/officeDocument/2006/relationships/image" Target="../media/image18.png"/><Relationship Id="rId8" Type="http://schemas.openxmlformats.org/officeDocument/2006/relationships/tags" Target="../tags/tag15.xml"/><Relationship Id="rId51" Type="http://schemas.openxmlformats.org/officeDocument/2006/relationships/image" Target="../media/image13.svg"/><Relationship Id="rId3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63.xml"/><Relationship Id="rId18" Type="http://schemas.openxmlformats.org/officeDocument/2006/relationships/tags" Target="../tags/tag68.xml"/><Relationship Id="rId26" Type="http://schemas.openxmlformats.org/officeDocument/2006/relationships/tags" Target="../tags/tag76.xml"/><Relationship Id="rId39" Type="http://schemas.openxmlformats.org/officeDocument/2006/relationships/tags" Target="../tags/tag89.xml"/><Relationship Id="rId21" Type="http://schemas.openxmlformats.org/officeDocument/2006/relationships/tags" Target="../tags/tag71.xml"/><Relationship Id="rId34" Type="http://schemas.openxmlformats.org/officeDocument/2006/relationships/tags" Target="../tags/tag84.xml"/><Relationship Id="rId42" Type="http://schemas.openxmlformats.org/officeDocument/2006/relationships/tags" Target="../tags/tag92.xml"/><Relationship Id="rId47" Type="http://schemas.openxmlformats.org/officeDocument/2006/relationships/image" Target="../media/image9.svg"/><Relationship Id="rId50" Type="http://schemas.openxmlformats.org/officeDocument/2006/relationships/image" Target="../media/image12.png"/><Relationship Id="rId55" Type="http://schemas.openxmlformats.org/officeDocument/2006/relationships/image" Target="../media/image17.svg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tags" Target="../tags/tag67.xml"/><Relationship Id="rId25" Type="http://schemas.openxmlformats.org/officeDocument/2006/relationships/tags" Target="../tags/tag75.xml"/><Relationship Id="rId33" Type="http://schemas.openxmlformats.org/officeDocument/2006/relationships/tags" Target="../tags/tag83.xml"/><Relationship Id="rId38" Type="http://schemas.openxmlformats.org/officeDocument/2006/relationships/tags" Target="../tags/tag88.xml"/><Relationship Id="rId46" Type="http://schemas.openxmlformats.org/officeDocument/2006/relationships/image" Target="../media/image8.png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20" Type="http://schemas.openxmlformats.org/officeDocument/2006/relationships/tags" Target="../tags/tag70.xml"/><Relationship Id="rId29" Type="http://schemas.openxmlformats.org/officeDocument/2006/relationships/tags" Target="../tags/tag79.xml"/><Relationship Id="rId41" Type="http://schemas.openxmlformats.org/officeDocument/2006/relationships/tags" Target="../tags/tag91.xml"/><Relationship Id="rId54" Type="http://schemas.openxmlformats.org/officeDocument/2006/relationships/image" Target="../media/image16.png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24" Type="http://schemas.openxmlformats.org/officeDocument/2006/relationships/tags" Target="../tags/tag74.xml"/><Relationship Id="rId32" Type="http://schemas.openxmlformats.org/officeDocument/2006/relationships/tags" Target="../tags/tag82.xml"/><Relationship Id="rId37" Type="http://schemas.openxmlformats.org/officeDocument/2006/relationships/tags" Target="../tags/tag87.xml"/><Relationship Id="rId40" Type="http://schemas.openxmlformats.org/officeDocument/2006/relationships/tags" Target="../tags/tag90.xml"/><Relationship Id="rId45" Type="http://schemas.openxmlformats.org/officeDocument/2006/relationships/notesSlide" Target="../notesSlides/notesSlide5.xml"/><Relationship Id="rId53" Type="http://schemas.openxmlformats.org/officeDocument/2006/relationships/image" Target="../media/image15.svg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23" Type="http://schemas.openxmlformats.org/officeDocument/2006/relationships/tags" Target="../tags/tag73.xml"/><Relationship Id="rId28" Type="http://schemas.openxmlformats.org/officeDocument/2006/relationships/tags" Target="../tags/tag78.xml"/><Relationship Id="rId36" Type="http://schemas.openxmlformats.org/officeDocument/2006/relationships/tags" Target="../tags/tag86.xml"/><Relationship Id="rId49" Type="http://schemas.openxmlformats.org/officeDocument/2006/relationships/image" Target="../media/image11.svg"/><Relationship Id="rId57" Type="http://schemas.openxmlformats.org/officeDocument/2006/relationships/image" Target="../media/image19.svg"/><Relationship Id="rId10" Type="http://schemas.openxmlformats.org/officeDocument/2006/relationships/tags" Target="../tags/tag60.xml"/><Relationship Id="rId19" Type="http://schemas.openxmlformats.org/officeDocument/2006/relationships/tags" Target="../tags/tag69.xml"/><Relationship Id="rId31" Type="http://schemas.openxmlformats.org/officeDocument/2006/relationships/tags" Target="../tags/tag81.xml"/><Relationship Id="rId44" Type="http://schemas.openxmlformats.org/officeDocument/2006/relationships/slideLayout" Target="../slideLayouts/slideLayout3.xml"/><Relationship Id="rId52" Type="http://schemas.openxmlformats.org/officeDocument/2006/relationships/image" Target="../media/image14.png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Relationship Id="rId22" Type="http://schemas.openxmlformats.org/officeDocument/2006/relationships/tags" Target="../tags/tag72.xml"/><Relationship Id="rId27" Type="http://schemas.openxmlformats.org/officeDocument/2006/relationships/tags" Target="../tags/tag77.xml"/><Relationship Id="rId30" Type="http://schemas.openxmlformats.org/officeDocument/2006/relationships/tags" Target="../tags/tag80.xml"/><Relationship Id="rId35" Type="http://schemas.openxmlformats.org/officeDocument/2006/relationships/tags" Target="../tags/tag85.xml"/><Relationship Id="rId43" Type="http://schemas.openxmlformats.org/officeDocument/2006/relationships/tags" Target="../tags/tag93.xml"/><Relationship Id="rId48" Type="http://schemas.openxmlformats.org/officeDocument/2006/relationships/image" Target="../media/image10.png"/><Relationship Id="rId56" Type="http://schemas.openxmlformats.org/officeDocument/2006/relationships/image" Target="../media/image18.png"/><Relationship Id="rId8" Type="http://schemas.openxmlformats.org/officeDocument/2006/relationships/tags" Target="../tags/tag58.xml"/><Relationship Id="rId51" Type="http://schemas.openxmlformats.org/officeDocument/2006/relationships/image" Target="../media/image13.svg"/><Relationship Id="rId3" Type="http://schemas.openxmlformats.org/officeDocument/2006/relationships/tags" Target="../tags/tag5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113.xml"/><Relationship Id="rId18" Type="http://schemas.openxmlformats.org/officeDocument/2006/relationships/tags" Target="../tags/tag118.xml"/><Relationship Id="rId26" Type="http://schemas.openxmlformats.org/officeDocument/2006/relationships/tags" Target="../tags/tag126.xml"/><Relationship Id="rId39" Type="http://schemas.openxmlformats.org/officeDocument/2006/relationships/tags" Target="../tags/tag139.xml"/><Relationship Id="rId21" Type="http://schemas.openxmlformats.org/officeDocument/2006/relationships/tags" Target="../tags/tag121.xml"/><Relationship Id="rId34" Type="http://schemas.openxmlformats.org/officeDocument/2006/relationships/tags" Target="../tags/tag134.xml"/><Relationship Id="rId42" Type="http://schemas.openxmlformats.org/officeDocument/2006/relationships/tags" Target="../tags/tag142.xml"/><Relationship Id="rId47" Type="http://schemas.openxmlformats.org/officeDocument/2006/relationships/image" Target="../media/image9.svg"/><Relationship Id="rId50" Type="http://schemas.openxmlformats.org/officeDocument/2006/relationships/image" Target="../media/image12.png"/><Relationship Id="rId55" Type="http://schemas.openxmlformats.org/officeDocument/2006/relationships/image" Target="../media/image17.svg"/><Relationship Id="rId7" Type="http://schemas.openxmlformats.org/officeDocument/2006/relationships/tags" Target="../tags/tag107.xml"/><Relationship Id="rId12" Type="http://schemas.openxmlformats.org/officeDocument/2006/relationships/tags" Target="../tags/tag112.xml"/><Relationship Id="rId17" Type="http://schemas.openxmlformats.org/officeDocument/2006/relationships/tags" Target="../tags/tag117.xml"/><Relationship Id="rId25" Type="http://schemas.openxmlformats.org/officeDocument/2006/relationships/tags" Target="../tags/tag125.xml"/><Relationship Id="rId33" Type="http://schemas.openxmlformats.org/officeDocument/2006/relationships/tags" Target="../tags/tag133.xml"/><Relationship Id="rId38" Type="http://schemas.openxmlformats.org/officeDocument/2006/relationships/tags" Target="../tags/tag138.xml"/><Relationship Id="rId46" Type="http://schemas.openxmlformats.org/officeDocument/2006/relationships/image" Target="../media/image8.png"/><Relationship Id="rId2" Type="http://schemas.openxmlformats.org/officeDocument/2006/relationships/tags" Target="../tags/tag102.xml"/><Relationship Id="rId16" Type="http://schemas.openxmlformats.org/officeDocument/2006/relationships/tags" Target="../tags/tag116.xml"/><Relationship Id="rId20" Type="http://schemas.openxmlformats.org/officeDocument/2006/relationships/tags" Target="../tags/tag120.xml"/><Relationship Id="rId29" Type="http://schemas.openxmlformats.org/officeDocument/2006/relationships/tags" Target="../tags/tag129.xml"/><Relationship Id="rId41" Type="http://schemas.openxmlformats.org/officeDocument/2006/relationships/tags" Target="../tags/tag141.xml"/><Relationship Id="rId54" Type="http://schemas.openxmlformats.org/officeDocument/2006/relationships/image" Target="../media/image16.png"/><Relationship Id="rId1" Type="http://schemas.openxmlformats.org/officeDocument/2006/relationships/tags" Target="../tags/tag101.xml"/><Relationship Id="rId6" Type="http://schemas.openxmlformats.org/officeDocument/2006/relationships/tags" Target="../tags/tag106.xml"/><Relationship Id="rId11" Type="http://schemas.openxmlformats.org/officeDocument/2006/relationships/tags" Target="../tags/tag111.xml"/><Relationship Id="rId24" Type="http://schemas.openxmlformats.org/officeDocument/2006/relationships/tags" Target="../tags/tag124.xml"/><Relationship Id="rId32" Type="http://schemas.openxmlformats.org/officeDocument/2006/relationships/tags" Target="../tags/tag132.xml"/><Relationship Id="rId37" Type="http://schemas.openxmlformats.org/officeDocument/2006/relationships/tags" Target="../tags/tag137.xml"/><Relationship Id="rId40" Type="http://schemas.openxmlformats.org/officeDocument/2006/relationships/tags" Target="../tags/tag140.xml"/><Relationship Id="rId45" Type="http://schemas.openxmlformats.org/officeDocument/2006/relationships/notesSlide" Target="../notesSlides/notesSlide9.xml"/><Relationship Id="rId53" Type="http://schemas.openxmlformats.org/officeDocument/2006/relationships/image" Target="../media/image15.svg"/><Relationship Id="rId5" Type="http://schemas.openxmlformats.org/officeDocument/2006/relationships/tags" Target="../tags/tag105.xml"/><Relationship Id="rId15" Type="http://schemas.openxmlformats.org/officeDocument/2006/relationships/tags" Target="../tags/tag115.xml"/><Relationship Id="rId23" Type="http://schemas.openxmlformats.org/officeDocument/2006/relationships/tags" Target="../tags/tag123.xml"/><Relationship Id="rId28" Type="http://schemas.openxmlformats.org/officeDocument/2006/relationships/tags" Target="../tags/tag128.xml"/><Relationship Id="rId36" Type="http://schemas.openxmlformats.org/officeDocument/2006/relationships/tags" Target="../tags/tag136.xml"/><Relationship Id="rId49" Type="http://schemas.openxmlformats.org/officeDocument/2006/relationships/image" Target="../media/image11.svg"/><Relationship Id="rId57" Type="http://schemas.openxmlformats.org/officeDocument/2006/relationships/image" Target="../media/image19.svg"/><Relationship Id="rId10" Type="http://schemas.openxmlformats.org/officeDocument/2006/relationships/tags" Target="../tags/tag110.xml"/><Relationship Id="rId19" Type="http://schemas.openxmlformats.org/officeDocument/2006/relationships/tags" Target="../tags/tag119.xml"/><Relationship Id="rId31" Type="http://schemas.openxmlformats.org/officeDocument/2006/relationships/tags" Target="../tags/tag131.xml"/><Relationship Id="rId44" Type="http://schemas.openxmlformats.org/officeDocument/2006/relationships/slideLayout" Target="../slideLayouts/slideLayout3.xml"/><Relationship Id="rId52" Type="http://schemas.openxmlformats.org/officeDocument/2006/relationships/image" Target="../media/image14.png"/><Relationship Id="rId4" Type="http://schemas.openxmlformats.org/officeDocument/2006/relationships/tags" Target="../tags/tag104.xml"/><Relationship Id="rId9" Type="http://schemas.openxmlformats.org/officeDocument/2006/relationships/tags" Target="../tags/tag109.xml"/><Relationship Id="rId14" Type="http://schemas.openxmlformats.org/officeDocument/2006/relationships/tags" Target="../tags/tag114.xml"/><Relationship Id="rId22" Type="http://schemas.openxmlformats.org/officeDocument/2006/relationships/tags" Target="../tags/tag122.xml"/><Relationship Id="rId27" Type="http://schemas.openxmlformats.org/officeDocument/2006/relationships/tags" Target="../tags/tag127.xml"/><Relationship Id="rId30" Type="http://schemas.openxmlformats.org/officeDocument/2006/relationships/tags" Target="../tags/tag130.xml"/><Relationship Id="rId35" Type="http://schemas.openxmlformats.org/officeDocument/2006/relationships/tags" Target="../tags/tag135.xml"/><Relationship Id="rId43" Type="http://schemas.openxmlformats.org/officeDocument/2006/relationships/tags" Target="../tags/tag143.xml"/><Relationship Id="rId48" Type="http://schemas.openxmlformats.org/officeDocument/2006/relationships/image" Target="../media/image10.png"/><Relationship Id="rId56" Type="http://schemas.openxmlformats.org/officeDocument/2006/relationships/image" Target="../media/image18.png"/><Relationship Id="rId8" Type="http://schemas.openxmlformats.org/officeDocument/2006/relationships/tags" Target="../tags/tag108.xml"/><Relationship Id="rId51" Type="http://schemas.openxmlformats.org/officeDocument/2006/relationships/image" Target="../media/image13.svg"/><Relationship Id="rId3" Type="http://schemas.openxmlformats.org/officeDocument/2006/relationships/tags" Target="../tags/tag10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sv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23.svg"/><Relationship Id="rId12" Type="http://schemas.openxmlformats.org/officeDocument/2006/relationships/image" Target="../media/image2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4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7.xml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8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/>
          <p:cNvSpPr/>
          <p:nvPr>
            <p:custDataLst>
              <p:tags r:id="rId1"/>
            </p:custDataLst>
          </p:nvPr>
        </p:nvSpPr>
        <p:spPr>
          <a:xfrm>
            <a:off x="-15240" y="-71755"/>
            <a:ext cx="12218035" cy="702310"/>
          </a:xfrm>
          <a:custGeom>
            <a:avLst/>
            <a:gdLst>
              <a:gd name="connsiteX0" fmla="*/ 0 w 12192000"/>
              <a:gd name="connsiteY0" fmla="*/ 0 h 792480"/>
              <a:gd name="connsiteX1" fmla="*/ 12192000 w 12192000"/>
              <a:gd name="connsiteY1" fmla="*/ 0 h 792480"/>
              <a:gd name="connsiteX2" fmla="*/ 12192000 w 12192000"/>
              <a:gd name="connsiteY2" fmla="*/ 792480 h 792480"/>
              <a:gd name="connsiteX3" fmla="*/ 0 w 12192000"/>
              <a:gd name="connsiteY3" fmla="*/ 792480 h 792480"/>
              <a:gd name="connsiteX4" fmla="*/ 0 w 12192000"/>
              <a:gd name="connsiteY4" fmla="*/ 0 h 792480"/>
              <a:gd name="connsiteX0-1" fmla="*/ 0 w 12192000"/>
              <a:gd name="connsiteY0-2" fmla="*/ 0 h 792480"/>
              <a:gd name="connsiteX1-3" fmla="*/ 12192000 w 12192000"/>
              <a:gd name="connsiteY1-4" fmla="*/ 0 h 792480"/>
              <a:gd name="connsiteX2-5" fmla="*/ 12192000 w 12192000"/>
              <a:gd name="connsiteY2-6" fmla="*/ 792480 h 792480"/>
              <a:gd name="connsiteX3-7" fmla="*/ 10160 w 12192000"/>
              <a:gd name="connsiteY3-8" fmla="*/ 345440 h 792480"/>
              <a:gd name="connsiteX4-9" fmla="*/ 0 w 12192000"/>
              <a:gd name="connsiteY4-10" fmla="*/ 0 h 792480"/>
              <a:gd name="connsiteX0-11" fmla="*/ 0 w 12192000"/>
              <a:gd name="connsiteY0-12" fmla="*/ 0 h 792480"/>
              <a:gd name="connsiteX1-13" fmla="*/ 12192000 w 12192000"/>
              <a:gd name="connsiteY1-14" fmla="*/ 0 h 792480"/>
              <a:gd name="connsiteX2-15" fmla="*/ 12192000 w 12192000"/>
              <a:gd name="connsiteY2-16" fmla="*/ 792480 h 792480"/>
              <a:gd name="connsiteX3-17" fmla="*/ 10160 w 12192000"/>
              <a:gd name="connsiteY3-18" fmla="*/ 345440 h 792480"/>
              <a:gd name="connsiteX4-19" fmla="*/ 0 w 12192000"/>
              <a:gd name="connsiteY4-20" fmla="*/ 0 h 792480"/>
              <a:gd name="connsiteX0-21" fmla="*/ 0 w 12192000"/>
              <a:gd name="connsiteY0-22" fmla="*/ 0 h 914446"/>
              <a:gd name="connsiteX1-23" fmla="*/ 12192000 w 12192000"/>
              <a:gd name="connsiteY1-24" fmla="*/ 0 h 914446"/>
              <a:gd name="connsiteX2-25" fmla="*/ 12192000 w 12192000"/>
              <a:gd name="connsiteY2-26" fmla="*/ 792480 h 914446"/>
              <a:gd name="connsiteX3-27" fmla="*/ 10160 w 12192000"/>
              <a:gd name="connsiteY3-28" fmla="*/ 345440 h 914446"/>
              <a:gd name="connsiteX4-29" fmla="*/ 0 w 12192000"/>
              <a:gd name="connsiteY4-30" fmla="*/ 0 h 914446"/>
              <a:gd name="connsiteX0-31" fmla="*/ 0 w 12192000"/>
              <a:gd name="connsiteY0-32" fmla="*/ 0 h 855886"/>
              <a:gd name="connsiteX1-33" fmla="*/ 12192000 w 12192000"/>
              <a:gd name="connsiteY1-34" fmla="*/ 0 h 855886"/>
              <a:gd name="connsiteX2-35" fmla="*/ 12192000 w 12192000"/>
              <a:gd name="connsiteY2-36" fmla="*/ 792480 h 855886"/>
              <a:gd name="connsiteX3-37" fmla="*/ 10160 w 12192000"/>
              <a:gd name="connsiteY3-38" fmla="*/ 345440 h 855886"/>
              <a:gd name="connsiteX4-39" fmla="*/ 0 w 12192000"/>
              <a:gd name="connsiteY4-40" fmla="*/ 0 h 855886"/>
              <a:gd name="connsiteX0-41" fmla="*/ 0 w 12192000"/>
              <a:gd name="connsiteY0-42" fmla="*/ 0 h 792508"/>
              <a:gd name="connsiteX1-43" fmla="*/ 12192000 w 12192000"/>
              <a:gd name="connsiteY1-44" fmla="*/ 0 h 792508"/>
              <a:gd name="connsiteX2-45" fmla="*/ 12192000 w 12192000"/>
              <a:gd name="connsiteY2-46" fmla="*/ 792480 h 792508"/>
              <a:gd name="connsiteX3-47" fmla="*/ 10160 w 12192000"/>
              <a:gd name="connsiteY3-48" fmla="*/ 345440 h 792508"/>
              <a:gd name="connsiteX4-49" fmla="*/ 0 w 12192000"/>
              <a:gd name="connsiteY4-50" fmla="*/ 0 h 792508"/>
              <a:gd name="connsiteX0-51" fmla="*/ 0 w 12192000"/>
              <a:gd name="connsiteY0-52" fmla="*/ 0 h 833387"/>
              <a:gd name="connsiteX1-53" fmla="*/ 12192000 w 12192000"/>
              <a:gd name="connsiteY1-54" fmla="*/ 0 h 833387"/>
              <a:gd name="connsiteX2-55" fmla="*/ 12192000 w 12192000"/>
              <a:gd name="connsiteY2-56" fmla="*/ 792480 h 833387"/>
              <a:gd name="connsiteX3-57" fmla="*/ 9215120 w 12192000"/>
              <a:gd name="connsiteY3-58" fmla="*/ 680720 h 833387"/>
              <a:gd name="connsiteX4-59" fmla="*/ 10160 w 12192000"/>
              <a:gd name="connsiteY4-60" fmla="*/ 345440 h 833387"/>
              <a:gd name="connsiteX5" fmla="*/ 0 w 12192000"/>
              <a:gd name="connsiteY5" fmla="*/ 0 h 833387"/>
              <a:gd name="connsiteX0-61" fmla="*/ 0 w 12192000"/>
              <a:gd name="connsiteY0-62" fmla="*/ 0 h 810530"/>
              <a:gd name="connsiteX1-63" fmla="*/ 12192000 w 12192000"/>
              <a:gd name="connsiteY1-64" fmla="*/ 0 h 810530"/>
              <a:gd name="connsiteX2-65" fmla="*/ 12192000 w 12192000"/>
              <a:gd name="connsiteY2-66" fmla="*/ 792480 h 810530"/>
              <a:gd name="connsiteX3-67" fmla="*/ 8879840 w 12192000"/>
              <a:gd name="connsiteY3-68" fmla="*/ 375920 h 810530"/>
              <a:gd name="connsiteX4-69" fmla="*/ 10160 w 12192000"/>
              <a:gd name="connsiteY4-70" fmla="*/ 345440 h 810530"/>
              <a:gd name="connsiteX5-71" fmla="*/ 0 w 12192000"/>
              <a:gd name="connsiteY5-72" fmla="*/ 0 h 810530"/>
              <a:gd name="connsiteX0-73" fmla="*/ 0 w 12192000"/>
              <a:gd name="connsiteY0-74" fmla="*/ 0 h 803483"/>
              <a:gd name="connsiteX1-75" fmla="*/ 12192000 w 12192000"/>
              <a:gd name="connsiteY1-76" fmla="*/ 0 h 803483"/>
              <a:gd name="connsiteX2-77" fmla="*/ 12192000 w 12192000"/>
              <a:gd name="connsiteY2-78" fmla="*/ 792480 h 803483"/>
              <a:gd name="connsiteX3-79" fmla="*/ 9834880 w 12192000"/>
              <a:gd name="connsiteY3-80" fmla="*/ 457200 h 803483"/>
              <a:gd name="connsiteX4-81" fmla="*/ 8879840 w 12192000"/>
              <a:gd name="connsiteY4-82" fmla="*/ 375920 h 803483"/>
              <a:gd name="connsiteX5-83" fmla="*/ 10160 w 12192000"/>
              <a:gd name="connsiteY5-84" fmla="*/ 345440 h 803483"/>
              <a:gd name="connsiteX6" fmla="*/ 0 w 12192000"/>
              <a:gd name="connsiteY6" fmla="*/ 0 h 803483"/>
              <a:gd name="connsiteX0-85" fmla="*/ 0 w 12192000"/>
              <a:gd name="connsiteY0-86" fmla="*/ 0 h 803483"/>
              <a:gd name="connsiteX1-87" fmla="*/ 12192000 w 12192000"/>
              <a:gd name="connsiteY1-88" fmla="*/ 0 h 803483"/>
              <a:gd name="connsiteX2-89" fmla="*/ 12192000 w 12192000"/>
              <a:gd name="connsiteY2-90" fmla="*/ 792480 h 803483"/>
              <a:gd name="connsiteX3-91" fmla="*/ 9834880 w 12192000"/>
              <a:gd name="connsiteY3-92" fmla="*/ 457200 h 803483"/>
              <a:gd name="connsiteX4-93" fmla="*/ 8879840 w 12192000"/>
              <a:gd name="connsiteY4-94" fmla="*/ 375920 h 803483"/>
              <a:gd name="connsiteX5-95" fmla="*/ 10160 w 12192000"/>
              <a:gd name="connsiteY5-96" fmla="*/ 345440 h 803483"/>
              <a:gd name="connsiteX6-97" fmla="*/ 0 w 12192000"/>
              <a:gd name="connsiteY6-98" fmla="*/ 0 h 803483"/>
              <a:gd name="connsiteX0-99" fmla="*/ 1320314 w 13512314"/>
              <a:gd name="connsiteY0-100" fmla="*/ 0 h 803483"/>
              <a:gd name="connsiteX1-101" fmla="*/ 13512314 w 13512314"/>
              <a:gd name="connsiteY1-102" fmla="*/ 0 h 803483"/>
              <a:gd name="connsiteX2-103" fmla="*/ 13512314 w 13512314"/>
              <a:gd name="connsiteY2-104" fmla="*/ 792480 h 803483"/>
              <a:gd name="connsiteX3-105" fmla="*/ 11155194 w 13512314"/>
              <a:gd name="connsiteY3-106" fmla="*/ 457200 h 803483"/>
              <a:gd name="connsiteX4-107" fmla="*/ 10200154 w 13512314"/>
              <a:gd name="connsiteY4-108" fmla="*/ 375920 h 803483"/>
              <a:gd name="connsiteX5-109" fmla="*/ 1330474 w 13512314"/>
              <a:gd name="connsiteY5-110" fmla="*/ 345440 h 803483"/>
              <a:gd name="connsiteX6-111" fmla="*/ 1320314 w 13512314"/>
              <a:gd name="connsiteY6-112" fmla="*/ 0 h 803483"/>
              <a:gd name="connsiteX0-113" fmla="*/ 1320314 w 14509230"/>
              <a:gd name="connsiteY0-114" fmla="*/ 0 h 803483"/>
              <a:gd name="connsiteX1-115" fmla="*/ 13512314 w 14509230"/>
              <a:gd name="connsiteY1-116" fmla="*/ 0 h 803483"/>
              <a:gd name="connsiteX2-117" fmla="*/ 13512314 w 14509230"/>
              <a:gd name="connsiteY2-118" fmla="*/ 792480 h 803483"/>
              <a:gd name="connsiteX3-119" fmla="*/ 11155194 w 14509230"/>
              <a:gd name="connsiteY3-120" fmla="*/ 457200 h 803483"/>
              <a:gd name="connsiteX4-121" fmla="*/ 10200154 w 14509230"/>
              <a:gd name="connsiteY4-122" fmla="*/ 375920 h 803483"/>
              <a:gd name="connsiteX5-123" fmla="*/ 1330474 w 14509230"/>
              <a:gd name="connsiteY5-124" fmla="*/ 345440 h 803483"/>
              <a:gd name="connsiteX6-125" fmla="*/ 1320314 w 14509230"/>
              <a:gd name="connsiteY6-126" fmla="*/ 0 h 803483"/>
              <a:gd name="connsiteX0-127" fmla="*/ 1320314 w 14511121"/>
              <a:gd name="connsiteY0-128" fmla="*/ 0 h 803483"/>
              <a:gd name="connsiteX1-129" fmla="*/ 13512314 w 14511121"/>
              <a:gd name="connsiteY1-130" fmla="*/ 0 h 803483"/>
              <a:gd name="connsiteX2-131" fmla="*/ 13512314 w 14511121"/>
              <a:gd name="connsiteY2-132" fmla="*/ 792480 h 803483"/>
              <a:gd name="connsiteX3-133" fmla="*/ 11155194 w 14511121"/>
              <a:gd name="connsiteY3-134" fmla="*/ 457200 h 803483"/>
              <a:gd name="connsiteX4-135" fmla="*/ 10200154 w 14511121"/>
              <a:gd name="connsiteY4-136" fmla="*/ 375920 h 803483"/>
              <a:gd name="connsiteX5-137" fmla="*/ 1330474 w 14511121"/>
              <a:gd name="connsiteY5-138" fmla="*/ 345440 h 803483"/>
              <a:gd name="connsiteX6-139" fmla="*/ 1320314 w 14511121"/>
              <a:gd name="connsiteY6-140" fmla="*/ 0 h 803483"/>
              <a:gd name="connsiteX0-141" fmla="*/ 1320314 w 13686915"/>
              <a:gd name="connsiteY0-142" fmla="*/ 0 h 803483"/>
              <a:gd name="connsiteX1-143" fmla="*/ 13512314 w 13686915"/>
              <a:gd name="connsiteY1-144" fmla="*/ 0 h 803483"/>
              <a:gd name="connsiteX2-145" fmla="*/ 13512314 w 13686915"/>
              <a:gd name="connsiteY2-146" fmla="*/ 792480 h 803483"/>
              <a:gd name="connsiteX3-147" fmla="*/ 11155194 w 13686915"/>
              <a:gd name="connsiteY3-148" fmla="*/ 457200 h 803483"/>
              <a:gd name="connsiteX4-149" fmla="*/ 10200154 w 13686915"/>
              <a:gd name="connsiteY4-150" fmla="*/ 375920 h 803483"/>
              <a:gd name="connsiteX5-151" fmla="*/ 1330474 w 13686915"/>
              <a:gd name="connsiteY5-152" fmla="*/ 345440 h 803483"/>
              <a:gd name="connsiteX6-153" fmla="*/ 1320314 w 13686915"/>
              <a:gd name="connsiteY6-154" fmla="*/ 0 h 803483"/>
              <a:gd name="connsiteX0-155" fmla="*/ 1320314 w 13512314"/>
              <a:gd name="connsiteY0-156" fmla="*/ 0 h 803483"/>
              <a:gd name="connsiteX1-157" fmla="*/ 13512314 w 13512314"/>
              <a:gd name="connsiteY1-158" fmla="*/ 0 h 803483"/>
              <a:gd name="connsiteX2-159" fmla="*/ 13512314 w 13512314"/>
              <a:gd name="connsiteY2-160" fmla="*/ 792480 h 803483"/>
              <a:gd name="connsiteX3-161" fmla="*/ 11155194 w 13512314"/>
              <a:gd name="connsiteY3-162" fmla="*/ 457200 h 803483"/>
              <a:gd name="connsiteX4-163" fmla="*/ 10200154 w 13512314"/>
              <a:gd name="connsiteY4-164" fmla="*/ 375920 h 803483"/>
              <a:gd name="connsiteX5-165" fmla="*/ 1330474 w 13512314"/>
              <a:gd name="connsiteY5-166" fmla="*/ 345440 h 803483"/>
              <a:gd name="connsiteX6-167" fmla="*/ 1320314 w 13512314"/>
              <a:gd name="connsiteY6-168" fmla="*/ 0 h 803483"/>
              <a:gd name="connsiteX0-169" fmla="*/ 1320314 w 13512314"/>
              <a:gd name="connsiteY0-170" fmla="*/ 0 h 847119"/>
              <a:gd name="connsiteX1-171" fmla="*/ 13512314 w 13512314"/>
              <a:gd name="connsiteY1-172" fmla="*/ 0 h 847119"/>
              <a:gd name="connsiteX2-173" fmla="*/ 13512314 w 13512314"/>
              <a:gd name="connsiteY2-174" fmla="*/ 792480 h 847119"/>
              <a:gd name="connsiteX3-175" fmla="*/ 11368554 w 13512314"/>
              <a:gd name="connsiteY3-176" fmla="*/ 792480 h 847119"/>
              <a:gd name="connsiteX4-177" fmla="*/ 10200154 w 13512314"/>
              <a:gd name="connsiteY4-178" fmla="*/ 375920 h 847119"/>
              <a:gd name="connsiteX5-179" fmla="*/ 1330474 w 13512314"/>
              <a:gd name="connsiteY5-180" fmla="*/ 345440 h 847119"/>
              <a:gd name="connsiteX6-181" fmla="*/ 1320314 w 13512314"/>
              <a:gd name="connsiteY6-182" fmla="*/ 0 h 847119"/>
              <a:gd name="connsiteX0-183" fmla="*/ 1320314 w 13512314"/>
              <a:gd name="connsiteY0-184" fmla="*/ 0 h 869791"/>
              <a:gd name="connsiteX1-185" fmla="*/ 13512314 w 13512314"/>
              <a:gd name="connsiteY1-186" fmla="*/ 0 h 869791"/>
              <a:gd name="connsiteX2-187" fmla="*/ 13512314 w 13512314"/>
              <a:gd name="connsiteY2-188" fmla="*/ 792480 h 869791"/>
              <a:gd name="connsiteX3-189" fmla="*/ 11368554 w 13512314"/>
              <a:gd name="connsiteY3-190" fmla="*/ 792480 h 869791"/>
              <a:gd name="connsiteX4-191" fmla="*/ 10200154 w 13512314"/>
              <a:gd name="connsiteY4-192" fmla="*/ 375920 h 869791"/>
              <a:gd name="connsiteX5-193" fmla="*/ 1330474 w 13512314"/>
              <a:gd name="connsiteY5-194" fmla="*/ 345440 h 869791"/>
              <a:gd name="connsiteX6-195" fmla="*/ 1320314 w 13512314"/>
              <a:gd name="connsiteY6-196" fmla="*/ 0 h 869791"/>
              <a:gd name="connsiteX0-197" fmla="*/ 1320314 w 13512314"/>
              <a:gd name="connsiteY0-198" fmla="*/ 0 h 851182"/>
              <a:gd name="connsiteX1-199" fmla="*/ 13512314 w 13512314"/>
              <a:gd name="connsiteY1-200" fmla="*/ 0 h 851182"/>
              <a:gd name="connsiteX2-201" fmla="*/ 13512314 w 13512314"/>
              <a:gd name="connsiteY2-202" fmla="*/ 792480 h 851182"/>
              <a:gd name="connsiteX3-203" fmla="*/ 11368554 w 13512314"/>
              <a:gd name="connsiteY3-204" fmla="*/ 792480 h 851182"/>
              <a:gd name="connsiteX4-205" fmla="*/ 10200154 w 13512314"/>
              <a:gd name="connsiteY4-206" fmla="*/ 375920 h 851182"/>
              <a:gd name="connsiteX5-207" fmla="*/ 1330474 w 13512314"/>
              <a:gd name="connsiteY5-208" fmla="*/ 345440 h 851182"/>
              <a:gd name="connsiteX6-209" fmla="*/ 1320314 w 13512314"/>
              <a:gd name="connsiteY6-210" fmla="*/ 0 h 851182"/>
              <a:gd name="connsiteX0-211" fmla="*/ 1320314 w 13512314"/>
              <a:gd name="connsiteY0-212" fmla="*/ 0 h 806026"/>
              <a:gd name="connsiteX1-213" fmla="*/ 13512314 w 13512314"/>
              <a:gd name="connsiteY1-214" fmla="*/ 0 h 806026"/>
              <a:gd name="connsiteX2-215" fmla="*/ 13512314 w 13512314"/>
              <a:gd name="connsiteY2-216" fmla="*/ 792480 h 806026"/>
              <a:gd name="connsiteX3-217" fmla="*/ 11368554 w 13512314"/>
              <a:gd name="connsiteY3-218" fmla="*/ 792480 h 806026"/>
              <a:gd name="connsiteX4-219" fmla="*/ 10200154 w 13512314"/>
              <a:gd name="connsiteY4-220" fmla="*/ 375920 h 806026"/>
              <a:gd name="connsiteX5-221" fmla="*/ 1330474 w 13512314"/>
              <a:gd name="connsiteY5-222" fmla="*/ 345440 h 806026"/>
              <a:gd name="connsiteX6-223" fmla="*/ 1320314 w 13512314"/>
              <a:gd name="connsiteY6-224" fmla="*/ 0 h 806026"/>
              <a:gd name="connsiteX0-225" fmla="*/ 1320314 w 13512314"/>
              <a:gd name="connsiteY0-226" fmla="*/ 0 h 806026"/>
              <a:gd name="connsiteX1-227" fmla="*/ 13512314 w 13512314"/>
              <a:gd name="connsiteY1-228" fmla="*/ 0 h 806026"/>
              <a:gd name="connsiteX2-229" fmla="*/ 13512314 w 13512314"/>
              <a:gd name="connsiteY2-230" fmla="*/ 792480 h 806026"/>
              <a:gd name="connsiteX3-231" fmla="*/ 11368554 w 13512314"/>
              <a:gd name="connsiteY3-232" fmla="*/ 792480 h 806026"/>
              <a:gd name="connsiteX4-233" fmla="*/ 10200154 w 13512314"/>
              <a:gd name="connsiteY4-234" fmla="*/ 375920 h 806026"/>
              <a:gd name="connsiteX5-235" fmla="*/ 1330474 w 13512314"/>
              <a:gd name="connsiteY5-236" fmla="*/ 345440 h 806026"/>
              <a:gd name="connsiteX6-237" fmla="*/ 1320314 w 13512314"/>
              <a:gd name="connsiteY6-238" fmla="*/ 0 h 806026"/>
              <a:gd name="connsiteX0-239" fmla="*/ 1320314 w 13512314"/>
              <a:gd name="connsiteY0-240" fmla="*/ 0 h 806026"/>
              <a:gd name="connsiteX1-241" fmla="*/ 13512314 w 13512314"/>
              <a:gd name="connsiteY1-242" fmla="*/ 0 h 806026"/>
              <a:gd name="connsiteX2-243" fmla="*/ 13512314 w 13512314"/>
              <a:gd name="connsiteY2-244" fmla="*/ 792480 h 806026"/>
              <a:gd name="connsiteX3-245" fmla="*/ 11368554 w 13512314"/>
              <a:gd name="connsiteY3-246" fmla="*/ 792480 h 806026"/>
              <a:gd name="connsiteX4-247" fmla="*/ 10200154 w 13512314"/>
              <a:gd name="connsiteY4-248" fmla="*/ 375920 h 806026"/>
              <a:gd name="connsiteX5-249" fmla="*/ 1330474 w 13512314"/>
              <a:gd name="connsiteY5-250" fmla="*/ 345440 h 806026"/>
              <a:gd name="connsiteX6-251" fmla="*/ 1320314 w 13512314"/>
              <a:gd name="connsiteY6-252" fmla="*/ 0 h 806026"/>
              <a:gd name="connsiteX0-253" fmla="*/ 1320314 w 13512314"/>
              <a:gd name="connsiteY0-254" fmla="*/ 0 h 806026"/>
              <a:gd name="connsiteX1-255" fmla="*/ 13512314 w 13512314"/>
              <a:gd name="connsiteY1-256" fmla="*/ 0 h 806026"/>
              <a:gd name="connsiteX2-257" fmla="*/ 13512314 w 13512314"/>
              <a:gd name="connsiteY2-258" fmla="*/ 792480 h 806026"/>
              <a:gd name="connsiteX3-259" fmla="*/ 11368554 w 13512314"/>
              <a:gd name="connsiteY3-260" fmla="*/ 792480 h 806026"/>
              <a:gd name="connsiteX4-261" fmla="*/ 10200154 w 13512314"/>
              <a:gd name="connsiteY4-262" fmla="*/ 375920 h 806026"/>
              <a:gd name="connsiteX5-263" fmla="*/ 1330474 w 13512314"/>
              <a:gd name="connsiteY5-264" fmla="*/ 345440 h 806026"/>
              <a:gd name="connsiteX6-265" fmla="*/ 1320314 w 13512314"/>
              <a:gd name="connsiteY6-266" fmla="*/ 0 h 806026"/>
              <a:gd name="connsiteX0-267" fmla="*/ 1320314 w 13512314"/>
              <a:gd name="connsiteY0-268" fmla="*/ 0 h 806026"/>
              <a:gd name="connsiteX1-269" fmla="*/ 13512314 w 13512314"/>
              <a:gd name="connsiteY1-270" fmla="*/ 0 h 806026"/>
              <a:gd name="connsiteX2-271" fmla="*/ 13512314 w 13512314"/>
              <a:gd name="connsiteY2-272" fmla="*/ 792480 h 806026"/>
              <a:gd name="connsiteX3-273" fmla="*/ 11368554 w 13512314"/>
              <a:gd name="connsiteY3-274" fmla="*/ 792480 h 806026"/>
              <a:gd name="connsiteX4-275" fmla="*/ 10200154 w 13512314"/>
              <a:gd name="connsiteY4-276" fmla="*/ 375920 h 806026"/>
              <a:gd name="connsiteX5-277" fmla="*/ 1330474 w 13512314"/>
              <a:gd name="connsiteY5-278" fmla="*/ 345440 h 806026"/>
              <a:gd name="connsiteX6-279" fmla="*/ 1320314 w 13512314"/>
              <a:gd name="connsiteY6-280" fmla="*/ 0 h 806026"/>
              <a:gd name="connsiteX0-281" fmla="*/ 1320314 w 13512314"/>
              <a:gd name="connsiteY0-282" fmla="*/ 0 h 806026"/>
              <a:gd name="connsiteX1-283" fmla="*/ 13512314 w 13512314"/>
              <a:gd name="connsiteY1-284" fmla="*/ 0 h 806026"/>
              <a:gd name="connsiteX2-285" fmla="*/ 13512314 w 13512314"/>
              <a:gd name="connsiteY2-286" fmla="*/ 792480 h 806026"/>
              <a:gd name="connsiteX3-287" fmla="*/ 11368554 w 13512314"/>
              <a:gd name="connsiteY3-288" fmla="*/ 792480 h 806026"/>
              <a:gd name="connsiteX4-289" fmla="*/ 10200154 w 13512314"/>
              <a:gd name="connsiteY4-290" fmla="*/ 375920 h 806026"/>
              <a:gd name="connsiteX5-291" fmla="*/ 1330474 w 13512314"/>
              <a:gd name="connsiteY5-292" fmla="*/ 345440 h 806026"/>
              <a:gd name="connsiteX6-293" fmla="*/ 1320314 w 13512314"/>
              <a:gd name="connsiteY6-294" fmla="*/ 0 h 806026"/>
              <a:gd name="connsiteX0-295" fmla="*/ 1320314 w 13512314"/>
              <a:gd name="connsiteY0-296" fmla="*/ 0 h 806026"/>
              <a:gd name="connsiteX1-297" fmla="*/ 13512314 w 13512314"/>
              <a:gd name="connsiteY1-298" fmla="*/ 0 h 806026"/>
              <a:gd name="connsiteX2-299" fmla="*/ 13512314 w 13512314"/>
              <a:gd name="connsiteY2-300" fmla="*/ 792480 h 806026"/>
              <a:gd name="connsiteX3-301" fmla="*/ 11368554 w 13512314"/>
              <a:gd name="connsiteY3-302" fmla="*/ 792480 h 806026"/>
              <a:gd name="connsiteX4-303" fmla="*/ 10200154 w 13512314"/>
              <a:gd name="connsiteY4-304" fmla="*/ 375920 h 806026"/>
              <a:gd name="connsiteX5-305" fmla="*/ 1330474 w 13512314"/>
              <a:gd name="connsiteY5-306" fmla="*/ 345440 h 806026"/>
              <a:gd name="connsiteX6-307" fmla="*/ 1320314 w 13512314"/>
              <a:gd name="connsiteY6-308" fmla="*/ 0 h 806026"/>
              <a:gd name="connsiteX0-309" fmla="*/ 649073 w 12841073"/>
              <a:gd name="connsiteY0-310" fmla="*/ 59 h 806085"/>
              <a:gd name="connsiteX1-311" fmla="*/ 12841073 w 12841073"/>
              <a:gd name="connsiteY1-312" fmla="*/ 59 h 806085"/>
              <a:gd name="connsiteX2-313" fmla="*/ 12841073 w 12841073"/>
              <a:gd name="connsiteY2-314" fmla="*/ 792539 h 806085"/>
              <a:gd name="connsiteX3-315" fmla="*/ 10697313 w 12841073"/>
              <a:gd name="connsiteY3-316" fmla="*/ 792539 h 806085"/>
              <a:gd name="connsiteX4-317" fmla="*/ 9528913 w 12841073"/>
              <a:gd name="connsiteY4-318" fmla="*/ 375979 h 806085"/>
              <a:gd name="connsiteX5-319" fmla="*/ 659233 w 12841073"/>
              <a:gd name="connsiteY5-320" fmla="*/ 345499 h 806085"/>
              <a:gd name="connsiteX6-321" fmla="*/ 649073 w 12841073"/>
              <a:gd name="connsiteY6-322" fmla="*/ 59 h 806085"/>
              <a:gd name="connsiteX0-323" fmla="*/ 0 w 12192000"/>
              <a:gd name="connsiteY0-324" fmla="*/ 59 h 806085"/>
              <a:gd name="connsiteX1-325" fmla="*/ 12192000 w 12192000"/>
              <a:gd name="connsiteY1-326" fmla="*/ 59 h 806085"/>
              <a:gd name="connsiteX2-327" fmla="*/ 12192000 w 12192000"/>
              <a:gd name="connsiteY2-328" fmla="*/ 792539 h 806085"/>
              <a:gd name="connsiteX3-329" fmla="*/ 10048240 w 12192000"/>
              <a:gd name="connsiteY3-330" fmla="*/ 792539 h 806085"/>
              <a:gd name="connsiteX4-331" fmla="*/ 8879840 w 12192000"/>
              <a:gd name="connsiteY4-332" fmla="*/ 375979 h 806085"/>
              <a:gd name="connsiteX5-333" fmla="*/ 10160 w 12192000"/>
              <a:gd name="connsiteY5-334" fmla="*/ 345499 h 806085"/>
              <a:gd name="connsiteX6-335" fmla="*/ 0 w 12192000"/>
              <a:gd name="connsiteY6-336" fmla="*/ 59 h 806085"/>
              <a:gd name="connsiteX0-337" fmla="*/ 0 w 12196549"/>
              <a:gd name="connsiteY0-338" fmla="*/ 59 h 806085"/>
              <a:gd name="connsiteX1-339" fmla="*/ 12196549 w 12196549"/>
              <a:gd name="connsiteY1-340" fmla="*/ 59 h 806085"/>
              <a:gd name="connsiteX2-341" fmla="*/ 12196549 w 12196549"/>
              <a:gd name="connsiteY2-342" fmla="*/ 792539 h 806085"/>
              <a:gd name="connsiteX3-343" fmla="*/ 10052789 w 12196549"/>
              <a:gd name="connsiteY3-344" fmla="*/ 792539 h 806085"/>
              <a:gd name="connsiteX4-345" fmla="*/ 8884389 w 12196549"/>
              <a:gd name="connsiteY4-346" fmla="*/ 375979 h 806085"/>
              <a:gd name="connsiteX5-347" fmla="*/ 14709 w 12196549"/>
              <a:gd name="connsiteY5-348" fmla="*/ 345499 h 806085"/>
              <a:gd name="connsiteX6-349" fmla="*/ 0 w 12196549"/>
              <a:gd name="connsiteY6-350" fmla="*/ 59 h 806085"/>
              <a:gd name="connsiteX0-351" fmla="*/ 0 w 12196549"/>
              <a:gd name="connsiteY0-352" fmla="*/ 58 h 806084"/>
              <a:gd name="connsiteX1-353" fmla="*/ 12196549 w 12196549"/>
              <a:gd name="connsiteY1-354" fmla="*/ 58 h 806084"/>
              <a:gd name="connsiteX2-355" fmla="*/ 12196549 w 12196549"/>
              <a:gd name="connsiteY2-356" fmla="*/ 792538 h 806084"/>
              <a:gd name="connsiteX3-357" fmla="*/ 10052789 w 12196549"/>
              <a:gd name="connsiteY3-358" fmla="*/ 792538 h 806084"/>
              <a:gd name="connsiteX4-359" fmla="*/ 8884389 w 12196549"/>
              <a:gd name="connsiteY4-360" fmla="*/ 375978 h 806084"/>
              <a:gd name="connsiteX5-361" fmla="*/ 3512 w 12196549"/>
              <a:gd name="connsiteY5-362" fmla="*/ 352962 h 806084"/>
              <a:gd name="connsiteX6-363" fmla="*/ 0 w 12196549"/>
              <a:gd name="connsiteY6-364" fmla="*/ 58 h 806084"/>
              <a:gd name="connsiteX0-365" fmla="*/ 0 w 12200281"/>
              <a:gd name="connsiteY0-366" fmla="*/ 3733 h 806026"/>
              <a:gd name="connsiteX1-367" fmla="*/ 12200281 w 12200281"/>
              <a:gd name="connsiteY1-368" fmla="*/ 0 h 806026"/>
              <a:gd name="connsiteX2-369" fmla="*/ 12200281 w 12200281"/>
              <a:gd name="connsiteY2-370" fmla="*/ 792480 h 806026"/>
              <a:gd name="connsiteX3-371" fmla="*/ 10056521 w 12200281"/>
              <a:gd name="connsiteY3-372" fmla="*/ 792480 h 806026"/>
              <a:gd name="connsiteX4-373" fmla="*/ 8888121 w 12200281"/>
              <a:gd name="connsiteY4-374" fmla="*/ 375920 h 806026"/>
              <a:gd name="connsiteX5-375" fmla="*/ 7244 w 12200281"/>
              <a:gd name="connsiteY5-376" fmla="*/ 352904 h 806026"/>
              <a:gd name="connsiteX6-377" fmla="*/ 0 w 12200281"/>
              <a:gd name="connsiteY6-378" fmla="*/ 3733 h 806026"/>
              <a:gd name="connsiteX0-379" fmla="*/ 0 w 12200281"/>
              <a:gd name="connsiteY0-380" fmla="*/ 3733 h 795992"/>
              <a:gd name="connsiteX1-381" fmla="*/ 12200281 w 12200281"/>
              <a:gd name="connsiteY1-382" fmla="*/ 0 h 795992"/>
              <a:gd name="connsiteX2-383" fmla="*/ 12200281 w 12200281"/>
              <a:gd name="connsiteY2-384" fmla="*/ 792480 h 795992"/>
              <a:gd name="connsiteX3-385" fmla="*/ 10056521 w 12200281"/>
              <a:gd name="connsiteY3-386" fmla="*/ 792480 h 795992"/>
              <a:gd name="connsiteX4-387" fmla="*/ 8888121 w 12200281"/>
              <a:gd name="connsiteY4-388" fmla="*/ 375920 h 795992"/>
              <a:gd name="connsiteX5-389" fmla="*/ 7244 w 12200281"/>
              <a:gd name="connsiteY5-390" fmla="*/ 352904 h 795992"/>
              <a:gd name="connsiteX6-391" fmla="*/ 0 w 12200281"/>
              <a:gd name="connsiteY6-392" fmla="*/ 3733 h 795992"/>
              <a:gd name="connsiteX0-393" fmla="*/ 0 w 12202789"/>
              <a:gd name="connsiteY0-394" fmla="*/ 3733 h 795992"/>
              <a:gd name="connsiteX1-395" fmla="*/ 12200281 w 12202789"/>
              <a:gd name="connsiteY1-396" fmla="*/ 0 h 795992"/>
              <a:gd name="connsiteX2-397" fmla="*/ 12200281 w 12202789"/>
              <a:gd name="connsiteY2-398" fmla="*/ 792480 h 795992"/>
              <a:gd name="connsiteX3-399" fmla="*/ 10056521 w 12202789"/>
              <a:gd name="connsiteY3-400" fmla="*/ 792480 h 795992"/>
              <a:gd name="connsiteX4-401" fmla="*/ 8888121 w 12202789"/>
              <a:gd name="connsiteY4-402" fmla="*/ 375920 h 795992"/>
              <a:gd name="connsiteX5-403" fmla="*/ 7244 w 12202789"/>
              <a:gd name="connsiteY5-404" fmla="*/ 352904 h 795992"/>
              <a:gd name="connsiteX6-405" fmla="*/ 0 w 12202789"/>
              <a:gd name="connsiteY6-406" fmla="*/ 3733 h 795992"/>
              <a:gd name="connsiteX0-407" fmla="*/ 0 w 12202789"/>
              <a:gd name="connsiteY0-408" fmla="*/ 3733 h 795992"/>
              <a:gd name="connsiteX1-409" fmla="*/ 12200281 w 12202789"/>
              <a:gd name="connsiteY1-410" fmla="*/ 0 h 795992"/>
              <a:gd name="connsiteX2-411" fmla="*/ 12200281 w 12202789"/>
              <a:gd name="connsiteY2-412" fmla="*/ 792480 h 795992"/>
              <a:gd name="connsiteX3-413" fmla="*/ 10056521 w 12202789"/>
              <a:gd name="connsiteY3-414" fmla="*/ 792480 h 795992"/>
              <a:gd name="connsiteX4-415" fmla="*/ 8888121 w 12202789"/>
              <a:gd name="connsiteY4-416" fmla="*/ 375920 h 795992"/>
              <a:gd name="connsiteX5-417" fmla="*/ 7244 w 12202789"/>
              <a:gd name="connsiteY5-418" fmla="*/ 352904 h 795992"/>
              <a:gd name="connsiteX6-419" fmla="*/ 0 w 12202789"/>
              <a:gd name="connsiteY6-420" fmla="*/ 3733 h 7959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  <a:cxn ang="0">
                <a:pos x="connsiteX6-97" y="connsiteY6-98"/>
              </a:cxn>
            </a:cxnLst>
            <a:rect l="l" t="t" r="r" b="b"/>
            <a:pathLst>
              <a:path w="12202789" h="795992">
                <a:moveTo>
                  <a:pt x="0" y="3733"/>
                </a:moveTo>
                <a:cubicBezTo>
                  <a:pt x="843" y="9005"/>
                  <a:pt x="8133521" y="1244"/>
                  <a:pt x="12200281" y="0"/>
                </a:cubicBezTo>
                <a:cubicBezTo>
                  <a:pt x="12200281" y="264160"/>
                  <a:pt x="12205925" y="195298"/>
                  <a:pt x="12200281" y="792480"/>
                </a:cubicBezTo>
                <a:cubicBezTo>
                  <a:pt x="12197459" y="800382"/>
                  <a:pt x="11128401" y="792480"/>
                  <a:pt x="10056521" y="792480"/>
                </a:cubicBezTo>
                <a:cubicBezTo>
                  <a:pt x="9504494" y="723053"/>
                  <a:pt x="9560470" y="364162"/>
                  <a:pt x="8888121" y="375920"/>
                </a:cubicBezTo>
                <a:cubicBezTo>
                  <a:pt x="8848376" y="358923"/>
                  <a:pt x="2963804" y="363064"/>
                  <a:pt x="7244" y="352904"/>
                </a:cubicBezTo>
                <a:cubicBezTo>
                  <a:pt x="-1234" y="347814"/>
                  <a:pt x="7897" y="-1515"/>
                  <a:pt x="0" y="3733"/>
                </a:cubicBezTo>
                <a:close/>
              </a:path>
            </a:pathLst>
          </a:custGeom>
          <a:solidFill>
            <a:srgbClr val="4256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-14605" y="6693535"/>
            <a:ext cx="12218035" cy="173990"/>
          </a:xfrm>
          <a:prstGeom prst="rect">
            <a:avLst/>
          </a:prstGeom>
          <a:solidFill>
            <a:srgbClr val="42563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91135" y="692150"/>
            <a:ext cx="4199890" cy="5833110"/>
          </a:xfrm>
          <a:prstGeom prst="rect">
            <a:avLst/>
          </a:prstGeom>
          <a:noFill/>
          <a:ln w="28575">
            <a:solidFill>
              <a:srgbClr val="42563E"/>
            </a:solidFill>
            <a:prstDash val="dashDot"/>
          </a:ln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>
                <a:solidFill>
                  <a:schemeClr val="accent6"/>
                </a:solidFill>
                <a:latin typeface="黑体" panose="02010609060101010101" charset="-122"/>
                <a:ea typeface="黑体" panose="02010609060101010101" charset="-122"/>
                <a:cs typeface="宋体" panose="02010600030101010101" pitchFamily="2" charset="-122"/>
              </a:rPr>
              <a:t>台风快讯</a:t>
            </a:r>
          </a:p>
          <a:p>
            <a:pPr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solidFill>
                  <a:schemeClr val="accent6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预计，“贝碧嘉”将于15日夜间至16日上午在浙江宁波到江苏启东一带沿海登陆。</a:t>
            </a:r>
            <a:r>
              <a:rPr lang="zh-CN" altLang="en-US" sz="2400" b="1">
                <a:solidFill>
                  <a:schemeClr val="tx2">
                    <a:lumMod val="75000"/>
                  </a:schemeClr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中心经过的附近海域或地区风力可达12-14级、阵风15-16级。江苏南部、浙江北部、上海将有大到暴雨，部分地区有大暴雨（100-120毫米）。</a:t>
            </a:r>
            <a:r>
              <a:rPr lang="zh-CN" altLang="en-US" sz="2400">
                <a:solidFill>
                  <a:schemeClr val="accent6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中秋假期期间，台风“贝碧嘉”将影响局部区域出行。</a:t>
            </a:r>
          </a:p>
        </p:txBody>
      </p:sp>
      <p:pic>
        <p:nvPicPr>
          <p:cNvPr id="17" name="图片 16" descr="C:/Users/86131/Desktop/台风树枝被吹断.jpeg台风树枝被吹断"/>
          <p:cNvPicPr>
            <a:picLocks noChangeAspect="1"/>
          </p:cNvPicPr>
          <p:nvPr/>
        </p:nvPicPr>
        <p:blipFill>
          <a:blip r:embed="rId4"/>
          <a:srcRect l="10960" t="15946" r="10960"/>
          <a:stretch>
            <a:fillRect/>
          </a:stretch>
        </p:blipFill>
        <p:spPr>
          <a:xfrm>
            <a:off x="8351520" y="1125220"/>
            <a:ext cx="3731895" cy="267779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9336405" y="4077335"/>
            <a:ext cx="2044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6"/>
                </a:solidFill>
              </a:rPr>
              <a:t>台风天出行的人们</a:t>
            </a:r>
          </a:p>
        </p:txBody>
      </p:sp>
      <p:pic>
        <p:nvPicPr>
          <p:cNvPr id="19" name="图片 18" descr="台风送外卖"/>
          <p:cNvPicPr>
            <a:picLocks noChangeAspect="1"/>
          </p:cNvPicPr>
          <p:nvPr/>
        </p:nvPicPr>
        <p:blipFill>
          <a:blip r:embed="rId5"/>
          <a:srcRect l="5333" r="22667" b="16747"/>
          <a:stretch>
            <a:fillRect/>
          </a:stretch>
        </p:blipFill>
        <p:spPr>
          <a:xfrm>
            <a:off x="4601845" y="1123950"/>
            <a:ext cx="3492500" cy="268986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5448300" y="4077335"/>
            <a:ext cx="1800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6"/>
                </a:solidFill>
              </a:rPr>
              <a:t>暴雨中的外卖员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/>
          <p:cNvSpPr/>
          <p:nvPr>
            <p:custDataLst>
              <p:tags r:id="rId1"/>
            </p:custDataLst>
          </p:nvPr>
        </p:nvSpPr>
        <p:spPr>
          <a:xfrm>
            <a:off x="-15240" y="-71755"/>
            <a:ext cx="12218035" cy="702310"/>
          </a:xfrm>
          <a:custGeom>
            <a:avLst/>
            <a:gdLst>
              <a:gd name="connsiteX0" fmla="*/ 0 w 12192000"/>
              <a:gd name="connsiteY0" fmla="*/ 0 h 792480"/>
              <a:gd name="connsiteX1" fmla="*/ 12192000 w 12192000"/>
              <a:gd name="connsiteY1" fmla="*/ 0 h 792480"/>
              <a:gd name="connsiteX2" fmla="*/ 12192000 w 12192000"/>
              <a:gd name="connsiteY2" fmla="*/ 792480 h 792480"/>
              <a:gd name="connsiteX3" fmla="*/ 0 w 12192000"/>
              <a:gd name="connsiteY3" fmla="*/ 792480 h 792480"/>
              <a:gd name="connsiteX4" fmla="*/ 0 w 12192000"/>
              <a:gd name="connsiteY4" fmla="*/ 0 h 792480"/>
              <a:gd name="connsiteX0-1" fmla="*/ 0 w 12192000"/>
              <a:gd name="connsiteY0-2" fmla="*/ 0 h 792480"/>
              <a:gd name="connsiteX1-3" fmla="*/ 12192000 w 12192000"/>
              <a:gd name="connsiteY1-4" fmla="*/ 0 h 792480"/>
              <a:gd name="connsiteX2-5" fmla="*/ 12192000 w 12192000"/>
              <a:gd name="connsiteY2-6" fmla="*/ 792480 h 792480"/>
              <a:gd name="connsiteX3-7" fmla="*/ 10160 w 12192000"/>
              <a:gd name="connsiteY3-8" fmla="*/ 345440 h 792480"/>
              <a:gd name="connsiteX4-9" fmla="*/ 0 w 12192000"/>
              <a:gd name="connsiteY4-10" fmla="*/ 0 h 792480"/>
              <a:gd name="connsiteX0-11" fmla="*/ 0 w 12192000"/>
              <a:gd name="connsiteY0-12" fmla="*/ 0 h 792480"/>
              <a:gd name="connsiteX1-13" fmla="*/ 12192000 w 12192000"/>
              <a:gd name="connsiteY1-14" fmla="*/ 0 h 792480"/>
              <a:gd name="connsiteX2-15" fmla="*/ 12192000 w 12192000"/>
              <a:gd name="connsiteY2-16" fmla="*/ 792480 h 792480"/>
              <a:gd name="connsiteX3-17" fmla="*/ 10160 w 12192000"/>
              <a:gd name="connsiteY3-18" fmla="*/ 345440 h 792480"/>
              <a:gd name="connsiteX4-19" fmla="*/ 0 w 12192000"/>
              <a:gd name="connsiteY4-20" fmla="*/ 0 h 792480"/>
              <a:gd name="connsiteX0-21" fmla="*/ 0 w 12192000"/>
              <a:gd name="connsiteY0-22" fmla="*/ 0 h 914446"/>
              <a:gd name="connsiteX1-23" fmla="*/ 12192000 w 12192000"/>
              <a:gd name="connsiteY1-24" fmla="*/ 0 h 914446"/>
              <a:gd name="connsiteX2-25" fmla="*/ 12192000 w 12192000"/>
              <a:gd name="connsiteY2-26" fmla="*/ 792480 h 914446"/>
              <a:gd name="connsiteX3-27" fmla="*/ 10160 w 12192000"/>
              <a:gd name="connsiteY3-28" fmla="*/ 345440 h 914446"/>
              <a:gd name="connsiteX4-29" fmla="*/ 0 w 12192000"/>
              <a:gd name="connsiteY4-30" fmla="*/ 0 h 914446"/>
              <a:gd name="connsiteX0-31" fmla="*/ 0 w 12192000"/>
              <a:gd name="connsiteY0-32" fmla="*/ 0 h 855886"/>
              <a:gd name="connsiteX1-33" fmla="*/ 12192000 w 12192000"/>
              <a:gd name="connsiteY1-34" fmla="*/ 0 h 855886"/>
              <a:gd name="connsiteX2-35" fmla="*/ 12192000 w 12192000"/>
              <a:gd name="connsiteY2-36" fmla="*/ 792480 h 855886"/>
              <a:gd name="connsiteX3-37" fmla="*/ 10160 w 12192000"/>
              <a:gd name="connsiteY3-38" fmla="*/ 345440 h 855886"/>
              <a:gd name="connsiteX4-39" fmla="*/ 0 w 12192000"/>
              <a:gd name="connsiteY4-40" fmla="*/ 0 h 855886"/>
              <a:gd name="connsiteX0-41" fmla="*/ 0 w 12192000"/>
              <a:gd name="connsiteY0-42" fmla="*/ 0 h 792508"/>
              <a:gd name="connsiteX1-43" fmla="*/ 12192000 w 12192000"/>
              <a:gd name="connsiteY1-44" fmla="*/ 0 h 792508"/>
              <a:gd name="connsiteX2-45" fmla="*/ 12192000 w 12192000"/>
              <a:gd name="connsiteY2-46" fmla="*/ 792480 h 792508"/>
              <a:gd name="connsiteX3-47" fmla="*/ 10160 w 12192000"/>
              <a:gd name="connsiteY3-48" fmla="*/ 345440 h 792508"/>
              <a:gd name="connsiteX4-49" fmla="*/ 0 w 12192000"/>
              <a:gd name="connsiteY4-50" fmla="*/ 0 h 792508"/>
              <a:gd name="connsiteX0-51" fmla="*/ 0 w 12192000"/>
              <a:gd name="connsiteY0-52" fmla="*/ 0 h 833387"/>
              <a:gd name="connsiteX1-53" fmla="*/ 12192000 w 12192000"/>
              <a:gd name="connsiteY1-54" fmla="*/ 0 h 833387"/>
              <a:gd name="connsiteX2-55" fmla="*/ 12192000 w 12192000"/>
              <a:gd name="connsiteY2-56" fmla="*/ 792480 h 833387"/>
              <a:gd name="connsiteX3-57" fmla="*/ 9215120 w 12192000"/>
              <a:gd name="connsiteY3-58" fmla="*/ 680720 h 833387"/>
              <a:gd name="connsiteX4-59" fmla="*/ 10160 w 12192000"/>
              <a:gd name="connsiteY4-60" fmla="*/ 345440 h 833387"/>
              <a:gd name="connsiteX5" fmla="*/ 0 w 12192000"/>
              <a:gd name="connsiteY5" fmla="*/ 0 h 833387"/>
              <a:gd name="connsiteX0-61" fmla="*/ 0 w 12192000"/>
              <a:gd name="connsiteY0-62" fmla="*/ 0 h 810530"/>
              <a:gd name="connsiteX1-63" fmla="*/ 12192000 w 12192000"/>
              <a:gd name="connsiteY1-64" fmla="*/ 0 h 810530"/>
              <a:gd name="connsiteX2-65" fmla="*/ 12192000 w 12192000"/>
              <a:gd name="connsiteY2-66" fmla="*/ 792480 h 810530"/>
              <a:gd name="connsiteX3-67" fmla="*/ 8879840 w 12192000"/>
              <a:gd name="connsiteY3-68" fmla="*/ 375920 h 810530"/>
              <a:gd name="connsiteX4-69" fmla="*/ 10160 w 12192000"/>
              <a:gd name="connsiteY4-70" fmla="*/ 345440 h 810530"/>
              <a:gd name="connsiteX5-71" fmla="*/ 0 w 12192000"/>
              <a:gd name="connsiteY5-72" fmla="*/ 0 h 810530"/>
              <a:gd name="connsiteX0-73" fmla="*/ 0 w 12192000"/>
              <a:gd name="connsiteY0-74" fmla="*/ 0 h 803483"/>
              <a:gd name="connsiteX1-75" fmla="*/ 12192000 w 12192000"/>
              <a:gd name="connsiteY1-76" fmla="*/ 0 h 803483"/>
              <a:gd name="connsiteX2-77" fmla="*/ 12192000 w 12192000"/>
              <a:gd name="connsiteY2-78" fmla="*/ 792480 h 803483"/>
              <a:gd name="connsiteX3-79" fmla="*/ 9834880 w 12192000"/>
              <a:gd name="connsiteY3-80" fmla="*/ 457200 h 803483"/>
              <a:gd name="connsiteX4-81" fmla="*/ 8879840 w 12192000"/>
              <a:gd name="connsiteY4-82" fmla="*/ 375920 h 803483"/>
              <a:gd name="connsiteX5-83" fmla="*/ 10160 w 12192000"/>
              <a:gd name="connsiteY5-84" fmla="*/ 345440 h 803483"/>
              <a:gd name="connsiteX6" fmla="*/ 0 w 12192000"/>
              <a:gd name="connsiteY6" fmla="*/ 0 h 803483"/>
              <a:gd name="connsiteX0-85" fmla="*/ 0 w 12192000"/>
              <a:gd name="connsiteY0-86" fmla="*/ 0 h 803483"/>
              <a:gd name="connsiteX1-87" fmla="*/ 12192000 w 12192000"/>
              <a:gd name="connsiteY1-88" fmla="*/ 0 h 803483"/>
              <a:gd name="connsiteX2-89" fmla="*/ 12192000 w 12192000"/>
              <a:gd name="connsiteY2-90" fmla="*/ 792480 h 803483"/>
              <a:gd name="connsiteX3-91" fmla="*/ 9834880 w 12192000"/>
              <a:gd name="connsiteY3-92" fmla="*/ 457200 h 803483"/>
              <a:gd name="connsiteX4-93" fmla="*/ 8879840 w 12192000"/>
              <a:gd name="connsiteY4-94" fmla="*/ 375920 h 803483"/>
              <a:gd name="connsiteX5-95" fmla="*/ 10160 w 12192000"/>
              <a:gd name="connsiteY5-96" fmla="*/ 345440 h 803483"/>
              <a:gd name="connsiteX6-97" fmla="*/ 0 w 12192000"/>
              <a:gd name="connsiteY6-98" fmla="*/ 0 h 803483"/>
              <a:gd name="connsiteX0-99" fmla="*/ 1320314 w 13512314"/>
              <a:gd name="connsiteY0-100" fmla="*/ 0 h 803483"/>
              <a:gd name="connsiteX1-101" fmla="*/ 13512314 w 13512314"/>
              <a:gd name="connsiteY1-102" fmla="*/ 0 h 803483"/>
              <a:gd name="connsiteX2-103" fmla="*/ 13512314 w 13512314"/>
              <a:gd name="connsiteY2-104" fmla="*/ 792480 h 803483"/>
              <a:gd name="connsiteX3-105" fmla="*/ 11155194 w 13512314"/>
              <a:gd name="connsiteY3-106" fmla="*/ 457200 h 803483"/>
              <a:gd name="connsiteX4-107" fmla="*/ 10200154 w 13512314"/>
              <a:gd name="connsiteY4-108" fmla="*/ 375920 h 803483"/>
              <a:gd name="connsiteX5-109" fmla="*/ 1330474 w 13512314"/>
              <a:gd name="connsiteY5-110" fmla="*/ 345440 h 803483"/>
              <a:gd name="connsiteX6-111" fmla="*/ 1320314 w 13512314"/>
              <a:gd name="connsiteY6-112" fmla="*/ 0 h 803483"/>
              <a:gd name="connsiteX0-113" fmla="*/ 1320314 w 14509230"/>
              <a:gd name="connsiteY0-114" fmla="*/ 0 h 803483"/>
              <a:gd name="connsiteX1-115" fmla="*/ 13512314 w 14509230"/>
              <a:gd name="connsiteY1-116" fmla="*/ 0 h 803483"/>
              <a:gd name="connsiteX2-117" fmla="*/ 13512314 w 14509230"/>
              <a:gd name="connsiteY2-118" fmla="*/ 792480 h 803483"/>
              <a:gd name="connsiteX3-119" fmla="*/ 11155194 w 14509230"/>
              <a:gd name="connsiteY3-120" fmla="*/ 457200 h 803483"/>
              <a:gd name="connsiteX4-121" fmla="*/ 10200154 w 14509230"/>
              <a:gd name="connsiteY4-122" fmla="*/ 375920 h 803483"/>
              <a:gd name="connsiteX5-123" fmla="*/ 1330474 w 14509230"/>
              <a:gd name="connsiteY5-124" fmla="*/ 345440 h 803483"/>
              <a:gd name="connsiteX6-125" fmla="*/ 1320314 w 14509230"/>
              <a:gd name="connsiteY6-126" fmla="*/ 0 h 803483"/>
              <a:gd name="connsiteX0-127" fmla="*/ 1320314 w 14511121"/>
              <a:gd name="connsiteY0-128" fmla="*/ 0 h 803483"/>
              <a:gd name="connsiteX1-129" fmla="*/ 13512314 w 14511121"/>
              <a:gd name="connsiteY1-130" fmla="*/ 0 h 803483"/>
              <a:gd name="connsiteX2-131" fmla="*/ 13512314 w 14511121"/>
              <a:gd name="connsiteY2-132" fmla="*/ 792480 h 803483"/>
              <a:gd name="connsiteX3-133" fmla="*/ 11155194 w 14511121"/>
              <a:gd name="connsiteY3-134" fmla="*/ 457200 h 803483"/>
              <a:gd name="connsiteX4-135" fmla="*/ 10200154 w 14511121"/>
              <a:gd name="connsiteY4-136" fmla="*/ 375920 h 803483"/>
              <a:gd name="connsiteX5-137" fmla="*/ 1330474 w 14511121"/>
              <a:gd name="connsiteY5-138" fmla="*/ 345440 h 803483"/>
              <a:gd name="connsiteX6-139" fmla="*/ 1320314 w 14511121"/>
              <a:gd name="connsiteY6-140" fmla="*/ 0 h 803483"/>
              <a:gd name="connsiteX0-141" fmla="*/ 1320314 w 13686915"/>
              <a:gd name="connsiteY0-142" fmla="*/ 0 h 803483"/>
              <a:gd name="connsiteX1-143" fmla="*/ 13512314 w 13686915"/>
              <a:gd name="connsiteY1-144" fmla="*/ 0 h 803483"/>
              <a:gd name="connsiteX2-145" fmla="*/ 13512314 w 13686915"/>
              <a:gd name="connsiteY2-146" fmla="*/ 792480 h 803483"/>
              <a:gd name="connsiteX3-147" fmla="*/ 11155194 w 13686915"/>
              <a:gd name="connsiteY3-148" fmla="*/ 457200 h 803483"/>
              <a:gd name="connsiteX4-149" fmla="*/ 10200154 w 13686915"/>
              <a:gd name="connsiteY4-150" fmla="*/ 375920 h 803483"/>
              <a:gd name="connsiteX5-151" fmla="*/ 1330474 w 13686915"/>
              <a:gd name="connsiteY5-152" fmla="*/ 345440 h 803483"/>
              <a:gd name="connsiteX6-153" fmla="*/ 1320314 w 13686915"/>
              <a:gd name="connsiteY6-154" fmla="*/ 0 h 803483"/>
              <a:gd name="connsiteX0-155" fmla="*/ 1320314 w 13512314"/>
              <a:gd name="connsiteY0-156" fmla="*/ 0 h 803483"/>
              <a:gd name="connsiteX1-157" fmla="*/ 13512314 w 13512314"/>
              <a:gd name="connsiteY1-158" fmla="*/ 0 h 803483"/>
              <a:gd name="connsiteX2-159" fmla="*/ 13512314 w 13512314"/>
              <a:gd name="connsiteY2-160" fmla="*/ 792480 h 803483"/>
              <a:gd name="connsiteX3-161" fmla="*/ 11155194 w 13512314"/>
              <a:gd name="connsiteY3-162" fmla="*/ 457200 h 803483"/>
              <a:gd name="connsiteX4-163" fmla="*/ 10200154 w 13512314"/>
              <a:gd name="connsiteY4-164" fmla="*/ 375920 h 803483"/>
              <a:gd name="connsiteX5-165" fmla="*/ 1330474 w 13512314"/>
              <a:gd name="connsiteY5-166" fmla="*/ 345440 h 803483"/>
              <a:gd name="connsiteX6-167" fmla="*/ 1320314 w 13512314"/>
              <a:gd name="connsiteY6-168" fmla="*/ 0 h 803483"/>
              <a:gd name="connsiteX0-169" fmla="*/ 1320314 w 13512314"/>
              <a:gd name="connsiteY0-170" fmla="*/ 0 h 847119"/>
              <a:gd name="connsiteX1-171" fmla="*/ 13512314 w 13512314"/>
              <a:gd name="connsiteY1-172" fmla="*/ 0 h 847119"/>
              <a:gd name="connsiteX2-173" fmla="*/ 13512314 w 13512314"/>
              <a:gd name="connsiteY2-174" fmla="*/ 792480 h 847119"/>
              <a:gd name="connsiteX3-175" fmla="*/ 11368554 w 13512314"/>
              <a:gd name="connsiteY3-176" fmla="*/ 792480 h 847119"/>
              <a:gd name="connsiteX4-177" fmla="*/ 10200154 w 13512314"/>
              <a:gd name="connsiteY4-178" fmla="*/ 375920 h 847119"/>
              <a:gd name="connsiteX5-179" fmla="*/ 1330474 w 13512314"/>
              <a:gd name="connsiteY5-180" fmla="*/ 345440 h 847119"/>
              <a:gd name="connsiteX6-181" fmla="*/ 1320314 w 13512314"/>
              <a:gd name="connsiteY6-182" fmla="*/ 0 h 847119"/>
              <a:gd name="connsiteX0-183" fmla="*/ 1320314 w 13512314"/>
              <a:gd name="connsiteY0-184" fmla="*/ 0 h 869791"/>
              <a:gd name="connsiteX1-185" fmla="*/ 13512314 w 13512314"/>
              <a:gd name="connsiteY1-186" fmla="*/ 0 h 869791"/>
              <a:gd name="connsiteX2-187" fmla="*/ 13512314 w 13512314"/>
              <a:gd name="connsiteY2-188" fmla="*/ 792480 h 869791"/>
              <a:gd name="connsiteX3-189" fmla="*/ 11368554 w 13512314"/>
              <a:gd name="connsiteY3-190" fmla="*/ 792480 h 869791"/>
              <a:gd name="connsiteX4-191" fmla="*/ 10200154 w 13512314"/>
              <a:gd name="connsiteY4-192" fmla="*/ 375920 h 869791"/>
              <a:gd name="connsiteX5-193" fmla="*/ 1330474 w 13512314"/>
              <a:gd name="connsiteY5-194" fmla="*/ 345440 h 869791"/>
              <a:gd name="connsiteX6-195" fmla="*/ 1320314 w 13512314"/>
              <a:gd name="connsiteY6-196" fmla="*/ 0 h 869791"/>
              <a:gd name="connsiteX0-197" fmla="*/ 1320314 w 13512314"/>
              <a:gd name="connsiteY0-198" fmla="*/ 0 h 851182"/>
              <a:gd name="connsiteX1-199" fmla="*/ 13512314 w 13512314"/>
              <a:gd name="connsiteY1-200" fmla="*/ 0 h 851182"/>
              <a:gd name="connsiteX2-201" fmla="*/ 13512314 w 13512314"/>
              <a:gd name="connsiteY2-202" fmla="*/ 792480 h 851182"/>
              <a:gd name="connsiteX3-203" fmla="*/ 11368554 w 13512314"/>
              <a:gd name="connsiteY3-204" fmla="*/ 792480 h 851182"/>
              <a:gd name="connsiteX4-205" fmla="*/ 10200154 w 13512314"/>
              <a:gd name="connsiteY4-206" fmla="*/ 375920 h 851182"/>
              <a:gd name="connsiteX5-207" fmla="*/ 1330474 w 13512314"/>
              <a:gd name="connsiteY5-208" fmla="*/ 345440 h 851182"/>
              <a:gd name="connsiteX6-209" fmla="*/ 1320314 w 13512314"/>
              <a:gd name="connsiteY6-210" fmla="*/ 0 h 851182"/>
              <a:gd name="connsiteX0-211" fmla="*/ 1320314 w 13512314"/>
              <a:gd name="connsiteY0-212" fmla="*/ 0 h 806026"/>
              <a:gd name="connsiteX1-213" fmla="*/ 13512314 w 13512314"/>
              <a:gd name="connsiteY1-214" fmla="*/ 0 h 806026"/>
              <a:gd name="connsiteX2-215" fmla="*/ 13512314 w 13512314"/>
              <a:gd name="connsiteY2-216" fmla="*/ 792480 h 806026"/>
              <a:gd name="connsiteX3-217" fmla="*/ 11368554 w 13512314"/>
              <a:gd name="connsiteY3-218" fmla="*/ 792480 h 806026"/>
              <a:gd name="connsiteX4-219" fmla="*/ 10200154 w 13512314"/>
              <a:gd name="connsiteY4-220" fmla="*/ 375920 h 806026"/>
              <a:gd name="connsiteX5-221" fmla="*/ 1330474 w 13512314"/>
              <a:gd name="connsiteY5-222" fmla="*/ 345440 h 806026"/>
              <a:gd name="connsiteX6-223" fmla="*/ 1320314 w 13512314"/>
              <a:gd name="connsiteY6-224" fmla="*/ 0 h 806026"/>
              <a:gd name="connsiteX0-225" fmla="*/ 1320314 w 13512314"/>
              <a:gd name="connsiteY0-226" fmla="*/ 0 h 806026"/>
              <a:gd name="connsiteX1-227" fmla="*/ 13512314 w 13512314"/>
              <a:gd name="connsiteY1-228" fmla="*/ 0 h 806026"/>
              <a:gd name="connsiteX2-229" fmla="*/ 13512314 w 13512314"/>
              <a:gd name="connsiteY2-230" fmla="*/ 792480 h 806026"/>
              <a:gd name="connsiteX3-231" fmla="*/ 11368554 w 13512314"/>
              <a:gd name="connsiteY3-232" fmla="*/ 792480 h 806026"/>
              <a:gd name="connsiteX4-233" fmla="*/ 10200154 w 13512314"/>
              <a:gd name="connsiteY4-234" fmla="*/ 375920 h 806026"/>
              <a:gd name="connsiteX5-235" fmla="*/ 1330474 w 13512314"/>
              <a:gd name="connsiteY5-236" fmla="*/ 345440 h 806026"/>
              <a:gd name="connsiteX6-237" fmla="*/ 1320314 w 13512314"/>
              <a:gd name="connsiteY6-238" fmla="*/ 0 h 806026"/>
              <a:gd name="connsiteX0-239" fmla="*/ 1320314 w 13512314"/>
              <a:gd name="connsiteY0-240" fmla="*/ 0 h 806026"/>
              <a:gd name="connsiteX1-241" fmla="*/ 13512314 w 13512314"/>
              <a:gd name="connsiteY1-242" fmla="*/ 0 h 806026"/>
              <a:gd name="connsiteX2-243" fmla="*/ 13512314 w 13512314"/>
              <a:gd name="connsiteY2-244" fmla="*/ 792480 h 806026"/>
              <a:gd name="connsiteX3-245" fmla="*/ 11368554 w 13512314"/>
              <a:gd name="connsiteY3-246" fmla="*/ 792480 h 806026"/>
              <a:gd name="connsiteX4-247" fmla="*/ 10200154 w 13512314"/>
              <a:gd name="connsiteY4-248" fmla="*/ 375920 h 806026"/>
              <a:gd name="connsiteX5-249" fmla="*/ 1330474 w 13512314"/>
              <a:gd name="connsiteY5-250" fmla="*/ 345440 h 806026"/>
              <a:gd name="connsiteX6-251" fmla="*/ 1320314 w 13512314"/>
              <a:gd name="connsiteY6-252" fmla="*/ 0 h 806026"/>
              <a:gd name="connsiteX0-253" fmla="*/ 1320314 w 13512314"/>
              <a:gd name="connsiteY0-254" fmla="*/ 0 h 806026"/>
              <a:gd name="connsiteX1-255" fmla="*/ 13512314 w 13512314"/>
              <a:gd name="connsiteY1-256" fmla="*/ 0 h 806026"/>
              <a:gd name="connsiteX2-257" fmla="*/ 13512314 w 13512314"/>
              <a:gd name="connsiteY2-258" fmla="*/ 792480 h 806026"/>
              <a:gd name="connsiteX3-259" fmla="*/ 11368554 w 13512314"/>
              <a:gd name="connsiteY3-260" fmla="*/ 792480 h 806026"/>
              <a:gd name="connsiteX4-261" fmla="*/ 10200154 w 13512314"/>
              <a:gd name="connsiteY4-262" fmla="*/ 375920 h 806026"/>
              <a:gd name="connsiteX5-263" fmla="*/ 1330474 w 13512314"/>
              <a:gd name="connsiteY5-264" fmla="*/ 345440 h 806026"/>
              <a:gd name="connsiteX6-265" fmla="*/ 1320314 w 13512314"/>
              <a:gd name="connsiteY6-266" fmla="*/ 0 h 806026"/>
              <a:gd name="connsiteX0-267" fmla="*/ 1320314 w 13512314"/>
              <a:gd name="connsiteY0-268" fmla="*/ 0 h 806026"/>
              <a:gd name="connsiteX1-269" fmla="*/ 13512314 w 13512314"/>
              <a:gd name="connsiteY1-270" fmla="*/ 0 h 806026"/>
              <a:gd name="connsiteX2-271" fmla="*/ 13512314 w 13512314"/>
              <a:gd name="connsiteY2-272" fmla="*/ 792480 h 806026"/>
              <a:gd name="connsiteX3-273" fmla="*/ 11368554 w 13512314"/>
              <a:gd name="connsiteY3-274" fmla="*/ 792480 h 806026"/>
              <a:gd name="connsiteX4-275" fmla="*/ 10200154 w 13512314"/>
              <a:gd name="connsiteY4-276" fmla="*/ 375920 h 806026"/>
              <a:gd name="connsiteX5-277" fmla="*/ 1330474 w 13512314"/>
              <a:gd name="connsiteY5-278" fmla="*/ 345440 h 806026"/>
              <a:gd name="connsiteX6-279" fmla="*/ 1320314 w 13512314"/>
              <a:gd name="connsiteY6-280" fmla="*/ 0 h 806026"/>
              <a:gd name="connsiteX0-281" fmla="*/ 1320314 w 13512314"/>
              <a:gd name="connsiteY0-282" fmla="*/ 0 h 806026"/>
              <a:gd name="connsiteX1-283" fmla="*/ 13512314 w 13512314"/>
              <a:gd name="connsiteY1-284" fmla="*/ 0 h 806026"/>
              <a:gd name="connsiteX2-285" fmla="*/ 13512314 w 13512314"/>
              <a:gd name="connsiteY2-286" fmla="*/ 792480 h 806026"/>
              <a:gd name="connsiteX3-287" fmla="*/ 11368554 w 13512314"/>
              <a:gd name="connsiteY3-288" fmla="*/ 792480 h 806026"/>
              <a:gd name="connsiteX4-289" fmla="*/ 10200154 w 13512314"/>
              <a:gd name="connsiteY4-290" fmla="*/ 375920 h 806026"/>
              <a:gd name="connsiteX5-291" fmla="*/ 1330474 w 13512314"/>
              <a:gd name="connsiteY5-292" fmla="*/ 345440 h 806026"/>
              <a:gd name="connsiteX6-293" fmla="*/ 1320314 w 13512314"/>
              <a:gd name="connsiteY6-294" fmla="*/ 0 h 806026"/>
              <a:gd name="connsiteX0-295" fmla="*/ 1320314 w 13512314"/>
              <a:gd name="connsiteY0-296" fmla="*/ 0 h 806026"/>
              <a:gd name="connsiteX1-297" fmla="*/ 13512314 w 13512314"/>
              <a:gd name="connsiteY1-298" fmla="*/ 0 h 806026"/>
              <a:gd name="connsiteX2-299" fmla="*/ 13512314 w 13512314"/>
              <a:gd name="connsiteY2-300" fmla="*/ 792480 h 806026"/>
              <a:gd name="connsiteX3-301" fmla="*/ 11368554 w 13512314"/>
              <a:gd name="connsiteY3-302" fmla="*/ 792480 h 806026"/>
              <a:gd name="connsiteX4-303" fmla="*/ 10200154 w 13512314"/>
              <a:gd name="connsiteY4-304" fmla="*/ 375920 h 806026"/>
              <a:gd name="connsiteX5-305" fmla="*/ 1330474 w 13512314"/>
              <a:gd name="connsiteY5-306" fmla="*/ 345440 h 806026"/>
              <a:gd name="connsiteX6-307" fmla="*/ 1320314 w 13512314"/>
              <a:gd name="connsiteY6-308" fmla="*/ 0 h 806026"/>
              <a:gd name="connsiteX0-309" fmla="*/ 649073 w 12841073"/>
              <a:gd name="connsiteY0-310" fmla="*/ 59 h 806085"/>
              <a:gd name="connsiteX1-311" fmla="*/ 12841073 w 12841073"/>
              <a:gd name="connsiteY1-312" fmla="*/ 59 h 806085"/>
              <a:gd name="connsiteX2-313" fmla="*/ 12841073 w 12841073"/>
              <a:gd name="connsiteY2-314" fmla="*/ 792539 h 806085"/>
              <a:gd name="connsiteX3-315" fmla="*/ 10697313 w 12841073"/>
              <a:gd name="connsiteY3-316" fmla="*/ 792539 h 806085"/>
              <a:gd name="connsiteX4-317" fmla="*/ 9528913 w 12841073"/>
              <a:gd name="connsiteY4-318" fmla="*/ 375979 h 806085"/>
              <a:gd name="connsiteX5-319" fmla="*/ 659233 w 12841073"/>
              <a:gd name="connsiteY5-320" fmla="*/ 345499 h 806085"/>
              <a:gd name="connsiteX6-321" fmla="*/ 649073 w 12841073"/>
              <a:gd name="connsiteY6-322" fmla="*/ 59 h 806085"/>
              <a:gd name="connsiteX0-323" fmla="*/ 0 w 12192000"/>
              <a:gd name="connsiteY0-324" fmla="*/ 59 h 806085"/>
              <a:gd name="connsiteX1-325" fmla="*/ 12192000 w 12192000"/>
              <a:gd name="connsiteY1-326" fmla="*/ 59 h 806085"/>
              <a:gd name="connsiteX2-327" fmla="*/ 12192000 w 12192000"/>
              <a:gd name="connsiteY2-328" fmla="*/ 792539 h 806085"/>
              <a:gd name="connsiteX3-329" fmla="*/ 10048240 w 12192000"/>
              <a:gd name="connsiteY3-330" fmla="*/ 792539 h 806085"/>
              <a:gd name="connsiteX4-331" fmla="*/ 8879840 w 12192000"/>
              <a:gd name="connsiteY4-332" fmla="*/ 375979 h 806085"/>
              <a:gd name="connsiteX5-333" fmla="*/ 10160 w 12192000"/>
              <a:gd name="connsiteY5-334" fmla="*/ 345499 h 806085"/>
              <a:gd name="connsiteX6-335" fmla="*/ 0 w 12192000"/>
              <a:gd name="connsiteY6-336" fmla="*/ 59 h 806085"/>
              <a:gd name="connsiteX0-337" fmla="*/ 0 w 12196549"/>
              <a:gd name="connsiteY0-338" fmla="*/ 59 h 806085"/>
              <a:gd name="connsiteX1-339" fmla="*/ 12196549 w 12196549"/>
              <a:gd name="connsiteY1-340" fmla="*/ 59 h 806085"/>
              <a:gd name="connsiteX2-341" fmla="*/ 12196549 w 12196549"/>
              <a:gd name="connsiteY2-342" fmla="*/ 792539 h 806085"/>
              <a:gd name="connsiteX3-343" fmla="*/ 10052789 w 12196549"/>
              <a:gd name="connsiteY3-344" fmla="*/ 792539 h 806085"/>
              <a:gd name="connsiteX4-345" fmla="*/ 8884389 w 12196549"/>
              <a:gd name="connsiteY4-346" fmla="*/ 375979 h 806085"/>
              <a:gd name="connsiteX5-347" fmla="*/ 14709 w 12196549"/>
              <a:gd name="connsiteY5-348" fmla="*/ 345499 h 806085"/>
              <a:gd name="connsiteX6-349" fmla="*/ 0 w 12196549"/>
              <a:gd name="connsiteY6-350" fmla="*/ 59 h 806085"/>
              <a:gd name="connsiteX0-351" fmla="*/ 0 w 12196549"/>
              <a:gd name="connsiteY0-352" fmla="*/ 58 h 806084"/>
              <a:gd name="connsiteX1-353" fmla="*/ 12196549 w 12196549"/>
              <a:gd name="connsiteY1-354" fmla="*/ 58 h 806084"/>
              <a:gd name="connsiteX2-355" fmla="*/ 12196549 w 12196549"/>
              <a:gd name="connsiteY2-356" fmla="*/ 792538 h 806084"/>
              <a:gd name="connsiteX3-357" fmla="*/ 10052789 w 12196549"/>
              <a:gd name="connsiteY3-358" fmla="*/ 792538 h 806084"/>
              <a:gd name="connsiteX4-359" fmla="*/ 8884389 w 12196549"/>
              <a:gd name="connsiteY4-360" fmla="*/ 375978 h 806084"/>
              <a:gd name="connsiteX5-361" fmla="*/ 3512 w 12196549"/>
              <a:gd name="connsiteY5-362" fmla="*/ 352962 h 806084"/>
              <a:gd name="connsiteX6-363" fmla="*/ 0 w 12196549"/>
              <a:gd name="connsiteY6-364" fmla="*/ 58 h 806084"/>
              <a:gd name="connsiteX0-365" fmla="*/ 0 w 12200281"/>
              <a:gd name="connsiteY0-366" fmla="*/ 3733 h 806026"/>
              <a:gd name="connsiteX1-367" fmla="*/ 12200281 w 12200281"/>
              <a:gd name="connsiteY1-368" fmla="*/ 0 h 806026"/>
              <a:gd name="connsiteX2-369" fmla="*/ 12200281 w 12200281"/>
              <a:gd name="connsiteY2-370" fmla="*/ 792480 h 806026"/>
              <a:gd name="connsiteX3-371" fmla="*/ 10056521 w 12200281"/>
              <a:gd name="connsiteY3-372" fmla="*/ 792480 h 806026"/>
              <a:gd name="connsiteX4-373" fmla="*/ 8888121 w 12200281"/>
              <a:gd name="connsiteY4-374" fmla="*/ 375920 h 806026"/>
              <a:gd name="connsiteX5-375" fmla="*/ 7244 w 12200281"/>
              <a:gd name="connsiteY5-376" fmla="*/ 352904 h 806026"/>
              <a:gd name="connsiteX6-377" fmla="*/ 0 w 12200281"/>
              <a:gd name="connsiteY6-378" fmla="*/ 3733 h 806026"/>
              <a:gd name="connsiteX0-379" fmla="*/ 0 w 12200281"/>
              <a:gd name="connsiteY0-380" fmla="*/ 3733 h 795992"/>
              <a:gd name="connsiteX1-381" fmla="*/ 12200281 w 12200281"/>
              <a:gd name="connsiteY1-382" fmla="*/ 0 h 795992"/>
              <a:gd name="connsiteX2-383" fmla="*/ 12200281 w 12200281"/>
              <a:gd name="connsiteY2-384" fmla="*/ 792480 h 795992"/>
              <a:gd name="connsiteX3-385" fmla="*/ 10056521 w 12200281"/>
              <a:gd name="connsiteY3-386" fmla="*/ 792480 h 795992"/>
              <a:gd name="connsiteX4-387" fmla="*/ 8888121 w 12200281"/>
              <a:gd name="connsiteY4-388" fmla="*/ 375920 h 795992"/>
              <a:gd name="connsiteX5-389" fmla="*/ 7244 w 12200281"/>
              <a:gd name="connsiteY5-390" fmla="*/ 352904 h 795992"/>
              <a:gd name="connsiteX6-391" fmla="*/ 0 w 12200281"/>
              <a:gd name="connsiteY6-392" fmla="*/ 3733 h 795992"/>
              <a:gd name="connsiteX0-393" fmla="*/ 0 w 12202789"/>
              <a:gd name="connsiteY0-394" fmla="*/ 3733 h 795992"/>
              <a:gd name="connsiteX1-395" fmla="*/ 12200281 w 12202789"/>
              <a:gd name="connsiteY1-396" fmla="*/ 0 h 795992"/>
              <a:gd name="connsiteX2-397" fmla="*/ 12200281 w 12202789"/>
              <a:gd name="connsiteY2-398" fmla="*/ 792480 h 795992"/>
              <a:gd name="connsiteX3-399" fmla="*/ 10056521 w 12202789"/>
              <a:gd name="connsiteY3-400" fmla="*/ 792480 h 795992"/>
              <a:gd name="connsiteX4-401" fmla="*/ 8888121 w 12202789"/>
              <a:gd name="connsiteY4-402" fmla="*/ 375920 h 795992"/>
              <a:gd name="connsiteX5-403" fmla="*/ 7244 w 12202789"/>
              <a:gd name="connsiteY5-404" fmla="*/ 352904 h 795992"/>
              <a:gd name="connsiteX6-405" fmla="*/ 0 w 12202789"/>
              <a:gd name="connsiteY6-406" fmla="*/ 3733 h 795992"/>
              <a:gd name="connsiteX0-407" fmla="*/ 0 w 12202789"/>
              <a:gd name="connsiteY0-408" fmla="*/ 3733 h 795992"/>
              <a:gd name="connsiteX1-409" fmla="*/ 12200281 w 12202789"/>
              <a:gd name="connsiteY1-410" fmla="*/ 0 h 795992"/>
              <a:gd name="connsiteX2-411" fmla="*/ 12200281 w 12202789"/>
              <a:gd name="connsiteY2-412" fmla="*/ 792480 h 795992"/>
              <a:gd name="connsiteX3-413" fmla="*/ 10056521 w 12202789"/>
              <a:gd name="connsiteY3-414" fmla="*/ 792480 h 795992"/>
              <a:gd name="connsiteX4-415" fmla="*/ 8888121 w 12202789"/>
              <a:gd name="connsiteY4-416" fmla="*/ 375920 h 795992"/>
              <a:gd name="connsiteX5-417" fmla="*/ 7244 w 12202789"/>
              <a:gd name="connsiteY5-418" fmla="*/ 352904 h 795992"/>
              <a:gd name="connsiteX6-419" fmla="*/ 0 w 12202789"/>
              <a:gd name="connsiteY6-420" fmla="*/ 3733 h 7959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  <a:cxn ang="0">
                <a:pos x="connsiteX6-97" y="connsiteY6-98"/>
              </a:cxn>
            </a:cxnLst>
            <a:rect l="l" t="t" r="r" b="b"/>
            <a:pathLst>
              <a:path w="12202789" h="795992">
                <a:moveTo>
                  <a:pt x="0" y="3733"/>
                </a:moveTo>
                <a:cubicBezTo>
                  <a:pt x="843" y="9005"/>
                  <a:pt x="8133521" y="1244"/>
                  <a:pt x="12200281" y="0"/>
                </a:cubicBezTo>
                <a:cubicBezTo>
                  <a:pt x="12200281" y="264160"/>
                  <a:pt x="12205925" y="195298"/>
                  <a:pt x="12200281" y="792480"/>
                </a:cubicBezTo>
                <a:cubicBezTo>
                  <a:pt x="12197459" y="800382"/>
                  <a:pt x="11128401" y="792480"/>
                  <a:pt x="10056521" y="792480"/>
                </a:cubicBezTo>
                <a:cubicBezTo>
                  <a:pt x="9504494" y="723053"/>
                  <a:pt x="9560470" y="364162"/>
                  <a:pt x="8888121" y="375920"/>
                </a:cubicBezTo>
                <a:cubicBezTo>
                  <a:pt x="8848376" y="358923"/>
                  <a:pt x="2963804" y="363064"/>
                  <a:pt x="7244" y="352904"/>
                </a:cubicBezTo>
                <a:cubicBezTo>
                  <a:pt x="-1234" y="347814"/>
                  <a:pt x="7897" y="-1515"/>
                  <a:pt x="0" y="3733"/>
                </a:cubicBezTo>
                <a:close/>
              </a:path>
            </a:pathLst>
          </a:custGeom>
          <a:solidFill>
            <a:srgbClr val="4256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-14605" y="6693535"/>
            <a:ext cx="12218035" cy="173990"/>
          </a:xfrm>
          <a:prstGeom prst="rect">
            <a:avLst/>
          </a:prstGeom>
          <a:solidFill>
            <a:srgbClr val="42563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553970" y="692785"/>
            <a:ext cx="7093585" cy="179324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60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5400">
                <a:solidFill>
                  <a:srgbClr val="42563E"/>
                </a:solidFill>
              </a:rPr>
              <a:t>智能物联系统的设计</a:t>
            </a:r>
            <a:endParaRPr lang="en-US" altLang="zh-CN" sz="2400">
              <a:solidFill>
                <a:srgbClr val="42563E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800">
                <a:solidFill>
                  <a:srgbClr val="42563E"/>
                </a:solidFill>
              </a:rPr>
              <a:t>            </a:t>
            </a:r>
            <a:r>
              <a:rPr lang="en-US" altLang="zh-CN" sz="4400">
                <a:solidFill>
                  <a:srgbClr val="42563E"/>
                </a:solidFill>
              </a:rPr>
              <a:t>     </a:t>
            </a:r>
            <a:r>
              <a:rPr lang="zh-CN" altLang="en-US" sz="3200">
                <a:solidFill>
                  <a:srgbClr val="42563E"/>
                </a:solidFill>
              </a:rPr>
              <a:t>——</a:t>
            </a:r>
            <a:r>
              <a:rPr lang="zh-CN" altLang="en-US" sz="3200">
                <a:solidFill>
                  <a:srgbClr val="42563E"/>
                </a:solidFill>
                <a:sym typeface="+mn-ea"/>
              </a:rPr>
              <a:t>智能校园数字气象站系统</a:t>
            </a:r>
            <a:endParaRPr lang="zh-CN" altLang="en-US" sz="2000" b="1">
              <a:solidFill>
                <a:srgbClr val="42563E"/>
              </a:solidFill>
              <a:sym typeface="+mn-ea"/>
            </a:endParaRPr>
          </a:p>
          <a:p>
            <a:endParaRPr lang="zh-CN" altLang="en-US" sz="2000" b="1">
              <a:solidFill>
                <a:srgbClr val="42563E"/>
              </a:solidFill>
              <a:sym typeface="+mn-ea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1215" y="2348865"/>
            <a:ext cx="7999730" cy="42405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/>
          <p:cNvSpPr/>
          <p:nvPr>
            <p:custDataLst>
              <p:tags r:id="rId1"/>
            </p:custDataLst>
          </p:nvPr>
        </p:nvSpPr>
        <p:spPr>
          <a:xfrm>
            <a:off x="-15240" y="-71755"/>
            <a:ext cx="12218035" cy="702310"/>
          </a:xfrm>
          <a:custGeom>
            <a:avLst/>
            <a:gdLst>
              <a:gd name="connsiteX0" fmla="*/ 0 w 12192000"/>
              <a:gd name="connsiteY0" fmla="*/ 0 h 792480"/>
              <a:gd name="connsiteX1" fmla="*/ 12192000 w 12192000"/>
              <a:gd name="connsiteY1" fmla="*/ 0 h 792480"/>
              <a:gd name="connsiteX2" fmla="*/ 12192000 w 12192000"/>
              <a:gd name="connsiteY2" fmla="*/ 792480 h 792480"/>
              <a:gd name="connsiteX3" fmla="*/ 0 w 12192000"/>
              <a:gd name="connsiteY3" fmla="*/ 792480 h 792480"/>
              <a:gd name="connsiteX4" fmla="*/ 0 w 12192000"/>
              <a:gd name="connsiteY4" fmla="*/ 0 h 792480"/>
              <a:gd name="connsiteX0-1" fmla="*/ 0 w 12192000"/>
              <a:gd name="connsiteY0-2" fmla="*/ 0 h 792480"/>
              <a:gd name="connsiteX1-3" fmla="*/ 12192000 w 12192000"/>
              <a:gd name="connsiteY1-4" fmla="*/ 0 h 792480"/>
              <a:gd name="connsiteX2-5" fmla="*/ 12192000 w 12192000"/>
              <a:gd name="connsiteY2-6" fmla="*/ 792480 h 792480"/>
              <a:gd name="connsiteX3-7" fmla="*/ 10160 w 12192000"/>
              <a:gd name="connsiteY3-8" fmla="*/ 345440 h 792480"/>
              <a:gd name="connsiteX4-9" fmla="*/ 0 w 12192000"/>
              <a:gd name="connsiteY4-10" fmla="*/ 0 h 792480"/>
              <a:gd name="connsiteX0-11" fmla="*/ 0 w 12192000"/>
              <a:gd name="connsiteY0-12" fmla="*/ 0 h 792480"/>
              <a:gd name="connsiteX1-13" fmla="*/ 12192000 w 12192000"/>
              <a:gd name="connsiteY1-14" fmla="*/ 0 h 792480"/>
              <a:gd name="connsiteX2-15" fmla="*/ 12192000 w 12192000"/>
              <a:gd name="connsiteY2-16" fmla="*/ 792480 h 792480"/>
              <a:gd name="connsiteX3-17" fmla="*/ 10160 w 12192000"/>
              <a:gd name="connsiteY3-18" fmla="*/ 345440 h 792480"/>
              <a:gd name="connsiteX4-19" fmla="*/ 0 w 12192000"/>
              <a:gd name="connsiteY4-20" fmla="*/ 0 h 792480"/>
              <a:gd name="connsiteX0-21" fmla="*/ 0 w 12192000"/>
              <a:gd name="connsiteY0-22" fmla="*/ 0 h 914446"/>
              <a:gd name="connsiteX1-23" fmla="*/ 12192000 w 12192000"/>
              <a:gd name="connsiteY1-24" fmla="*/ 0 h 914446"/>
              <a:gd name="connsiteX2-25" fmla="*/ 12192000 w 12192000"/>
              <a:gd name="connsiteY2-26" fmla="*/ 792480 h 914446"/>
              <a:gd name="connsiteX3-27" fmla="*/ 10160 w 12192000"/>
              <a:gd name="connsiteY3-28" fmla="*/ 345440 h 914446"/>
              <a:gd name="connsiteX4-29" fmla="*/ 0 w 12192000"/>
              <a:gd name="connsiteY4-30" fmla="*/ 0 h 914446"/>
              <a:gd name="connsiteX0-31" fmla="*/ 0 w 12192000"/>
              <a:gd name="connsiteY0-32" fmla="*/ 0 h 855886"/>
              <a:gd name="connsiteX1-33" fmla="*/ 12192000 w 12192000"/>
              <a:gd name="connsiteY1-34" fmla="*/ 0 h 855886"/>
              <a:gd name="connsiteX2-35" fmla="*/ 12192000 w 12192000"/>
              <a:gd name="connsiteY2-36" fmla="*/ 792480 h 855886"/>
              <a:gd name="connsiteX3-37" fmla="*/ 10160 w 12192000"/>
              <a:gd name="connsiteY3-38" fmla="*/ 345440 h 855886"/>
              <a:gd name="connsiteX4-39" fmla="*/ 0 w 12192000"/>
              <a:gd name="connsiteY4-40" fmla="*/ 0 h 855886"/>
              <a:gd name="connsiteX0-41" fmla="*/ 0 w 12192000"/>
              <a:gd name="connsiteY0-42" fmla="*/ 0 h 792508"/>
              <a:gd name="connsiteX1-43" fmla="*/ 12192000 w 12192000"/>
              <a:gd name="connsiteY1-44" fmla="*/ 0 h 792508"/>
              <a:gd name="connsiteX2-45" fmla="*/ 12192000 w 12192000"/>
              <a:gd name="connsiteY2-46" fmla="*/ 792480 h 792508"/>
              <a:gd name="connsiteX3-47" fmla="*/ 10160 w 12192000"/>
              <a:gd name="connsiteY3-48" fmla="*/ 345440 h 792508"/>
              <a:gd name="connsiteX4-49" fmla="*/ 0 w 12192000"/>
              <a:gd name="connsiteY4-50" fmla="*/ 0 h 792508"/>
              <a:gd name="connsiteX0-51" fmla="*/ 0 w 12192000"/>
              <a:gd name="connsiteY0-52" fmla="*/ 0 h 833387"/>
              <a:gd name="connsiteX1-53" fmla="*/ 12192000 w 12192000"/>
              <a:gd name="connsiteY1-54" fmla="*/ 0 h 833387"/>
              <a:gd name="connsiteX2-55" fmla="*/ 12192000 w 12192000"/>
              <a:gd name="connsiteY2-56" fmla="*/ 792480 h 833387"/>
              <a:gd name="connsiteX3-57" fmla="*/ 9215120 w 12192000"/>
              <a:gd name="connsiteY3-58" fmla="*/ 680720 h 833387"/>
              <a:gd name="connsiteX4-59" fmla="*/ 10160 w 12192000"/>
              <a:gd name="connsiteY4-60" fmla="*/ 345440 h 833387"/>
              <a:gd name="connsiteX5" fmla="*/ 0 w 12192000"/>
              <a:gd name="connsiteY5" fmla="*/ 0 h 833387"/>
              <a:gd name="connsiteX0-61" fmla="*/ 0 w 12192000"/>
              <a:gd name="connsiteY0-62" fmla="*/ 0 h 810530"/>
              <a:gd name="connsiteX1-63" fmla="*/ 12192000 w 12192000"/>
              <a:gd name="connsiteY1-64" fmla="*/ 0 h 810530"/>
              <a:gd name="connsiteX2-65" fmla="*/ 12192000 w 12192000"/>
              <a:gd name="connsiteY2-66" fmla="*/ 792480 h 810530"/>
              <a:gd name="connsiteX3-67" fmla="*/ 8879840 w 12192000"/>
              <a:gd name="connsiteY3-68" fmla="*/ 375920 h 810530"/>
              <a:gd name="connsiteX4-69" fmla="*/ 10160 w 12192000"/>
              <a:gd name="connsiteY4-70" fmla="*/ 345440 h 810530"/>
              <a:gd name="connsiteX5-71" fmla="*/ 0 w 12192000"/>
              <a:gd name="connsiteY5-72" fmla="*/ 0 h 810530"/>
              <a:gd name="connsiteX0-73" fmla="*/ 0 w 12192000"/>
              <a:gd name="connsiteY0-74" fmla="*/ 0 h 803483"/>
              <a:gd name="connsiteX1-75" fmla="*/ 12192000 w 12192000"/>
              <a:gd name="connsiteY1-76" fmla="*/ 0 h 803483"/>
              <a:gd name="connsiteX2-77" fmla="*/ 12192000 w 12192000"/>
              <a:gd name="connsiteY2-78" fmla="*/ 792480 h 803483"/>
              <a:gd name="connsiteX3-79" fmla="*/ 9834880 w 12192000"/>
              <a:gd name="connsiteY3-80" fmla="*/ 457200 h 803483"/>
              <a:gd name="connsiteX4-81" fmla="*/ 8879840 w 12192000"/>
              <a:gd name="connsiteY4-82" fmla="*/ 375920 h 803483"/>
              <a:gd name="connsiteX5-83" fmla="*/ 10160 w 12192000"/>
              <a:gd name="connsiteY5-84" fmla="*/ 345440 h 803483"/>
              <a:gd name="connsiteX6" fmla="*/ 0 w 12192000"/>
              <a:gd name="connsiteY6" fmla="*/ 0 h 803483"/>
              <a:gd name="connsiteX0-85" fmla="*/ 0 w 12192000"/>
              <a:gd name="connsiteY0-86" fmla="*/ 0 h 803483"/>
              <a:gd name="connsiteX1-87" fmla="*/ 12192000 w 12192000"/>
              <a:gd name="connsiteY1-88" fmla="*/ 0 h 803483"/>
              <a:gd name="connsiteX2-89" fmla="*/ 12192000 w 12192000"/>
              <a:gd name="connsiteY2-90" fmla="*/ 792480 h 803483"/>
              <a:gd name="connsiteX3-91" fmla="*/ 9834880 w 12192000"/>
              <a:gd name="connsiteY3-92" fmla="*/ 457200 h 803483"/>
              <a:gd name="connsiteX4-93" fmla="*/ 8879840 w 12192000"/>
              <a:gd name="connsiteY4-94" fmla="*/ 375920 h 803483"/>
              <a:gd name="connsiteX5-95" fmla="*/ 10160 w 12192000"/>
              <a:gd name="connsiteY5-96" fmla="*/ 345440 h 803483"/>
              <a:gd name="connsiteX6-97" fmla="*/ 0 w 12192000"/>
              <a:gd name="connsiteY6-98" fmla="*/ 0 h 803483"/>
              <a:gd name="connsiteX0-99" fmla="*/ 1320314 w 13512314"/>
              <a:gd name="connsiteY0-100" fmla="*/ 0 h 803483"/>
              <a:gd name="connsiteX1-101" fmla="*/ 13512314 w 13512314"/>
              <a:gd name="connsiteY1-102" fmla="*/ 0 h 803483"/>
              <a:gd name="connsiteX2-103" fmla="*/ 13512314 w 13512314"/>
              <a:gd name="connsiteY2-104" fmla="*/ 792480 h 803483"/>
              <a:gd name="connsiteX3-105" fmla="*/ 11155194 w 13512314"/>
              <a:gd name="connsiteY3-106" fmla="*/ 457200 h 803483"/>
              <a:gd name="connsiteX4-107" fmla="*/ 10200154 w 13512314"/>
              <a:gd name="connsiteY4-108" fmla="*/ 375920 h 803483"/>
              <a:gd name="connsiteX5-109" fmla="*/ 1330474 w 13512314"/>
              <a:gd name="connsiteY5-110" fmla="*/ 345440 h 803483"/>
              <a:gd name="connsiteX6-111" fmla="*/ 1320314 w 13512314"/>
              <a:gd name="connsiteY6-112" fmla="*/ 0 h 803483"/>
              <a:gd name="connsiteX0-113" fmla="*/ 1320314 w 14509230"/>
              <a:gd name="connsiteY0-114" fmla="*/ 0 h 803483"/>
              <a:gd name="connsiteX1-115" fmla="*/ 13512314 w 14509230"/>
              <a:gd name="connsiteY1-116" fmla="*/ 0 h 803483"/>
              <a:gd name="connsiteX2-117" fmla="*/ 13512314 w 14509230"/>
              <a:gd name="connsiteY2-118" fmla="*/ 792480 h 803483"/>
              <a:gd name="connsiteX3-119" fmla="*/ 11155194 w 14509230"/>
              <a:gd name="connsiteY3-120" fmla="*/ 457200 h 803483"/>
              <a:gd name="connsiteX4-121" fmla="*/ 10200154 w 14509230"/>
              <a:gd name="connsiteY4-122" fmla="*/ 375920 h 803483"/>
              <a:gd name="connsiteX5-123" fmla="*/ 1330474 w 14509230"/>
              <a:gd name="connsiteY5-124" fmla="*/ 345440 h 803483"/>
              <a:gd name="connsiteX6-125" fmla="*/ 1320314 w 14509230"/>
              <a:gd name="connsiteY6-126" fmla="*/ 0 h 803483"/>
              <a:gd name="connsiteX0-127" fmla="*/ 1320314 w 14511121"/>
              <a:gd name="connsiteY0-128" fmla="*/ 0 h 803483"/>
              <a:gd name="connsiteX1-129" fmla="*/ 13512314 w 14511121"/>
              <a:gd name="connsiteY1-130" fmla="*/ 0 h 803483"/>
              <a:gd name="connsiteX2-131" fmla="*/ 13512314 w 14511121"/>
              <a:gd name="connsiteY2-132" fmla="*/ 792480 h 803483"/>
              <a:gd name="connsiteX3-133" fmla="*/ 11155194 w 14511121"/>
              <a:gd name="connsiteY3-134" fmla="*/ 457200 h 803483"/>
              <a:gd name="connsiteX4-135" fmla="*/ 10200154 w 14511121"/>
              <a:gd name="connsiteY4-136" fmla="*/ 375920 h 803483"/>
              <a:gd name="connsiteX5-137" fmla="*/ 1330474 w 14511121"/>
              <a:gd name="connsiteY5-138" fmla="*/ 345440 h 803483"/>
              <a:gd name="connsiteX6-139" fmla="*/ 1320314 w 14511121"/>
              <a:gd name="connsiteY6-140" fmla="*/ 0 h 803483"/>
              <a:gd name="connsiteX0-141" fmla="*/ 1320314 w 13686915"/>
              <a:gd name="connsiteY0-142" fmla="*/ 0 h 803483"/>
              <a:gd name="connsiteX1-143" fmla="*/ 13512314 w 13686915"/>
              <a:gd name="connsiteY1-144" fmla="*/ 0 h 803483"/>
              <a:gd name="connsiteX2-145" fmla="*/ 13512314 w 13686915"/>
              <a:gd name="connsiteY2-146" fmla="*/ 792480 h 803483"/>
              <a:gd name="connsiteX3-147" fmla="*/ 11155194 w 13686915"/>
              <a:gd name="connsiteY3-148" fmla="*/ 457200 h 803483"/>
              <a:gd name="connsiteX4-149" fmla="*/ 10200154 w 13686915"/>
              <a:gd name="connsiteY4-150" fmla="*/ 375920 h 803483"/>
              <a:gd name="connsiteX5-151" fmla="*/ 1330474 w 13686915"/>
              <a:gd name="connsiteY5-152" fmla="*/ 345440 h 803483"/>
              <a:gd name="connsiteX6-153" fmla="*/ 1320314 w 13686915"/>
              <a:gd name="connsiteY6-154" fmla="*/ 0 h 803483"/>
              <a:gd name="connsiteX0-155" fmla="*/ 1320314 w 13512314"/>
              <a:gd name="connsiteY0-156" fmla="*/ 0 h 803483"/>
              <a:gd name="connsiteX1-157" fmla="*/ 13512314 w 13512314"/>
              <a:gd name="connsiteY1-158" fmla="*/ 0 h 803483"/>
              <a:gd name="connsiteX2-159" fmla="*/ 13512314 w 13512314"/>
              <a:gd name="connsiteY2-160" fmla="*/ 792480 h 803483"/>
              <a:gd name="connsiteX3-161" fmla="*/ 11155194 w 13512314"/>
              <a:gd name="connsiteY3-162" fmla="*/ 457200 h 803483"/>
              <a:gd name="connsiteX4-163" fmla="*/ 10200154 w 13512314"/>
              <a:gd name="connsiteY4-164" fmla="*/ 375920 h 803483"/>
              <a:gd name="connsiteX5-165" fmla="*/ 1330474 w 13512314"/>
              <a:gd name="connsiteY5-166" fmla="*/ 345440 h 803483"/>
              <a:gd name="connsiteX6-167" fmla="*/ 1320314 w 13512314"/>
              <a:gd name="connsiteY6-168" fmla="*/ 0 h 803483"/>
              <a:gd name="connsiteX0-169" fmla="*/ 1320314 w 13512314"/>
              <a:gd name="connsiteY0-170" fmla="*/ 0 h 847119"/>
              <a:gd name="connsiteX1-171" fmla="*/ 13512314 w 13512314"/>
              <a:gd name="connsiteY1-172" fmla="*/ 0 h 847119"/>
              <a:gd name="connsiteX2-173" fmla="*/ 13512314 w 13512314"/>
              <a:gd name="connsiteY2-174" fmla="*/ 792480 h 847119"/>
              <a:gd name="connsiteX3-175" fmla="*/ 11368554 w 13512314"/>
              <a:gd name="connsiteY3-176" fmla="*/ 792480 h 847119"/>
              <a:gd name="connsiteX4-177" fmla="*/ 10200154 w 13512314"/>
              <a:gd name="connsiteY4-178" fmla="*/ 375920 h 847119"/>
              <a:gd name="connsiteX5-179" fmla="*/ 1330474 w 13512314"/>
              <a:gd name="connsiteY5-180" fmla="*/ 345440 h 847119"/>
              <a:gd name="connsiteX6-181" fmla="*/ 1320314 w 13512314"/>
              <a:gd name="connsiteY6-182" fmla="*/ 0 h 847119"/>
              <a:gd name="connsiteX0-183" fmla="*/ 1320314 w 13512314"/>
              <a:gd name="connsiteY0-184" fmla="*/ 0 h 869791"/>
              <a:gd name="connsiteX1-185" fmla="*/ 13512314 w 13512314"/>
              <a:gd name="connsiteY1-186" fmla="*/ 0 h 869791"/>
              <a:gd name="connsiteX2-187" fmla="*/ 13512314 w 13512314"/>
              <a:gd name="connsiteY2-188" fmla="*/ 792480 h 869791"/>
              <a:gd name="connsiteX3-189" fmla="*/ 11368554 w 13512314"/>
              <a:gd name="connsiteY3-190" fmla="*/ 792480 h 869791"/>
              <a:gd name="connsiteX4-191" fmla="*/ 10200154 w 13512314"/>
              <a:gd name="connsiteY4-192" fmla="*/ 375920 h 869791"/>
              <a:gd name="connsiteX5-193" fmla="*/ 1330474 w 13512314"/>
              <a:gd name="connsiteY5-194" fmla="*/ 345440 h 869791"/>
              <a:gd name="connsiteX6-195" fmla="*/ 1320314 w 13512314"/>
              <a:gd name="connsiteY6-196" fmla="*/ 0 h 869791"/>
              <a:gd name="connsiteX0-197" fmla="*/ 1320314 w 13512314"/>
              <a:gd name="connsiteY0-198" fmla="*/ 0 h 851182"/>
              <a:gd name="connsiteX1-199" fmla="*/ 13512314 w 13512314"/>
              <a:gd name="connsiteY1-200" fmla="*/ 0 h 851182"/>
              <a:gd name="connsiteX2-201" fmla="*/ 13512314 w 13512314"/>
              <a:gd name="connsiteY2-202" fmla="*/ 792480 h 851182"/>
              <a:gd name="connsiteX3-203" fmla="*/ 11368554 w 13512314"/>
              <a:gd name="connsiteY3-204" fmla="*/ 792480 h 851182"/>
              <a:gd name="connsiteX4-205" fmla="*/ 10200154 w 13512314"/>
              <a:gd name="connsiteY4-206" fmla="*/ 375920 h 851182"/>
              <a:gd name="connsiteX5-207" fmla="*/ 1330474 w 13512314"/>
              <a:gd name="connsiteY5-208" fmla="*/ 345440 h 851182"/>
              <a:gd name="connsiteX6-209" fmla="*/ 1320314 w 13512314"/>
              <a:gd name="connsiteY6-210" fmla="*/ 0 h 851182"/>
              <a:gd name="connsiteX0-211" fmla="*/ 1320314 w 13512314"/>
              <a:gd name="connsiteY0-212" fmla="*/ 0 h 806026"/>
              <a:gd name="connsiteX1-213" fmla="*/ 13512314 w 13512314"/>
              <a:gd name="connsiteY1-214" fmla="*/ 0 h 806026"/>
              <a:gd name="connsiteX2-215" fmla="*/ 13512314 w 13512314"/>
              <a:gd name="connsiteY2-216" fmla="*/ 792480 h 806026"/>
              <a:gd name="connsiteX3-217" fmla="*/ 11368554 w 13512314"/>
              <a:gd name="connsiteY3-218" fmla="*/ 792480 h 806026"/>
              <a:gd name="connsiteX4-219" fmla="*/ 10200154 w 13512314"/>
              <a:gd name="connsiteY4-220" fmla="*/ 375920 h 806026"/>
              <a:gd name="connsiteX5-221" fmla="*/ 1330474 w 13512314"/>
              <a:gd name="connsiteY5-222" fmla="*/ 345440 h 806026"/>
              <a:gd name="connsiteX6-223" fmla="*/ 1320314 w 13512314"/>
              <a:gd name="connsiteY6-224" fmla="*/ 0 h 806026"/>
              <a:gd name="connsiteX0-225" fmla="*/ 1320314 w 13512314"/>
              <a:gd name="connsiteY0-226" fmla="*/ 0 h 806026"/>
              <a:gd name="connsiteX1-227" fmla="*/ 13512314 w 13512314"/>
              <a:gd name="connsiteY1-228" fmla="*/ 0 h 806026"/>
              <a:gd name="connsiteX2-229" fmla="*/ 13512314 w 13512314"/>
              <a:gd name="connsiteY2-230" fmla="*/ 792480 h 806026"/>
              <a:gd name="connsiteX3-231" fmla="*/ 11368554 w 13512314"/>
              <a:gd name="connsiteY3-232" fmla="*/ 792480 h 806026"/>
              <a:gd name="connsiteX4-233" fmla="*/ 10200154 w 13512314"/>
              <a:gd name="connsiteY4-234" fmla="*/ 375920 h 806026"/>
              <a:gd name="connsiteX5-235" fmla="*/ 1330474 w 13512314"/>
              <a:gd name="connsiteY5-236" fmla="*/ 345440 h 806026"/>
              <a:gd name="connsiteX6-237" fmla="*/ 1320314 w 13512314"/>
              <a:gd name="connsiteY6-238" fmla="*/ 0 h 806026"/>
              <a:gd name="connsiteX0-239" fmla="*/ 1320314 w 13512314"/>
              <a:gd name="connsiteY0-240" fmla="*/ 0 h 806026"/>
              <a:gd name="connsiteX1-241" fmla="*/ 13512314 w 13512314"/>
              <a:gd name="connsiteY1-242" fmla="*/ 0 h 806026"/>
              <a:gd name="connsiteX2-243" fmla="*/ 13512314 w 13512314"/>
              <a:gd name="connsiteY2-244" fmla="*/ 792480 h 806026"/>
              <a:gd name="connsiteX3-245" fmla="*/ 11368554 w 13512314"/>
              <a:gd name="connsiteY3-246" fmla="*/ 792480 h 806026"/>
              <a:gd name="connsiteX4-247" fmla="*/ 10200154 w 13512314"/>
              <a:gd name="connsiteY4-248" fmla="*/ 375920 h 806026"/>
              <a:gd name="connsiteX5-249" fmla="*/ 1330474 w 13512314"/>
              <a:gd name="connsiteY5-250" fmla="*/ 345440 h 806026"/>
              <a:gd name="connsiteX6-251" fmla="*/ 1320314 w 13512314"/>
              <a:gd name="connsiteY6-252" fmla="*/ 0 h 806026"/>
              <a:gd name="connsiteX0-253" fmla="*/ 1320314 w 13512314"/>
              <a:gd name="connsiteY0-254" fmla="*/ 0 h 806026"/>
              <a:gd name="connsiteX1-255" fmla="*/ 13512314 w 13512314"/>
              <a:gd name="connsiteY1-256" fmla="*/ 0 h 806026"/>
              <a:gd name="connsiteX2-257" fmla="*/ 13512314 w 13512314"/>
              <a:gd name="connsiteY2-258" fmla="*/ 792480 h 806026"/>
              <a:gd name="connsiteX3-259" fmla="*/ 11368554 w 13512314"/>
              <a:gd name="connsiteY3-260" fmla="*/ 792480 h 806026"/>
              <a:gd name="connsiteX4-261" fmla="*/ 10200154 w 13512314"/>
              <a:gd name="connsiteY4-262" fmla="*/ 375920 h 806026"/>
              <a:gd name="connsiteX5-263" fmla="*/ 1330474 w 13512314"/>
              <a:gd name="connsiteY5-264" fmla="*/ 345440 h 806026"/>
              <a:gd name="connsiteX6-265" fmla="*/ 1320314 w 13512314"/>
              <a:gd name="connsiteY6-266" fmla="*/ 0 h 806026"/>
              <a:gd name="connsiteX0-267" fmla="*/ 1320314 w 13512314"/>
              <a:gd name="connsiteY0-268" fmla="*/ 0 h 806026"/>
              <a:gd name="connsiteX1-269" fmla="*/ 13512314 w 13512314"/>
              <a:gd name="connsiteY1-270" fmla="*/ 0 h 806026"/>
              <a:gd name="connsiteX2-271" fmla="*/ 13512314 w 13512314"/>
              <a:gd name="connsiteY2-272" fmla="*/ 792480 h 806026"/>
              <a:gd name="connsiteX3-273" fmla="*/ 11368554 w 13512314"/>
              <a:gd name="connsiteY3-274" fmla="*/ 792480 h 806026"/>
              <a:gd name="connsiteX4-275" fmla="*/ 10200154 w 13512314"/>
              <a:gd name="connsiteY4-276" fmla="*/ 375920 h 806026"/>
              <a:gd name="connsiteX5-277" fmla="*/ 1330474 w 13512314"/>
              <a:gd name="connsiteY5-278" fmla="*/ 345440 h 806026"/>
              <a:gd name="connsiteX6-279" fmla="*/ 1320314 w 13512314"/>
              <a:gd name="connsiteY6-280" fmla="*/ 0 h 806026"/>
              <a:gd name="connsiteX0-281" fmla="*/ 1320314 w 13512314"/>
              <a:gd name="connsiteY0-282" fmla="*/ 0 h 806026"/>
              <a:gd name="connsiteX1-283" fmla="*/ 13512314 w 13512314"/>
              <a:gd name="connsiteY1-284" fmla="*/ 0 h 806026"/>
              <a:gd name="connsiteX2-285" fmla="*/ 13512314 w 13512314"/>
              <a:gd name="connsiteY2-286" fmla="*/ 792480 h 806026"/>
              <a:gd name="connsiteX3-287" fmla="*/ 11368554 w 13512314"/>
              <a:gd name="connsiteY3-288" fmla="*/ 792480 h 806026"/>
              <a:gd name="connsiteX4-289" fmla="*/ 10200154 w 13512314"/>
              <a:gd name="connsiteY4-290" fmla="*/ 375920 h 806026"/>
              <a:gd name="connsiteX5-291" fmla="*/ 1330474 w 13512314"/>
              <a:gd name="connsiteY5-292" fmla="*/ 345440 h 806026"/>
              <a:gd name="connsiteX6-293" fmla="*/ 1320314 w 13512314"/>
              <a:gd name="connsiteY6-294" fmla="*/ 0 h 806026"/>
              <a:gd name="connsiteX0-295" fmla="*/ 1320314 w 13512314"/>
              <a:gd name="connsiteY0-296" fmla="*/ 0 h 806026"/>
              <a:gd name="connsiteX1-297" fmla="*/ 13512314 w 13512314"/>
              <a:gd name="connsiteY1-298" fmla="*/ 0 h 806026"/>
              <a:gd name="connsiteX2-299" fmla="*/ 13512314 w 13512314"/>
              <a:gd name="connsiteY2-300" fmla="*/ 792480 h 806026"/>
              <a:gd name="connsiteX3-301" fmla="*/ 11368554 w 13512314"/>
              <a:gd name="connsiteY3-302" fmla="*/ 792480 h 806026"/>
              <a:gd name="connsiteX4-303" fmla="*/ 10200154 w 13512314"/>
              <a:gd name="connsiteY4-304" fmla="*/ 375920 h 806026"/>
              <a:gd name="connsiteX5-305" fmla="*/ 1330474 w 13512314"/>
              <a:gd name="connsiteY5-306" fmla="*/ 345440 h 806026"/>
              <a:gd name="connsiteX6-307" fmla="*/ 1320314 w 13512314"/>
              <a:gd name="connsiteY6-308" fmla="*/ 0 h 806026"/>
              <a:gd name="connsiteX0-309" fmla="*/ 649073 w 12841073"/>
              <a:gd name="connsiteY0-310" fmla="*/ 59 h 806085"/>
              <a:gd name="connsiteX1-311" fmla="*/ 12841073 w 12841073"/>
              <a:gd name="connsiteY1-312" fmla="*/ 59 h 806085"/>
              <a:gd name="connsiteX2-313" fmla="*/ 12841073 w 12841073"/>
              <a:gd name="connsiteY2-314" fmla="*/ 792539 h 806085"/>
              <a:gd name="connsiteX3-315" fmla="*/ 10697313 w 12841073"/>
              <a:gd name="connsiteY3-316" fmla="*/ 792539 h 806085"/>
              <a:gd name="connsiteX4-317" fmla="*/ 9528913 w 12841073"/>
              <a:gd name="connsiteY4-318" fmla="*/ 375979 h 806085"/>
              <a:gd name="connsiteX5-319" fmla="*/ 659233 w 12841073"/>
              <a:gd name="connsiteY5-320" fmla="*/ 345499 h 806085"/>
              <a:gd name="connsiteX6-321" fmla="*/ 649073 w 12841073"/>
              <a:gd name="connsiteY6-322" fmla="*/ 59 h 806085"/>
              <a:gd name="connsiteX0-323" fmla="*/ 0 w 12192000"/>
              <a:gd name="connsiteY0-324" fmla="*/ 59 h 806085"/>
              <a:gd name="connsiteX1-325" fmla="*/ 12192000 w 12192000"/>
              <a:gd name="connsiteY1-326" fmla="*/ 59 h 806085"/>
              <a:gd name="connsiteX2-327" fmla="*/ 12192000 w 12192000"/>
              <a:gd name="connsiteY2-328" fmla="*/ 792539 h 806085"/>
              <a:gd name="connsiteX3-329" fmla="*/ 10048240 w 12192000"/>
              <a:gd name="connsiteY3-330" fmla="*/ 792539 h 806085"/>
              <a:gd name="connsiteX4-331" fmla="*/ 8879840 w 12192000"/>
              <a:gd name="connsiteY4-332" fmla="*/ 375979 h 806085"/>
              <a:gd name="connsiteX5-333" fmla="*/ 10160 w 12192000"/>
              <a:gd name="connsiteY5-334" fmla="*/ 345499 h 806085"/>
              <a:gd name="connsiteX6-335" fmla="*/ 0 w 12192000"/>
              <a:gd name="connsiteY6-336" fmla="*/ 59 h 806085"/>
              <a:gd name="connsiteX0-337" fmla="*/ 0 w 12196549"/>
              <a:gd name="connsiteY0-338" fmla="*/ 59 h 806085"/>
              <a:gd name="connsiteX1-339" fmla="*/ 12196549 w 12196549"/>
              <a:gd name="connsiteY1-340" fmla="*/ 59 h 806085"/>
              <a:gd name="connsiteX2-341" fmla="*/ 12196549 w 12196549"/>
              <a:gd name="connsiteY2-342" fmla="*/ 792539 h 806085"/>
              <a:gd name="connsiteX3-343" fmla="*/ 10052789 w 12196549"/>
              <a:gd name="connsiteY3-344" fmla="*/ 792539 h 806085"/>
              <a:gd name="connsiteX4-345" fmla="*/ 8884389 w 12196549"/>
              <a:gd name="connsiteY4-346" fmla="*/ 375979 h 806085"/>
              <a:gd name="connsiteX5-347" fmla="*/ 14709 w 12196549"/>
              <a:gd name="connsiteY5-348" fmla="*/ 345499 h 806085"/>
              <a:gd name="connsiteX6-349" fmla="*/ 0 w 12196549"/>
              <a:gd name="connsiteY6-350" fmla="*/ 59 h 806085"/>
              <a:gd name="connsiteX0-351" fmla="*/ 0 w 12196549"/>
              <a:gd name="connsiteY0-352" fmla="*/ 58 h 806084"/>
              <a:gd name="connsiteX1-353" fmla="*/ 12196549 w 12196549"/>
              <a:gd name="connsiteY1-354" fmla="*/ 58 h 806084"/>
              <a:gd name="connsiteX2-355" fmla="*/ 12196549 w 12196549"/>
              <a:gd name="connsiteY2-356" fmla="*/ 792538 h 806084"/>
              <a:gd name="connsiteX3-357" fmla="*/ 10052789 w 12196549"/>
              <a:gd name="connsiteY3-358" fmla="*/ 792538 h 806084"/>
              <a:gd name="connsiteX4-359" fmla="*/ 8884389 w 12196549"/>
              <a:gd name="connsiteY4-360" fmla="*/ 375978 h 806084"/>
              <a:gd name="connsiteX5-361" fmla="*/ 3512 w 12196549"/>
              <a:gd name="connsiteY5-362" fmla="*/ 352962 h 806084"/>
              <a:gd name="connsiteX6-363" fmla="*/ 0 w 12196549"/>
              <a:gd name="connsiteY6-364" fmla="*/ 58 h 806084"/>
              <a:gd name="connsiteX0-365" fmla="*/ 0 w 12200281"/>
              <a:gd name="connsiteY0-366" fmla="*/ 3733 h 806026"/>
              <a:gd name="connsiteX1-367" fmla="*/ 12200281 w 12200281"/>
              <a:gd name="connsiteY1-368" fmla="*/ 0 h 806026"/>
              <a:gd name="connsiteX2-369" fmla="*/ 12200281 w 12200281"/>
              <a:gd name="connsiteY2-370" fmla="*/ 792480 h 806026"/>
              <a:gd name="connsiteX3-371" fmla="*/ 10056521 w 12200281"/>
              <a:gd name="connsiteY3-372" fmla="*/ 792480 h 806026"/>
              <a:gd name="connsiteX4-373" fmla="*/ 8888121 w 12200281"/>
              <a:gd name="connsiteY4-374" fmla="*/ 375920 h 806026"/>
              <a:gd name="connsiteX5-375" fmla="*/ 7244 w 12200281"/>
              <a:gd name="connsiteY5-376" fmla="*/ 352904 h 806026"/>
              <a:gd name="connsiteX6-377" fmla="*/ 0 w 12200281"/>
              <a:gd name="connsiteY6-378" fmla="*/ 3733 h 806026"/>
              <a:gd name="connsiteX0-379" fmla="*/ 0 w 12200281"/>
              <a:gd name="connsiteY0-380" fmla="*/ 3733 h 795992"/>
              <a:gd name="connsiteX1-381" fmla="*/ 12200281 w 12200281"/>
              <a:gd name="connsiteY1-382" fmla="*/ 0 h 795992"/>
              <a:gd name="connsiteX2-383" fmla="*/ 12200281 w 12200281"/>
              <a:gd name="connsiteY2-384" fmla="*/ 792480 h 795992"/>
              <a:gd name="connsiteX3-385" fmla="*/ 10056521 w 12200281"/>
              <a:gd name="connsiteY3-386" fmla="*/ 792480 h 795992"/>
              <a:gd name="connsiteX4-387" fmla="*/ 8888121 w 12200281"/>
              <a:gd name="connsiteY4-388" fmla="*/ 375920 h 795992"/>
              <a:gd name="connsiteX5-389" fmla="*/ 7244 w 12200281"/>
              <a:gd name="connsiteY5-390" fmla="*/ 352904 h 795992"/>
              <a:gd name="connsiteX6-391" fmla="*/ 0 w 12200281"/>
              <a:gd name="connsiteY6-392" fmla="*/ 3733 h 795992"/>
              <a:gd name="connsiteX0-393" fmla="*/ 0 w 12202789"/>
              <a:gd name="connsiteY0-394" fmla="*/ 3733 h 795992"/>
              <a:gd name="connsiteX1-395" fmla="*/ 12200281 w 12202789"/>
              <a:gd name="connsiteY1-396" fmla="*/ 0 h 795992"/>
              <a:gd name="connsiteX2-397" fmla="*/ 12200281 w 12202789"/>
              <a:gd name="connsiteY2-398" fmla="*/ 792480 h 795992"/>
              <a:gd name="connsiteX3-399" fmla="*/ 10056521 w 12202789"/>
              <a:gd name="connsiteY3-400" fmla="*/ 792480 h 795992"/>
              <a:gd name="connsiteX4-401" fmla="*/ 8888121 w 12202789"/>
              <a:gd name="connsiteY4-402" fmla="*/ 375920 h 795992"/>
              <a:gd name="connsiteX5-403" fmla="*/ 7244 w 12202789"/>
              <a:gd name="connsiteY5-404" fmla="*/ 352904 h 795992"/>
              <a:gd name="connsiteX6-405" fmla="*/ 0 w 12202789"/>
              <a:gd name="connsiteY6-406" fmla="*/ 3733 h 795992"/>
              <a:gd name="connsiteX0-407" fmla="*/ 0 w 12202789"/>
              <a:gd name="connsiteY0-408" fmla="*/ 3733 h 795992"/>
              <a:gd name="connsiteX1-409" fmla="*/ 12200281 w 12202789"/>
              <a:gd name="connsiteY1-410" fmla="*/ 0 h 795992"/>
              <a:gd name="connsiteX2-411" fmla="*/ 12200281 w 12202789"/>
              <a:gd name="connsiteY2-412" fmla="*/ 792480 h 795992"/>
              <a:gd name="connsiteX3-413" fmla="*/ 10056521 w 12202789"/>
              <a:gd name="connsiteY3-414" fmla="*/ 792480 h 795992"/>
              <a:gd name="connsiteX4-415" fmla="*/ 8888121 w 12202789"/>
              <a:gd name="connsiteY4-416" fmla="*/ 375920 h 795992"/>
              <a:gd name="connsiteX5-417" fmla="*/ 7244 w 12202789"/>
              <a:gd name="connsiteY5-418" fmla="*/ 352904 h 795992"/>
              <a:gd name="connsiteX6-419" fmla="*/ 0 w 12202789"/>
              <a:gd name="connsiteY6-420" fmla="*/ 3733 h 7959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  <a:cxn ang="0">
                <a:pos x="connsiteX6-97" y="connsiteY6-98"/>
              </a:cxn>
            </a:cxnLst>
            <a:rect l="l" t="t" r="r" b="b"/>
            <a:pathLst>
              <a:path w="12202789" h="795992">
                <a:moveTo>
                  <a:pt x="0" y="3733"/>
                </a:moveTo>
                <a:cubicBezTo>
                  <a:pt x="843" y="9005"/>
                  <a:pt x="8133521" y="1244"/>
                  <a:pt x="12200281" y="0"/>
                </a:cubicBezTo>
                <a:cubicBezTo>
                  <a:pt x="12200281" y="264160"/>
                  <a:pt x="12205925" y="195298"/>
                  <a:pt x="12200281" y="792480"/>
                </a:cubicBezTo>
                <a:cubicBezTo>
                  <a:pt x="12197459" y="800382"/>
                  <a:pt x="11128401" y="792480"/>
                  <a:pt x="10056521" y="792480"/>
                </a:cubicBezTo>
                <a:cubicBezTo>
                  <a:pt x="9504494" y="723053"/>
                  <a:pt x="9560470" y="364162"/>
                  <a:pt x="8888121" y="375920"/>
                </a:cubicBezTo>
                <a:cubicBezTo>
                  <a:pt x="8848376" y="358923"/>
                  <a:pt x="2963804" y="363064"/>
                  <a:pt x="7244" y="352904"/>
                </a:cubicBezTo>
                <a:cubicBezTo>
                  <a:pt x="-1234" y="347814"/>
                  <a:pt x="7897" y="-1515"/>
                  <a:pt x="0" y="3733"/>
                </a:cubicBezTo>
                <a:close/>
              </a:path>
            </a:pathLst>
          </a:custGeom>
          <a:solidFill>
            <a:srgbClr val="4256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-14605" y="6693535"/>
            <a:ext cx="12218035" cy="173990"/>
          </a:xfrm>
          <a:prstGeom prst="rect">
            <a:avLst/>
          </a:prstGeom>
          <a:solidFill>
            <a:srgbClr val="42563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407670" y="1269365"/>
            <a:ext cx="5385435" cy="3726180"/>
            <a:chOff x="755" y="2225"/>
            <a:chExt cx="8481" cy="5868"/>
          </a:xfrm>
        </p:grpSpPr>
        <p:pic>
          <p:nvPicPr>
            <p:cNvPr id="8" name="图片 7" descr="早期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68" y="2225"/>
              <a:ext cx="8368" cy="5869"/>
            </a:xfrm>
            <a:prstGeom prst="rect">
              <a:avLst/>
            </a:prstGeom>
            <a:ln>
              <a:solidFill>
                <a:schemeClr val="accent6">
                  <a:lumMod val="50000"/>
                  <a:lumOff val="50000"/>
                </a:schemeClr>
              </a:solidFill>
            </a:ln>
          </p:spPr>
        </p:pic>
        <p:pic>
          <p:nvPicPr>
            <p:cNvPr id="10" name="图片 9" descr="早期1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7921" t="3969" r="14758"/>
            <a:stretch>
              <a:fillRect/>
            </a:stretch>
          </p:blipFill>
          <p:spPr>
            <a:xfrm>
              <a:off x="755" y="2225"/>
              <a:ext cx="4422" cy="5492"/>
            </a:xfrm>
            <a:prstGeom prst="rect">
              <a:avLst/>
            </a:prstGeom>
          </p:spPr>
        </p:pic>
      </p:grpSp>
      <p:pic>
        <p:nvPicPr>
          <p:cNvPr id="13" name="图片 12" descr="现在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5435"/>
          <a:stretch>
            <a:fillRect/>
          </a:stretch>
        </p:blipFill>
        <p:spPr>
          <a:xfrm>
            <a:off x="6454140" y="1290320"/>
            <a:ext cx="5177155" cy="3672205"/>
          </a:xfrm>
          <a:prstGeom prst="rect">
            <a:avLst/>
          </a:prstGeom>
          <a:ln w="25400">
            <a:solidFill>
              <a:schemeClr val="accent6">
                <a:lumMod val="75000"/>
                <a:lumOff val="25000"/>
              </a:schemeClr>
            </a:solidFill>
          </a:ln>
        </p:spPr>
      </p:pic>
      <p:sp>
        <p:nvSpPr>
          <p:cNvPr id="16" name="文本框 15"/>
          <p:cNvSpPr txBox="1"/>
          <p:nvPr/>
        </p:nvSpPr>
        <p:spPr>
          <a:xfrm>
            <a:off x="2063115" y="5395595"/>
            <a:ext cx="2052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accent6"/>
                </a:solidFill>
                <a:latin typeface="黑体" panose="02010609060101010101" charset="-122"/>
                <a:ea typeface="黑体" panose="02010609060101010101" charset="-122"/>
              </a:rPr>
              <a:t>早期的气象站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039735" y="5395595"/>
            <a:ext cx="20288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accent6"/>
                </a:solidFill>
                <a:latin typeface="黑体" panose="02010609060101010101" charset="-122"/>
                <a:ea typeface="黑体" panose="02010609060101010101" charset="-122"/>
              </a:rPr>
              <a:t>现在的气象站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/>
          <p:cNvSpPr/>
          <p:nvPr>
            <p:custDataLst>
              <p:tags r:id="rId1"/>
            </p:custDataLst>
          </p:nvPr>
        </p:nvSpPr>
        <p:spPr>
          <a:xfrm>
            <a:off x="-15240" y="-71755"/>
            <a:ext cx="12218035" cy="702310"/>
          </a:xfrm>
          <a:custGeom>
            <a:avLst/>
            <a:gdLst>
              <a:gd name="connsiteX0" fmla="*/ 0 w 12192000"/>
              <a:gd name="connsiteY0" fmla="*/ 0 h 792480"/>
              <a:gd name="connsiteX1" fmla="*/ 12192000 w 12192000"/>
              <a:gd name="connsiteY1" fmla="*/ 0 h 792480"/>
              <a:gd name="connsiteX2" fmla="*/ 12192000 w 12192000"/>
              <a:gd name="connsiteY2" fmla="*/ 792480 h 792480"/>
              <a:gd name="connsiteX3" fmla="*/ 0 w 12192000"/>
              <a:gd name="connsiteY3" fmla="*/ 792480 h 792480"/>
              <a:gd name="connsiteX4" fmla="*/ 0 w 12192000"/>
              <a:gd name="connsiteY4" fmla="*/ 0 h 792480"/>
              <a:gd name="connsiteX0-1" fmla="*/ 0 w 12192000"/>
              <a:gd name="connsiteY0-2" fmla="*/ 0 h 792480"/>
              <a:gd name="connsiteX1-3" fmla="*/ 12192000 w 12192000"/>
              <a:gd name="connsiteY1-4" fmla="*/ 0 h 792480"/>
              <a:gd name="connsiteX2-5" fmla="*/ 12192000 w 12192000"/>
              <a:gd name="connsiteY2-6" fmla="*/ 792480 h 792480"/>
              <a:gd name="connsiteX3-7" fmla="*/ 10160 w 12192000"/>
              <a:gd name="connsiteY3-8" fmla="*/ 345440 h 792480"/>
              <a:gd name="connsiteX4-9" fmla="*/ 0 w 12192000"/>
              <a:gd name="connsiteY4-10" fmla="*/ 0 h 792480"/>
              <a:gd name="connsiteX0-11" fmla="*/ 0 w 12192000"/>
              <a:gd name="connsiteY0-12" fmla="*/ 0 h 792480"/>
              <a:gd name="connsiteX1-13" fmla="*/ 12192000 w 12192000"/>
              <a:gd name="connsiteY1-14" fmla="*/ 0 h 792480"/>
              <a:gd name="connsiteX2-15" fmla="*/ 12192000 w 12192000"/>
              <a:gd name="connsiteY2-16" fmla="*/ 792480 h 792480"/>
              <a:gd name="connsiteX3-17" fmla="*/ 10160 w 12192000"/>
              <a:gd name="connsiteY3-18" fmla="*/ 345440 h 792480"/>
              <a:gd name="connsiteX4-19" fmla="*/ 0 w 12192000"/>
              <a:gd name="connsiteY4-20" fmla="*/ 0 h 792480"/>
              <a:gd name="connsiteX0-21" fmla="*/ 0 w 12192000"/>
              <a:gd name="connsiteY0-22" fmla="*/ 0 h 914446"/>
              <a:gd name="connsiteX1-23" fmla="*/ 12192000 w 12192000"/>
              <a:gd name="connsiteY1-24" fmla="*/ 0 h 914446"/>
              <a:gd name="connsiteX2-25" fmla="*/ 12192000 w 12192000"/>
              <a:gd name="connsiteY2-26" fmla="*/ 792480 h 914446"/>
              <a:gd name="connsiteX3-27" fmla="*/ 10160 w 12192000"/>
              <a:gd name="connsiteY3-28" fmla="*/ 345440 h 914446"/>
              <a:gd name="connsiteX4-29" fmla="*/ 0 w 12192000"/>
              <a:gd name="connsiteY4-30" fmla="*/ 0 h 914446"/>
              <a:gd name="connsiteX0-31" fmla="*/ 0 w 12192000"/>
              <a:gd name="connsiteY0-32" fmla="*/ 0 h 855886"/>
              <a:gd name="connsiteX1-33" fmla="*/ 12192000 w 12192000"/>
              <a:gd name="connsiteY1-34" fmla="*/ 0 h 855886"/>
              <a:gd name="connsiteX2-35" fmla="*/ 12192000 w 12192000"/>
              <a:gd name="connsiteY2-36" fmla="*/ 792480 h 855886"/>
              <a:gd name="connsiteX3-37" fmla="*/ 10160 w 12192000"/>
              <a:gd name="connsiteY3-38" fmla="*/ 345440 h 855886"/>
              <a:gd name="connsiteX4-39" fmla="*/ 0 w 12192000"/>
              <a:gd name="connsiteY4-40" fmla="*/ 0 h 855886"/>
              <a:gd name="connsiteX0-41" fmla="*/ 0 w 12192000"/>
              <a:gd name="connsiteY0-42" fmla="*/ 0 h 792508"/>
              <a:gd name="connsiteX1-43" fmla="*/ 12192000 w 12192000"/>
              <a:gd name="connsiteY1-44" fmla="*/ 0 h 792508"/>
              <a:gd name="connsiteX2-45" fmla="*/ 12192000 w 12192000"/>
              <a:gd name="connsiteY2-46" fmla="*/ 792480 h 792508"/>
              <a:gd name="connsiteX3-47" fmla="*/ 10160 w 12192000"/>
              <a:gd name="connsiteY3-48" fmla="*/ 345440 h 792508"/>
              <a:gd name="connsiteX4-49" fmla="*/ 0 w 12192000"/>
              <a:gd name="connsiteY4-50" fmla="*/ 0 h 792508"/>
              <a:gd name="connsiteX0-51" fmla="*/ 0 w 12192000"/>
              <a:gd name="connsiteY0-52" fmla="*/ 0 h 833387"/>
              <a:gd name="connsiteX1-53" fmla="*/ 12192000 w 12192000"/>
              <a:gd name="connsiteY1-54" fmla="*/ 0 h 833387"/>
              <a:gd name="connsiteX2-55" fmla="*/ 12192000 w 12192000"/>
              <a:gd name="connsiteY2-56" fmla="*/ 792480 h 833387"/>
              <a:gd name="connsiteX3-57" fmla="*/ 9215120 w 12192000"/>
              <a:gd name="connsiteY3-58" fmla="*/ 680720 h 833387"/>
              <a:gd name="connsiteX4-59" fmla="*/ 10160 w 12192000"/>
              <a:gd name="connsiteY4-60" fmla="*/ 345440 h 833387"/>
              <a:gd name="connsiteX5" fmla="*/ 0 w 12192000"/>
              <a:gd name="connsiteY5" fmla="*/ 0 h 833387"/>
              <a:gd name="connsiteX0-61" fmla="*/ 0 w 12192000"/>
              <a:gd name="connsiteY0-62" fmla="*/ 0 h 810530"/>
              <a:gd name="connsiteX1-63" fmla="*/ 12192000 w 12192000"/>
              <a:gd name="connsiteY1-64" fmla="*/ 0 h 810530"/>
              <a:gd name="connsiteX2-65" fmla="*/ 12192000 w 12192000"/>
              <a:gd name="connsiteY2-66" fmla="*/ 792480 h 810530"/>
              <a:gd name="connsiteX3-67" fmla="*/ 8879840 w 12192000"/>
              <a:gd name="connsiteY3-68" fmla="*/ 375920 h 810530"/>
              <a:gd name="connsiteX4-69" fmla="*/ 10160 w 12192000"/>
              <a:gd name="connsiteY4-70" fmla="*/ 345440 h 810530"/>
              <a:gd name="connsiteX5-71" fmla="*/ 0 w 12192000"/>
              <a:gd name="connsiteY5-72" fmla="*/ 0 h 810530"/>
              <a:gd name="connsiteX0-73" fmla="*/ 0 w 12192000"/>
              <a:gd name="connsiteY0-74" fmla="*/ 0 h 803483"/>
              <a:gd name="connsiteX1-75" fmla="*/ 12192000 w 12192000"/>
              <a:gd name="connsiteY1-76" fmla="*/ 0 h 803483"/>
              <a:gd name="connsiteX2-77" fmla="*/ 12192000 w 12192000"/>
              <a:gd name="connsiteY2-78" fmla="*/ 792480 h 803483"/>
              <a:gd name="connsiteX3-79" fmla="*/ 9834880 w 12192000"/>
              <a:gd name="connsiteY3-80" fmla="*/ 457200 h 803483"/>
              <a:gd name="connsiteX4-81" fmla="*/ 8879840 w 12192000"/>
              <a:gd name="connsiteY4-82" fmla="*/ 375920 h 803483"/>
              <a:gd name="connsiteX5-83" fmla="*/ 10160 w 12192000"/>
              <a:gd name="connsiteY5-84" fmla="*/ 345440 h 803483"/>
              <a:gd name="connsiteX6" fmla="*/ 0 w 12192000"/>
              <a:gd name="connsiteY6" fmla="*/ 0 h 803483"/>
              <a:gd name="connsiteX0-85" fmla="*/ 0 w 12192000"/>
              <a:gd name="connsiteY0-86" fmla="*/ 0 h 803483"/>
              <a:gd name="connsiteX1-87" fmla="*/ 12192000 w 12192000"/>
              <a:gd name="connsiteY1-88" fmla="*/ 0 h 803483"/>
              <a:gd name="connsiteX2-89" fmla="*/ 12192000 w 12192000"/>
              <a:gd name="connsiteY2-90" fmla="*/ 792480 h 803483"/>
              <a:gd name="connsiteX3-91" fmla="*/ 9834880 w 12192000"/>
              <a:gd name="connsiteY3-92" fmla="*/ 457200 h 803483"/>
              <a:gd name="connsiteX4-93" fmla="*/ 8879840 w 12192000"/>
              <a:gd name="connsiteY4-94" fmla="*/ 375920 h 803483"/>
              <a:gd name="connsiteX5-95" fmla="*/ 10160 w 12192000"/>
              <a:gd name="connsiteY5-96" fmla="*/ 345440 h 803483"/>
              <a:gd name="connsiteX6-97" fmla="*/ 0 w 12192000"/>
              <a:gd name="connsiteY6-98" fmla="*/ 0 h 803483"/>
              <a:gd name="connsiteX0-99" fmla="*/ 1320314 w 13512314"/>
              <a:gd name="connsiteY0-100" fmla="*/ 0 h 803483"/>
              <a:gd name="connsiteX1-101" fmla="*/ 13512314 w 13512314"/>
              <a:gd name="connsiteY1-102" fmla="*/ 0 h 803483"/>
              <a:gd name="connsiteX2-103" fmla="*/ 13512314 w 13512314"/>
              <a:gd name="connsiteY2-104" fmla="*/ 792480 h 803483"/>
              <a:gd name="connsiteX3-105" fmla="*/ 11155194 w 13512314"/>
              <a:gd name="connsiteY3-106" fmla="*/ 457200 h 803483"/>
              <a:gd name="connsiteX4-107" fmla="*/ 10200154 w 13512314"/>
              <a:gd name="connsiteY4-108" fmla="*/ 375920 h 803483"/>
              <a:gd name="connsiteX5-109" fmla="*/ 1330474 w 13512314"/>
              <a:gd name="connsiteY5-110" fmla="*/ 345440 h 803483"/>
              <a:gd name="connsiteX6-111" fmla="*/ 1320314 w 13512314"/>
              <a:gd name="connsiteY6-112" fmla="*/ 0 h 803483"/>
              <a:gd name="connsiteX0-113" fmla="*/ 1320314 w 14509230"/>
              <a:gd name="connsiteY0-114" fmla="*/ 0 h 803483"/>
              <a:gd name="connsiteX1-115" fmla="*/ 13512314 w 14509230"/>
              <a:gd name="connsiteY1-116" fmla="*/ 0 h 803483"/>
              <a:gd name="connsiteX2-117" fmla="*/ 13512314 w 14509230"/>
              <a:gd name="connsiteY2-118" fmla="*/ 792480 h 803483"/>
              <a:gd name="connsiteX3-119" fmla="*/ 11155194 w 14509230"/>
              <a:gd name="connsiteY3-120" fmla="*/ 457200 h 803483"/>
              <a:gd name="connsiteX4-121" fmla="*/ 10200154 w 14509230"/>
              <a:gd name="connsiteY4-122" fmla="*/ 375920 h 803483"/>
              <a:gd name="connsiteX5-123" fmla="*/ 1330474 w 14509230"/>
              <a:gd name="connsiteY5-124" fmla="*/ 345440 h 803483"/>
              <a:gd name="connsiteX6-125" fmla="*/ 1320314 w 14509230"/>
              <a:gd name="connsiteY6-126" fmla="*/ 0 h 803483"/>
              <a:gd name="connsiteX0-127" fmla="*/ 1320314 w 14511121"/>
              <a:gd name="connsiteY0-128" fmla="*/ 0 h 803483"/>
              <a:gd name="connsiteX1-129" fmla="*/ 13512314 w 14511121"/>
              <a:gd name="connsiteY1-130" fmla="*/ 0 h 803483"/>
              <a:gd name="connsiteX2-131" fmla="*/ 13512314 w 14511121"/>
              <a:gd name="connsiteY2-132" fmla="*/ 792480 h 803483"/>
              <a:gd name="connsiteX3-133" fmla="*/ 11155194 w 14511121"/>
              <a:gd name="connsiteY3-134" fmla="*/ 457200 h 803483"/>
              <a:gd name="connsiteX4-135" fmla="*/ 10200154 w 14511121"/>
              <a:gd name="connsiteY4-136" fmla="*/ 375920 h 803483"/>
              <a:gd name="connsiteX5-137" fmla="*/ 1330474 w 14511121"/>
              <a:gd name="connsiteY5-138" fmla="*/ 345440 h 803483"/>
              <a:gd name="connsiteX6-139" fmla="*/ 1320314 w 14511121"/>
              <a:gd name="connsiteY6-140" fmla="*/ 0 h 803483"/>
              <a:gd name="connsiteX0-141" fmla="*/ 1320314 w 13686915"/>
              <a:gd name="connsiteY0-142" fmla="*/ 0 h 803483"/>
              <a:gd name="connsiteX1-143" fmla="*/ 13512314 w 13686915"/>
              <a:gd name="connsiteY1-144" fmla="*/ 0 h 803483"/>
              <a:gd name="connsiteX2-145" fmla="*/ 13512314 w 13686915"/>
              <a:gd name="connsiteY2-146" fmla="*/ 792480 h 803483"/>
              <a:gd name="connsiteX3-147" fmla="*/ 11155194 w 13686915"/>
              <a:gd name="connsiteY3-148" fmla="*/ 457200 h 803483"/>
              <a:gd name="connsiteX4-149" fmla="*/ 10200154 w 13686915"/>
              <a:gd name="connsiteY4-150" fmla="*/ 375920 h 803483"/>
              <a:gd name="connsiteX5-151" fmla="*/ 1330474 w 13686915"/>
              <a:gd name="connsiteY5-152" fmla="*/ 345440 h 803483"/>
              <a:gd name="connsiteX6-153" fmla="*/ 1320314 w 13686915"/>
              <a:gd name="connsiteY6-154" fmla="*/ 0 h 803483"/>
              <a:gd name="connsiteX0-155" fmla="*/ 1320314 w 13512314"/>
              <a:gd name="connsiteY0-156" fmla="*/ 0 h 803483"/>
              <a:gd name="connsiteX1-157" fmla="*/ 13512314 w 13512314"/>
              <a:gd name="connsiteY1-158" fmla="*/ 0 h 803483"/>
              <a:gd name="connsiteX2-159" fmla="*/ 13512314 w 13512314"/>
              <a:gd name="connsiteY2-160" fmla="*/ 792480 h 803483"/>
              <a:gd name="connsiteX3-161" fmla="*/ 11155194 w 13512314"/>
              <a:gd name="connsiteY3-162" fmla="*/ 457200 h 803483"/>
              <a:gd name="connsiteX4-163" fmla="*/ 10200154 w 13512314"/>
              <a:gd name="connsiteY4-164" fmla="*/ 375920 h 803483"/>
              <a:gd name="connsiteX5-165" fmla="*/ 1330474 w 13512314"/>
              <a:gd name="connsiteY5-166" fmla="*/ 345440 h 803483"/>
              <a:gd name="connsiteX6-167" fmla="*/ 1320314 w 13512314"/>
              <a:gd name="connsiteY6-168" fmla="*/ 0 h 803483"/>
              <a:gd name="connsiteX0-169" fmla="*/ 1320314 w 13512314"/>
              <a:gd name="connsiteY0-170" fmla="*/ 0 h 847119"/>
              <a:gd name="connsiteX1-171" fmla="*/ 13512314 w 13512314"/>
              <a:gd name="connsiteY1-172" fmla="*/ 0 h 847119"/>
              <a:gd name="connsiteX2-173" fmla="*/ 13512314 w 13512314"/>
              <a:gd name="connsiteY2-174" fmla="*/ 792480 h 847119"/>
              <a:gd name="connsiteX3-175" fmla="*/ 11368554 w 13512314"/>
              <a:gd name="connsiteY3-176" fmla="*/ 792480 h 847119"/>
              <a:gd name="connsiteX4-177" fmla="*/ 10200154 w 13512314"/>
              <a:gd name="connsiteY4-178" fmla="*/ 375920 h 847119"/>
              <a:gd name="connsiteX5-179" fmla="*/ 1330474 w 13512314"/>
              <a:gd name="connsiteY5-180" fmla="*/ 345440 h 847119"/>
              <a:gd name="connsiteX6-181" fmla="*/ 1320314 w 13512314"/>
              <a:gd name="connsiteY6-182" fmla="*/ 0 h 847119"/>
              <a:gd name="connsiteX0-183" fmla="*/ 1320314 w 13512314"/>
              <a:gd name="connsiteY0-184" fmla="*/ 0 h 869791"/>
              <a:gd name="connsiteX1-185" fmla="*/ 13512314 w 13512314"/>
              <a:gd name="connsiteY1-186" fmla="*/ 0 h 869791"/>
              <a:gd name="connsiteX2-187" fmla="*/ 13512314 w 13512314"/>
              <a:gd name="connsiteY2-188" fmla="*/ 792480 h 869791"/>
              <a:gd name="connsiteX3-189" fmla="*/ 11368554 w 13512314"/>
              <a:gd name="connsiteY3-190" fmla="*/ 792480 h 869791"/>
              <a:gd name="connsiteX4-191" fmla="*/ 10200154 w 13512314"/>
              <a:gd name="connsiteY4-192" fmla="*/ 375920 h 869791"/>
              <a:gd name="connsiteX5-193" fmla="*/ 1330474 w 13512314"/>
              <a:gd name="connsiteY5-194" fmla="*/ 345440 h 869791"/>
              <a:gd name="connsiteX6-195" fmla="*/ 1320314 w 13512314"/>
              <a:gd name="connsiteY6-196" fmla="*/ 0 h 869791"/>
              <a:gd name="connsiteX0-197" fmla="*/ 1320314 w 13512314"/>
              <a:gd name="connsiteY0-198" fmla="*/ 0 h 851182"/>
              <a:gd name="connsiteX1-199" fmla="*/ 13512314 w 13512314"/>
              <a:gd name="connsiteY1-200" fmla="*/ 0 h 851182"/>
              <a:gd name="connsiteX2-201" fmla="*/ 13512314 w 13512314"/>
              <a:gd name="connsiteY2-202" fmla="*/ 792480 h 851182"/>
              <a:gd name="connsiteX3-203" fmla="*/ 11368554 w 13512314"/>
              <a:gd name="connsiteY3-204" fmla="*/ 792480 h 851182"/>
              <a:gd name="connsiteX4-205" fmla="*/ 10200154 w 13512314"/>
              <a:gd name="connsiteY4-206" fmla="*/ 375920 h 851182"/>
              <a:gd name="connsiteX5-207" fmla="*/ 1330474 w 13512314"/>
              <a:gd name="connsiteY5-208" fmla="*/ 345440 h 851182"/>
              <a:gd name="connsiteX6-209" fmla="*/ 1320314 w 13512314"/>
              <a:gd name="connsiteY6-210" fmla="*/ 0 h 851182"/>
              <a:gd name="connsiteX0-211" fmla="*/ 1320314 w 13512314"/>
              <a:gd name="connsiteY0-212" fmla="*/ 0 h 806026"/>
              <a:gd name="connsiteX1-213" fmla="*/ 13512314 w 13512314"/>
              <a:gd name="connsiteY1-214" fmla="*/ 0 h 806026"/>
              <a:gd name="connsiteX2-215" fmla="*/ 13512314 w 13512314"/>
              <a:gd name="connsiteY2-216" fmla="*/ 792480 h 806026"/>
              <a:gd name="connsiteX3-217" fmla="*/ 11368554 w 13512314"/>
              <a:gd name="connsiteY3-218" fmla="*/ 792480 h 806026"/>
              <a:gd name="connsiteX4-219" fmla="*/ 10200154 w 13512314"/>
              <a:gd name="connsiteY4-220" fmla="*/ 375920 h 806026"/>
              <a:gd name="connsiteX5-221" fmla="*/ 1330474 w 13512314"/>
              <a:gd name="connsiteY5-222" fmla="*/ 345440 h 806026"/>
              <a:gd name="connsiteX6-223" fmla="*/ 1320314 w 13512314"/>
              <a:gd name="connsiteY6-224" fmla="*/ 0 h 806026"/>
              <a:gd name="connsiteX0-225" fmla="*/ 1320314 w 13512314"/>
              <a:gd name="connsiteY0-226" fmla="*/ 0 h 806026"/>
              <a:gd name="connsiteX1-227" fmla="*/ 13512314 w 13512314"/>
              <a:gd name="connsiteY1-228" fmla="*/ 0 h 806026"/>
              <a:gd name="connsiteX2-229" fmla="*/ 13512314 w 13512314"/>
              <a:gd name="connsiteY2-230" fmla="*/ 792480 h 806026"/>
              <a:gd name="connsiteX3-231" fmla="*/ 11368554 w 13512314"/>
              <a:gd name="connsiteY3-232" fmla="*/ 792480 h 806026"/>
              <a:gd name="connsiteX4-233" fmla="*/ 10200154 w 13512314"/>
              <a:gd name="connsiteY4-234" fmla="*/ 375920 h 806026"/>
              <a:gd name="connsiteX5-235" fmla="*/ 1330474 w 13512314"/>
              <a:gd name="connsiteY5-236" fmla="*/ 345440 h 806026"/>
              <a:gd name="connsiteX6-237" fmla="*/ 1320314 w 13512314"/>
              <a:gd name="connsiteY6-238" fmla="*/ 0 h 806026"/>
              <a:gd name="connsiteX0-239" fmla="*/ 1320314 w 13512314"/>
              <a:gd name="connsiteY0-240" fmla="*/ 0 h 806026"/>
              <a:gd name="connsiteX1-241" fmla="*/ 13512314 w 13512314"/>
              <a:gd name="connsiteY1-242" fmla="*/ 0 h 806026"/>
              <a:gd name="connsiteX2-243" fmla="*/ 13512314 w 13512314"/>
              <a:gd name="connsiteY2-244" fmla="*/ 792480 h 806026"/>
              <a:gd name="connsiteX3-245" fmla="*/ 11368554 w 13512314"/>
              <a:gd name="connsiteY3-246" fmla="*/ 792480 h 806026"/>
              <a:gd name="connsiteX4-247" fmla="*/ 10200154 w 13512314"/>
              <a:gd name="connsiteY4-248" fmla="*/ 375920 h 806026"/>
              <a:gd name="connsiteX5-249" fmla="*/ 1330474 w 13512314"/>
              <a:gd name="connsiteY5-250" fmla="*/ 345440 h 806026"/>
              <a:gd name="connsiteX6-251" fmla="*/ 1320314 w 13512314"/>
              <a:gd name="connsiteY6-252" fmla="*/ 0 h 806026"/>
              <a:gd name="connsiteX0-253" fmla="*/ 1320314 w 13512314"/>
              <a:gd name="connsiteY0-254" fmla="*/ 0 h 806026"/>
              <a:gd name="connsiteX1-255" fmla="*/ 13512314 w 13512314"/>
              <a:gd name="connsiteY1-256" fmla="*/ 0 h 806026"/>
              <a:gd name="connsiteX2-257" fmla="*/ 13512314 w 13512314"/>
              <a:gd name="connsiteY2-258" fmla="*/ 792480 h 806026"/>
              <a:gd name="connsiteX3-259" fmla="*/ 11368554 w 13512314"/>
              <a:gd name="connsiteY3-260" fmla="*/ 792480 h 806026"/>
              <a:gd name="connsiteX4-261" fmla="*/ 10200154 w 13512314"/>
              <a:gd name="connsiteY4-262" fmla="*/ 375920 h 806026"/>
              <a:gd name="connsiteX5-263" fmla="*/ 1330474 w 13512314"/>
              <a:gd name="connsiteY5-264" fmla="*/ 345440 h 806026"/>
              <a:gd name="connsiteX6-265" fmla="*/ 1320314 w 13512314"/>
              <a:gd name="connsiteY6-266" fmla="*/ 0 h 806026"/>
              <a:gd name="connsiteX0-267" fmla="*/ 1320314 w 13512314"/>
              <a:gd name="connsiteY0-268" fmla="*/ 0 h 806026"/>
              <a:gd name="connsiteX1-269" fmla="*/ 13512314 w 13512314"/>
              <a:gd name="connsiteY1-270" fmla="*/ 0 h 806026"/>
              <a:gd name="connsiteX2-271" fmla="*/ 13512314 w 13512314"/>
              <a:gd name="connsiteY2-272" fmla="*/ 792480 h 806026"/>
              <a:gd name="connsiteX3-273" fmla="*/ 11368554 w 13512314"/>
              <a:gd name="connsiteY3-274" fmla="*/ 792480 h 806026"/>
              <a:gd name="connsiteX4-275" fmla="*/ 10200154 w 13512314"/>
              <a:gd name="connsiteY4-276" fmla="*/ 375920 h 806026"/>
              <a:gd name="connsiteX5-277" fmla="*/ 1330474 w 13512314"/>
              <a:gd name="connsiteY5-278" fmla="*/ 345440 h 806026"/>
              <a:gd name="connsiteX6-279" fmla="*/ 1320314 w 13512314"/>
              <a:gd name="connsiteY6-280" fmla="*/ 0 h 806026"/>
              <a:gd name="connsiteX0-281" fmla="*/ 1320314 w 13512314"/>
              <a:gd name="connsiteY0-282" fmla="*/ 0 h 806026"/>
              <a:gd name="connsiteX1-283" fmla="*/ 13512314 w 13512314"/>
              <a:gd name="connsiteY1-284" fmla="*/ 0 h 806026"/>
              <a:gd name="connsiteX2-285" fmla="*/ 13512314 w 13512314"/>
              <a:gd name="connsiteY2-286" fmla="*/ 792480 h 806026"/>
              <a:gd name="connsiteX3-287" fmla="*/ 11368554 w 13512314"/>
              <a:gd name="connsiteY3-288" fmla="*/ 792480 h 806026"/>
              <a:gd name="connsiteX4-289" fmla="*/ 10200154 w 13512314"/>
              <a:gd name="connsiteY4-290" fmla="*/ 375920 h 806026"/>
              <a:gd name="connsiteX5-291" fmla="*/ 1330474 w 13512314"/>
              <a:gd name="connsiteY5-292" fmla="*/ 345440 h 806026"/>
              <a:gd name="connsiteX6-293" fmla="*/ 1320314 w 13512314"/>
              <a:gd name="connsiteY6-294" fmla="*/ 0 h 806026"/>
              <a:gd name="connsiteX0-295" fmla="*/ 1320314 w 13512314"/>
              <a:gd name="connsiteY0-296" fmla="*/ 0 h 806026"/>
              <a:gd name="connsiteX1-297" fmla="*/ 13512314 w 13512314"/>
              <a:gd name="connsiteY1-298" fmla="*/ 0 h 806026"/>
              <a:gd name="connsiteX2-299" fmla="*/ 13512314 w 13512314"/>
              <a:gd name="connsiteY2-300" fmla="*/ 792480 h 806026"/>
              <a:gd name="connsiteX3-301" fmla="*/ 11368554 w 13512314"/>
              <a:gd name="connsiteY3-302" fmla="*/ 792480 h 806026"/>
              <a:gd name="connsiteX4-303" fmla="*/ 10200154 w 13512314"/>
              <a:gd name="connsiteY4-304" fmla="*/ 375920 h 806026"/>
              <a:gd name="connsiteX5-305" fmla="*/ 1330474 w 13512314"/>
              <a:gd name="connsiteY5-306" fmla="*/ 345440 h 806026"/>
              <a:gd name="connsiteX6-307" fmla="*/ 1320314 w 13512314"/>
              <a:gd name="connsiteY6-308" fmla="*/ 0 h 806026"/>
              <a:gd name="connsiteX0-309" fmla="*/ 649073 w 12841073"/>
              <a:gd name="connsiteY0-310" fmla="*/ 59 h 806085"/>
              <a:gd name="connsiteX1-311" fmla="*/ 12841073 w 12841073"/>
              <a:gd name="connsiteY1-312" fmla="*/ 59 h 806085"/>
              <a:gd name="connsiteX2-313" fmla="*/ 12841073 w 12841073"/>
              <a:gd name="connsiteY2-314" fmla="*/ 792539 h 806085"/>
              <a:gd name="connsiteX3-315" fmla="*/ 10697313 w 12841073"/>
              <a:gd name="connsiteY3-316" fmla="*/ 792539 h 806085"/>
              <a:gd name="connsiteX4-317" fmla="*/ 9528913 w 12841073"/>
              <a:gd name="connsiteY4-318" fmla="*/ 375979 h 806085"/>
              <a:gd name="connsiteX5-319" fmla="*/ 659233 w 12841073"/>
              <a:gd name="connsiteY5-320" fmla="*/ 345499 h 806085"/>
              <a:gd name="connsiteX6-321" fmla="*/ 649073 w 12841073"/>
              <a:gd name="connsiteY6-322" fmla="*/ 59 h 806085"/>
              <a:gd name="connsiteX0-323" fmla="*/ 0 w 12192000"/>
              <a:gd name="connsiteY0-324" fmla="*/ 59 h 806085"/>
              <a:gd name="connsiteX1-325" fmla="*/ 12192000 w 12192000"/>
              <a:gd name="connsiteY1-326" fmla="*/ 59 h 806085"/>
              <a:gd name="connsiteX2-327" fmla="*/ 12192000 w 12192000"/>
              <a:gd name="connsiteY2-328" fmla="*/ 792539 h 806085"/>
              <a:gd name="connsiteX3-329" fmla="*/ 10048240 w 12192000"/>
              <a:gd name="connsiteY3-330" fmla="*/ 792539 h 806085"/>
              <a:gd name="connsiteX4-331" fmla="*/ 8879840 w 12192000"/>
              <a:gd name="connsiteY4-332" fmla="*/ 375979 h 806085"/>
              <a:gd name="connsiteX5-333" fmla="*/ 10160 w 12192000"/>
              <a:gd name="connsiteY5-334" fmla="*/ 345499 h 806085"/>
              <a:gd name="connsiteX6-335" fmla="*/ 0 w 12192000"/>
              <a:gd name="connsiteY6-336" fmla="*/ 59 h 806085"/>
              <a:gd name="connsiteX0-337" fmla="*/ 0 w 12196549"/>
              <a:gd name="connsiteY0-338" fmla="*/ 59 h 806085"/>
              <a:gd name="connsiteX1-339" fmla="*/ 12196549 w 12196549"/>
              <a:gd name="connsiteY1-340" fmla="*/ 59 h 806085"/>
              <a:gd name="connsiteX2-341" fmla="*/ 12196549 w 12196549"/>
              <a:gd name="connsiteY2-342" fmla="*/ 792539 h 806085"/>
              <a:gd name="connsiteX3-343" fmla="*/ 10052789 w 12196549"/>
              <a:gd name="connsiteY3-344" fmla="*/ 792539 h 806085"/>
              <a:gd name="connsiteX4-345" fmla="*/ 8884389 w 12196549"/>
              <a:gd name="connsiteY4-346" fmla="*/ 375979 h 806085"/>
              <a:gd name="connsiteX5-347" fmla="*/ 14709 w 12196549"/>
              <a:gd name="connsiteY5-348" fmla="*/ 345499 h 806085"/>
              <a:gd name="connsiteX6-349" fmla="*/ 0 w 12196549"/>
              <a:gd name="connsiteY6-350" fmla="*/ 59 h 806085"/>
              <a:gd name="connsiteX0-351" fmla="*/ 0 w 12196549"/>
              <a:gd name="connsiteY0-352" fmla="*/ 58 h 806084"/>
              <a:gd name="connsiteX1-353" fmla="*/ 12196549 w 12196549"/>
              <a:gd name="connsiteY1-354" fmla="*/ 58 h 806084"/>
              <a:gd name="connsiteX2-355" fmla="*/ 12196549 w 12196549"/>
              <a:gd name="connsiteY2-356" fmla="*/ 792538 h 806084"/>
              <a:gd name="connsiteX3-357" fmla="*/ 10052789 w 12196549"/>
              <a:gd name="connsiteY3-358" fmla="*/ 792538 h 806084"/>
              <a:gd name="connsiteX4-359" fmla="*/ 8884389 w 12196549"/>
              <a:gd name="connsiteY4-360" fmla="*/ 375978 h 806084"/>
              <a:gd name="connsiteX5-361" fmla="*/ 3512 w 12196549"/>
              <a:gd name="connsiteY5-362" fmla="*/ 352962 h 806084"/>
              <a:gd name="connsiteX6-363" fmla="*/ 0 w 12196549"/>
              <a:gd name="connsiteY6-364" fmla="*/ 58 h 806084"/>
              <a:gd name="connsiteX0-365" fmla="*/ 0 w 12200281"/>
              <a:gd name="connsiteY0-366" fmla="*/ 3733 h 806026"/>
              <a:gd name="connsiteX1-367" fmla="*/ 12200281 w 12200281"/>
              <a:gd name="connsiteY1-368" fmla="*/ 0 h 806026"/>
              <a:gd name="connsiteX2-369" fmla="*/ 12200281 w 12200281"/>
              <a:gd name="connsiteY2-370" fmla="*/ 792480 h 806026"/>
              <a:gd name="connsiteX3-371" fmla="*/ 10056521 w 12200281"/>
              <a:gd name="connsiteY3-372" fmla="*/ 792480 h 806026"/>
              <a:gd name="connsiteX4-373" fmla="*/ 8888121 w 12200281"/>
              <a:gd name="connsiteY4-374" fmla="*/ 375920 h 806026"/>
              <a:gd name="connsiteX5-375" fmla="*/ 7244 w 12200281"/>
              <a:gd name="connsiteY5-376" fmla="*/ 352904 h 806026"/>
              <a:gd name="connsiteX6-377" fmla="*/ 0 w 12200281"/>
              <a:gd name="connsiteY6-378" fmla="*/ 3733 h 806026"/>
              <a:gd name="connsiteX0-379" fmla="*/ 0 w 12200281"/>
              <a:gd name="connsiteY0-380" fmla="*/ 3733 h 795992"/>
              <a:gd name="connsiteX1-381" fmla="*/ 12200281 w 12200281"/>
              <a:gd name="connsiteY1-382" fmla="*/ 0 h 795992"/>
              <a:gd name="connsiteX2-383" fmla="*/ 12200281 w 12200281"/>
              <a:gd name="connsiteY2-384" fmla="*/ 792480 h 795992"/>
              <a:gd name="connsiteX3-385" fmla="*/ 10056521 w 12200281"/>
              <a:gd name="connsiteY3-386" fmla="*/ 792480 h 795992"/>
              <a:gd name="connsiteX4-387" fmla="*/ 8888121 w 12200281"/>
              <a:gd name="connsiteY4-388" fmla="*/ 375920 h 795992"/>
              <a:gd name="connsiteX5-389" fmla="*/ 7244 w 12200281"/>
              <a:gd name="connsiteY5-390" fmla="*/ 352904 h 795992"/>
              <a:gd name="connsiteX6-391" fmla="*/ 0 w 12200281"/>
              <a:gd name="connsiteY6-392" fmla="*/ 3733 h 795992"/>
              <a:gd name="connsiteX0-393" fmla="*/ 0 w 12202789"/>
              <a:gd name="connsiteY0-394" fmla="*/ 3733 h 795992"/>
              <a:gd name="connsiteX1-395" fmla="*/ 12200281 w 12202789"/>
              <a:gd name="connsiteY1-396" fmla="*/ 0 h 795992"/>
              <a:gd name="connsiteX2-397" fmla="*/ 12200281 w 12202789"/>
              <a:gd name="connsiteY2-398" fmla="*/ 792480 h 795992"/>
              <a:gd name="connsiteX3-399" fmla="*/ 10056521 w 12202789"/>
              <a:gd name="connsiteY3-400" fmla="*/ 792480 h 795992"/>
              <a:gd name="connsiteX4-401" fmla="*/ 8888121 w 12202789"/>
              <a:gd name="connsiteY4-402" fmla="*/ 375920 h 795992"/>
              <a:gd name="connsiteX5-403" fmla="*/ 7244 w 12202789"/>
              <a:gd name="connsiteY5-404" fmla="*/ 352904 h 795992"/>
              <a:gd name="connsiteX6-405" fmla="*/ 0 w 12202789"/>
              <a:gd name="connsiteY6-406" fmla="*/ 3733 h 795992"/>
              <a:gd name="connsiteX0-407" fmla="*/ 0 w 12202789"/>
              <a:gd name="connsiteY0-408" fmla="*/ 3733 h 795992"/>
              <a:gd name="connsiteX1-409" fmla="*/ 12200281 w 12202789"/>
              <a:gd name="connsiteY1-410" fmla="*/ 0 h 795992"/>
              <a:gd name="connsiteX2-411" fmla="*/ 12200281 w 12202789"/>
              <a:gd name="connsiteY2-412" fmla="*/ 792480 h 795992"/>
              <a:gd name="connsiteX3-413" fmla="*/ 10056521 w 12202789"/>
              <a:gd name="connsiteY3-414" fmla="*/ 792480 h 795992"/>
              <a:gd name="connsiteX4-415" fmla="*/ 8888121 w 12202789"/>
              <a:gd name="connsiteY4-416" fmla="*/ 375920 h 795992"/>
              <a:gd name="connsiteX5-417" fmla="*/ 7244 w 12202789"/>
              <a:gd name="connsiteY5-418" fmla="*/ 352904 h 795992"/>
              <a:gd name="connsiteX6-419" fmla="*/ 0 w 12202789"/>
              <a:gd name="connsiteY6-420" fmla="*/ 3733 h 7959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  <a:cxn ang="0">
                <a:pos x="connsiteX6-97" y="connsiteY6-98"/>
              </a:cxn>
            </a:cxnLst>
            <a:rect l="l" t="t" r="r" b="b"/>
            <a:pathLst>
              <a:path w="12202789" h="795992">
                <a:moveTo>
                  <a:pt x="0" y="3733"/>
                </a:moveTo>
                <a:cubicBezTo>
                  <a:pt x="843" y="9005"/>
                  <a:pt x="8133521" y="1244"/>
                  <a:pt x="12200281" y="0"/>
                </a:cubicBezTo>
                <a:cubicBezTo>
                  <a:pt x="12200281" y="264160"/>
                  <a:pt x="12205925" y="195298"/>
                  <a:pt x="12200281" y="792480"/>
                </a:cubicBezTo>
                <a:cubicBezTo>
                  <a:pt x="12197459" y="800382"/>
                  <a:pt x="11128401" y="792480"/>
                  <a:pt x="10056521" y="792480"/>
                </a:cubicBezTo>
                <a:cubicBezTo>
                  <a:pt x="9504494" y="723053"/>
                  <a:pt x="9560470" y="364162"/>
                  <a:pt x="8888121" y="375920"/>
                </a:cubicBezTo>
                <a:cubicBezTo>
                  <a:pt x="8848376" y="358923"/>
                  <a:pt x="2963804" y="363064"/>
                  <a:pt x="7244" y="352904"/>
                </a:cubicBezTo>
                <a:cubicBezTo>
                  <a:pt x="-1234" y="347814"/>
                  <a:pt x="7897" y="-1515"/>
                  <a:pt x="0" y="3733"/>
                </a:cubicBezTo>
                <a:close/>
              </a:path>
            </a:pathLst>
          </a:custGeom>
          <a:solidFill>
            <a:srgbClr val="4256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-14605" y="6693535"/>
            <a:ext cx="12218035" cy="173990"/>
          </a:xfrm>
          <a:prstGeom prst="rect">
            <a:avLst/>
          </a:prstGeom>
          <a:solidFill>
            <a:srgbClr val="42563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304800" y="565785"/>
            <a:ext cx="1505585" cy="549275"/>
          </a:xfrm>
          <a:prstGeom prst="roundRect">
            <a:avLst/>
          </a:prstGeom>
          <a:noFill/>
          <a:ln w="12700" cap="flat" cmpd="sng" algn="ctr">
            <a:solidFill>
              <a:srgbClr val="42563E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algn="ctr"/>
            <a:r>
              <a:rPr lang="zh-CN" altLang="en-US" sz="2400">
                <a:solidFill>
                  <a:srgbClr val="42563E"/>
                </a:solidFill>
                <a:latin typeface="思源黑体 CN" charset="0"/>
                <a:ea typeface="思源黑体 CN" charset="0"/>
              </a:rPr>
              <a:t>基本流程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1963420" y="1630045"/>
            <a:ext cx="778256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/>
            <a:r>
              <a:rPr lang="zh-CN" sz="2800" b="0">
                <a:solidFill>
                  <a:schemeClr val="accent6"/>
                </a:solidFill>
                <a:latin typeface="华康俪金黑W8(P)" panose="020B0800000000000000" charset="-122"/>
                <a:ea typeface="华康俪金黑W8(P)" panose="020B0800000000000000" charset="-122"/>
              </a:rPr>
              <a:t>智能物联系统开发的基本流程包含哪些步骤？</a:t>
            </a:r>
            <a:endParaRPr lang="zh-CN" altLang="en-US" sz="2800" b="0">
              <a:solidFill>
                <a:schemeClr val="accent6"/>
              </a:solidFill>
              <a:latin typeface="华康俪金黑W8(P)" panose="020B0800000000000000" charset="-122"/>
              <a:ea typeface="华康俪金黑W8(P)" panose="020B0800000000000000" charset="-122"/>
            </a:endParaRPr>
          </a:p>
        </p:txBody>
      </p:sp>
      <p:grpSp>
        <p:nvGrpSpPr>
          <p:cNvPr id="32" name="组合 31"/>
          <p:cNvGrpSpPr/>
          <p:nvPr>
            <p:custDataLst>
              <p:tags r:id="rId2"/>
            </p:custDataLst>
          </p:nvPr>
        </p:nvGrpSpPr>
        <p:grpSpPr>
          <a:xfrm>
            <a:off x="591820" y="3251200"/>
            <a:ext cx="1846580" cy="1846580"/>
            <a:chOff x="932" y="5120"/>
            <a:chExt cx="2908" cy="2908"/>
          </a:xfrm>
        </p:grpSpPr>
        <p:sp>
          <p:nvSpPr>
            <p:cNvPr id="7" name="椭圆 6"/>
            <p:cNvSpPr/>
            <p:nvPr>
              <p:custDataLst>
                <p:tags r:id="rId38"/>
              </p:custDataLst>
            </p:nvPr>
          </p:nvSpPr>
          <p:spPr>
            <a:xfrm>
              <a:off x="1243" y="5427"/>
              <a:ext cx="2288" cy="2287"/>
            </a:xfrm>
            <a:prstGeom prst="ellipse">
              <a:avLst/>
            </a:prstGeom>
            <a:solidFill>
              <a:srgbClr val="376FFF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椭圆 17"/>
            <p:cNvSpPr/>
            <p:nvPr>
              <p:custDataLst>
                <p:tags r:id="rId39"/>
              </p:custDataLst>
            </p:nvPr>
          </p:nvSpPr>
          <p:spPr>
            <a:xfrm>
              <a:off x="1361" y="5546"/>
              <a:ext cx="2052" cy="2052"/>
            </a:xfrm>
            <a:prstGeom prst="ellipse">
              <a:avLst/>
            </a:prstGeom>
            <a:solidFill>
              <a:srgbClr val="376FFF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52400">
                <a:srgbClr val="376FFF">
                  <a:lumMod val="20000"/>
                  <a:lumOff val="80000"/>
                  <a:alpha val="60000"/>
                </a:srgbClr>
              </a:innerShdw>
            </a:effectLst>
          </p:spPr>
          <p:txBody>
            <a:bodyPr vertOverflow="overflow" horzOverflow="overflow" vert="horz" wrap="square" tIns="252095" bIns="0" numCol="1" spcCol="0" rtlCol="0" fromWordArt="0" anchor="t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椭圆 7"/>
            <p:cNvSpPr/>
            <p:nvPr>
              <p:custDataLst>
                <p:tags r:id="rId40"/>
              </p:custDataLst>
            </p:nvPr>
          </p:nvSpPr>
          <p:spPr>
            <a:xfrm>
              <a:off x="1468" y="5651"/>
              <a:ext cx="1838" cy="1838"/>
            </a:xfrm>
            <a:prstGeom prst="ellipse">
              <a:avLst/>
            </a:prstGeom>
            <a:noFill/>
            <a:ln w="12700" cap="flat" cmpd="sng" algn="ctr">
              <a:gradFill>
                <a:gsLst>
                  <a:gs pos="0">
                    <a:srgbClr val="FFFFFF">
                      <a:alpha val="45000"/>
                    </a:srgbClr>
                  </a:gs>
                  <a:gs pos="100000">
                    <a:srgbClr val="FFFFFF">
                      <a:alpha val="45000"/>
                    </a:srgbClr>
                  </a:gs>
                  <a:gs pos="75000">
                    <a:srgbClr val="FFFFFF">
                      <a:alpha val="0"/>
                    </a:srgbClr>
                  </a:gs>
                  <a:gs pos="25000">
                    <a:srgbClr val="FFFFF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dist="12700" dir="5400000" algn="t" rotWithShape="0">
                <a:srgbClr val="376FFF">
                  <a:lumMod val="75000"/>
                  <a:alpha val="30000"/>
                </a:srgbClr>
              </a:outerShdw>
            </a:effectLst>
          </p:spPr>
          <p:txBody>
            <a:bodyPr vertOverflow="overflow" horzOverflow="overflow" vert="horz" wrap="square" tIns="45720" numCol="1" spcCol="0" rtlCol="0" fromWordArt="0" anchor="ctr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" name="弧形 14"/>
            <p:cNvSpPr/>
            <p:nvPr>
              <p:custDataLst>
                <p:tags r:id="rId41"/>
              </p:custDataLst>
            </p:nvPr>
          </p:nvSpPr>
          <p:spPr>
            <a:xfrm flipV="1">
              <a:off x="932" y="5120"/>
              <a:ext cx="2909" cy="2909"/>
            </a:xfrm>
            <a:prstGeom prst="arc">
              <a:avLst>
                <a:gd name="adj1" fmla="val 1352946"/>
                <a:gd name="adj2" fmla="val 10848491"/>
              </a:avLst>
            </a:prstGeom>
            <a:noFill/>
            <a:ln w="44450" cap="rnd" cmpd="sng" algn="ctr">
              <a:solidFill>
                <a:srgbClr val="376FFF">
                  <a:alpha val="50000"/>
                </a:srgbClr>
              </a:solidFill>
              <a:prstDash val="solid"/>
              <a:miter lim="800000"/>
              <a:headEnd type="triangle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7" name="图片 15" descr="343439383331313b343532303033313bd3a6d3c3c9ccb3c7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2203" y="6036"/>
              <a:ext cx="397" cy="397"/>
            </a:xfrm>
            <a:prstGeom prst="rect">
              <a:avLst/>
            </a:prstGeom>
          </p:spPr>
        </p:pic>
        <p:sp>
          <p:nvSpPr>
            <p:cNvPr id="20" name="矩形 19"/>
            <p:cNvSpPr/>
            <p:nvPr>
              <p:custDataLst>
                <p:tags r:id="rId43"/>
              </p:custDataLst>
            </p:nvPr>
          </p:nvSpPr>
          <p:spPr>
            <a:xfrm>
              <a:off x="1466" y="6460"/>
              <a:ext cx="1842" cy="812"/>
            </a:xfrm>
            <a:prstGeom prst="rect">
              <a:avLst/>
            </a:prstGeom>
            <a:noFill/>
          </p:spPr>
          <p:txBody>
            <a:bodyPr wrap="square" lIns="36195" tIns="36195" rIns="36195" bIns="36195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</a:rPr>
                <a:t>需求分析</a:t>
              </a:r>
            </a:p>
          </p:txBody>
        </p:sp>
      </p:grpSp>
      <p:grpSp>
        <p:nvGrpSpPr>
          <p:cNvPr id="33" name="组合 32"/>
          <p:cNvGrpSpPr/>
          <p:nvPr>
            <p:custDataLst>
              <p:tags r:id="rId3"/>
            </p:custDataLst>
          </p:nvPr>
        </p:nvGrpSpPr>
        <p:grpSpPr>
          <a:xfrm>
            <a:off x="2418715" y="3251200"/>
            <a:ext cx="1846580" cy="1846580"/>
            <a:chOff x="3809" y="5120"/>
            <a:chExt cx="2908" cy="2908"/>
          </a:xfrm>
        </p:grpSpPr>
        <p:sp>
          <p:nvSpPr>
            <p:cNvPr id="21" name="椭圆 20"/>
            <p:cNvSpPr/>
            <p:nvPr>
              <p:custDataLst>
                <p:tags r:id="rId32"/>
              </p:custDataLst>
            </p:nvPr>
          </p:nvSpPr>
          <p:spPr>
            <a:xfrm>
              <a:off x="4120" y="5427"/>
              <a:ext cx="2288" cy="2287"/>
            </a:xfrm>
            <a:prstGeom prst="ellipse">
              <a:avLst/>
            </a:prstGeom>
            <a:solidFill>
              <a:srgbClr val="17D594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椭圆 24"/>
            <p:cNvSpPr/>
            <p:nvPr>
              <p:custDataLst>
                <p:tags r:id="rId33"/>
              </p:custDataLst>
            </p:nvPr>
          </p:nvSpPr>
          <p:spPr>
            <a:xfrm>
              <a:off x="4238" y="5546"/>
              <a:ext cx="2052" cy="2052"/>
            </a:xfrm>
            <a:prstGeom prst="ellipse">
              <a:avLst/>
            </a:prstGeom>
            <a:solidFill>
              <a:srgbClr val="17D594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52400">
                <a:srgbClr val="17D594">
                  <a:lumMod val="20000"/>
                  <a:lumOff val="80000"/>
                  <a:alpha val="60000"/>
                </a:srgbClr>
              </a:innerShdw>
            </a:effectLst>
          </p:spPr>
          <p:txBody>
            <a:bodyPr vertOverflow="overflow" horzOverflow="overflow" vert="horz" wrap="square" tIns="252095" bIns="0" numCol="1" spcCol="0" rtlCol="0" fromWordArt="0" anchor="t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椭圆 25"/>
            <p:cNvSpPr/>
            <p:nvPr>
              <p:custDataLst>
                <p:tags r:id="rId34"/>
              </p:custDataLst>
            </p:nvPr>
          </p:nvSpPr>
          <p:spPr>
            <a:xfrm>
              <a:off x="4345" y="5651"/>
              <a:ext cx="1838" cy="1838"/>
            </a:xfrm>
            <a:prstGeom prst="ellipse">
              <a:avLst/>
            </a:prstGeom>
            <a:noFill/>
            <a:ln w="12700" cap="flat" cmpd="sng" algn="ctr">
              <a:gradFill>
                <a:gsLst>
                  <a:gs pos="0">
                    <a:srgbClr val="FFFFFF">
                      <a:alpha val="45000"/>
                    </a:srgbClr>
                  </a:gs>
                  <a:gs pos="100000">
                    <a:srgbClr val="FFFFFF">
                      <a:alpha val="45000"/>
                    </a:srgbClr>
                  </a:gs>
                  <a:gs pos="75000">
                    <a:srgbClr val="FFFFFF">
                      <a:alpha val="0"/>
                    </a:srgbClr>
                  </a:gs>
                  <a:gs pos="25000">
                    <a:srgbClr val="FFFFF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dist="12700" dir="5400000" algn="t" rotWithShape="0">
                <a:srgbClr val="17D594">
                  <a:lumMod val="75000"/>
                  <a:alpha val="30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弧形 28"/>
            <p:cNvSpPr/>
            <p:nvPr>
              <p:custDataLst>
                <p:tags r:id="rId35"/>
              </p:custDataLst>
            </p:nvPr>
          </p:nvSpPr>
          <p:spPr>
            <a:xfrm flipV="1">
              <a:off x="3809" y="5120"/>
              <a:ext cx="2909" cy="2909"/>
            </a:xfrm>
            <a:prstGeom prst="arc">
              <a:avLst>
                <a:gd name="adj1" fmla="val 10822527"/>
                <a:gd name="adj2" fmla="val 20157622"/>
              </a:avLst>
            </a:prstGeom>
            <a:noFill/>
            <a:ln w="44450" cap="rnd" cmpd="sng" algn="ctr">
              <a:solidFill>
                <a:srgbClr val="17D594">
                  <a:alpha val="50000"/>
                </a:srgbClr>
              </a:solidFill>
              <a:prstDash val="solid"/>
              <a:miter lim="800000"/>
              <a:headEnd type="none"/>
              <a:tailEnd type="triangle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1" name="图片 19" descr="343435383038363b343532323339393bd6b4d0d0d5aad2aa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5069" y="5995"/>
              <a:ext cx="397" cy="397"/>
            </a:xfrm>
            <a:prstGeom prst="rect">
              <a:avLst/>
            </a:prstGeom>
          </p:spPr>
        </p:pic>
        <p:sp>
          <p:nvSpPr>
            <p:cNvPr id="48" name="矩形 47"/>
            <p:cNvSpPr/>
            <p:nvPr>
              <p:custDataLst>
                <p:tags r:id="rId37"/>
              </p:custDataLst>
            </p:nvPr>
          </p:nvSpPr>
          <p:spPr>
            <a:xfrm>
              <a:off x="4343" y="6460"/>
              <a:ext cx="1842" cy="812"/>
            </a:xfrm>
            <a:prstGeom prst="rect">
              <a:avLst/>
            </a:prstGeom>
            <a:noFill/>
          </p:spPr>
          <p:txBody>
            <a:bodyPr wrap="square" lIns="36195" tIns="36195" rIns="36195" bIns="36195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>
                  <a:solidFill>
                    <a:srgbClr val="FFFFFF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</a:rPr>
                <a:t>整体设计</a:t>
              </a:r>
            </a:p>
          </p:txBody>
        </p:sp>
      </p:grpSp>
      <p:grpSp>
        <p:nvGrpSpPr>
          <p:cNvPr id="34" name="组合 33"/>
          <p:cNvGrpSpPr/>
          <p:nvPr>
            <p:custDataLst>
              <p:tags r:id="rId4"/>
            </p:custDataLst>
          </p:nvPr>
        </p:nvGrpSpPr>
        <p:grpSpPr>
          <a:xfrm>
            <a:off x="4244340" y="3251200"/>
            <a:ext cx="1846580" cy="1846580"/>
            <a:chOff x="6684" y="5120"/>
            <a:chExt cx="2908" cy="2908"/>
          </a:xfrm>
        </p:grpSpPr>
        <p:sp>
          <p:nvSpPr>
            <p:cNvPr id="4" name="椭圆 3"/>
            <p:cNvSpPr/>
            <p:nvPr>
              <p:custDataLst>
                <p:tags r:id="rId26"/>
              </p:custDataLst>
            </p:nvPr>
          </p:nvSpPr>
          <p:spPr>
            <a:xfrm>
              <a:off x="6995" y="5427"/>
              <a:ext cx="2288" cy="2287"/>
            </a:xfrm>
            <a:prstGeom prst="ellipse">
              <a:avLst/>
            </a:prstGeom>
            <a:solidFill>
              <a:srgbClr val="FFC000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椭圆 4"/>
            <p:cNvSpPr/>
            <p:nvPr>
              <p:custDataLst>
                <p:tags r:id="rId27"/>
              </p:custDataLst>
            </p:nvPr>
          </p:nvSpPr>
          <p:spPr>
            <a:xfrm>
              <a:off x="7113" y="5546"/>
              <a:ext cx="2052" cy="2052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52400">
                <a:srgbClr val="FFC000">
                  <a:lumMod val="20000"/>
                  <a:lumOff val="80000"/>
                  <a:alpha val="60000"/>
                </a:srgbClr>
              </a:innerShdw>
            </a:effectLst>
          </p:spPr>
          <p:txBody>
            <a:bodyPr vertOverflow="overflow" horzOverflow="overflow" vert="horz" wrap="square" tIns="252095" bIns="0" numCol="1" spcCol="0" rtlCol="0" fromWordArt="0" anchor="t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椭圆 5"/>
            <p:cNvSpPr/>
            <p:nvPr>
              <p:custDataLst>
                <p:tags r:id="rId28"/>
              </p:custDataLst>
            </p:nvPr>
          </p:nvSpPr>
          <p:spPr>
            <a:xfrm>
              <a:off x="7220" y="5651"/>
              <a:ext cx="1838" cy="1838"/>
            </a:xfrm>
            <a:prstGeom prst="ellipse">
              <a:avLst/>
            </a:prstGeom>
            <a:noFill/>
            <a:ln w="12700" cap="flat" cmpd="sng" algn="ctr">
              <a:gradFill>
                <a:gsLst>
                  <a:gs pos="0">
                    <a:srgbClr val="FFFFFF">
                      <a:alpha val="45000"/>
                    </a:srgbClr>
                  </a:gs>
                  <a:gs pos="100000">
                    <a:srgbClr val="FFFFFF">
                      <a:alpha val="45000"/>
                    </a:srgbClr>
                  </a:gs>
                  <a:gs pos="75000">
                    <a:srgbClr val="FFFFFF">
                      <a:alpha val="0"/>
                    </a:srgbClr>
                  </a:gs>
                  <a:gs pos="25000">
                    <a:srgbClr val="FFFFF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dist="12700" dir="5400000" algn="t" rotWithShape="0">
                <a:srgbClr val="FFC000">
                  <a:lumMod val="75000"/>
                  <a:alpha val="30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" name="弧形 12"/>
            <p:cNvSpPr/>
            <p:nvPr>
              <p:custDataLst>
                <p:tags r:id="rId29"/>
              </p:custDataLst>
            </p:nvPr>
          </p:nvSpPr>
          <p:spPr>
            <a:xfrm flipV="1">
              <a:off x="6684" y="5120"/>
              <a:ext cx="2909" cy="2909"/>
            </a:xfrm>
            <a:prstGeom prst="arc">
              <a:avLst>
                <a:gd name="adj1" fmla="val 1352946"/>
                <a:gd name="adj2" fmla="val 10848491"/>
              </a:avLst>
            </a:prstGeom>
            <a:noFill/>
            <a:ln w="44450" cap="rnd" cmpd="sng" algn="ctr">
              <a:solidFill>
                <a:srgbClr val="FFC000">
                  <a:alpha val="50000"/>
                </a:srgbClr>
              </a:solidFill>
              <a:prstDash val="solid"/>
              <a:miter lim="800000"/>
              <a:headEnd type="triangle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8" name="图片 11" descr="343439383331313b343532303032373bbfcdbba7b5b5b0b8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7958" y="6024"/>
              <a:ext cx="397" cy="397"/>
            </a:xfrm>
            <a:prstGeom prst="rect">
              <a:avLst/>
            </a:prstGeom>
          </p:spPr>
        </p:pic>
        <p:sp>
          <p:nvSpPr>
            <p:cNvPr id="30" name="矩形 29"/>
            <p:cNvSpPr/>
            <p:nvPr>
              <p:custDataLst>
                <p:tags r:id="rId31"/>
              </p:custDataLst>
            </p:nvPr>
          </p:nvSpPr>
          <p:spPr>
            <a:xfrm>
              <a:off x="7218" y="6460"/>
              <a:ext cx="1842" cy="812"/>
            </a:xfrm>
            <a:prstGeom prst="rect">
              <a:avLst/>
            </a:prstGeom>
            <a:noFill/>
          </p:spPr>
          <p:txBody>
            <a:bodyPr wrap="square" lIns="36195" tIns="36195" rIns="36195" bIns="36195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>
                  <a:solidFill>
                    <a:srgbClr val="FFFFFF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</a:rPr>
                <a:t>硬件搭建</a:t>
              </a:r>
            </a:p>
          </p:txBody>
        </p:sp>
      </p:grpSp>
      <p:grpSp>
        <p:nvGrpSpPr>
          <p:cNvPr id="36" name="组合 35"/>
          <p:cNvGrpSpPr/>
          <p:nvPr>
            <p:custDataLst>
              <p:tags r:id="rId5"/>
            </p:custDataLst>
          </p:nvPr>
        </p:nvGrpSpPr>
        <p:grpSpPr>
          <a:xfrm>
            <a:off x="6071235" y="3251200"/>
            <a:ext cx="1846580" cy="1846580"/>
            <a:chOff x="9561" y="5120"/>
            <a:chExt cx="2908" cy="2908"/>
          </a:xfrm>
        </p:grpSpPr>
        <p:sp>
          <p:nvSpPr>
            <p:cNvPr id="9" name="椭圆 8"/>
            <p:cNvSpPr/>
            <p:nvPr>
              <p:custDataLst>
                <p:tags r:id="rId20"/>
              </p:custDataLst>
            </p:nvPr>
          </p:nvSpPr>
          <p:spPr>
            <a:xfrm>
              <a:off x="9872" y="5427"/>
              <a:ext cx="2288" cy="2287"/>
            </a:xfrm>
            <a:prstGeom prst="ellipse">
              <a:avLst/>
            </a:prstGeom>
            <a:solidFill>
              <a:srgbClr val="FF7429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椭圆 23"/>
            <p:cNvSpPr/>
            <p:nvPr>
              <p:custDataLst>
                <p:tags r:id="rId21"/>
              </p:custDataLst>
            </p:nvPr>
          </p:nvSpPr>
          <p:spPr>
            <a:xfrm>
              <a:off x="9990" y="5546"/>
              <a:ext cx="2052" cy="2052"/>
            </a:xfrm>
            <a:prstGeom prst="ellipse">
              <a:avLst/>
            </a:prstGeom>
            <a:solidFill>
              <a:srgbClr val="FF7429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52400">
                <a:srgbClr val="FF7429">
                  <a:lumMod val="20000"/>
                  <a:lumOff val="80000"/>
                  <a:alpha val="60000"/>
                </a:srgbClr>
              </a:innerShdw>
            </a:effectLst>
          </p:spPr>
          <p:txBody>
            <a:bodyPr vertOverflow="overflow" horzOverflow="overflow" vert="horz" wrap="square" tIns="252095" bIns="0" numCol="1" spcCol="0" rtlCol="0" fromWordArt="0" anchor="t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" name="椭圆 9"/>
            <p:cNvSpPr/>
            <p:nvPr>
              <p:custDataLst>
                <p:tags r:id="rId22"/>
              </p:custDataLst>
            </p:nvPr>
          </p:nvSpPr>
          <p:spPr>
            <a:xfrm>
              <a:off x="10097" y="5651"/>
              <a:ext cx="1838" cy="1838"/>
            </a:xfrm>
            <a:prstGeom prst="ellipse">
              <a:avLst/>
            </a:prstGeom>
            <a:noFill/>
            <a:ln w="12700" cap="flat" cmpd="sng" algn="ctr">
              <a:gradFill>
                <a:gsLst>
                  <a:gs pos="0">
                    <a:srgbClr val="FFFFFF">
                      <a:alpha val="45000"/>
                    </a:srgbClr>
                  </a:gs>
                  <a:gs pos="100000">
                    <a:srgbClr val="FFFFFF">
                      <a:alpha val="45000"/>
                    </a:srgbClr>
                  </a:gs>
                  <a:gs pos="75000">
                    <a:srgbClr val="FFFFFF">
                      <a:alpha val="0"/>
                    </a:srgbClr>
                  </a:gs>
                  <a:gs pos="25000">
                    <a:srgbClr val="FFFFF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dist="12700" dir="5400000" algn="t" rotWithShape="0">
                <a:srgbClr val="FF7429">
                  <a:lumMod val="75000"/>
                  <a:alpha val="30000"/>
                </a:srgbClr>
              </a:outerShdw>
            </a:effectLst>
          </p:spPr>
          <p:txBody>
            <a:bodyPr vertOverflow="overflow" horzOverflow="overflow" vert="horz" wrap="square" tIns="45720" numCol="1" spcCol="0" rtlCol="0" fromWordArt="0" anchor="ctr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弧形 18"/>
            <p:cNvSpPr/>
            <p:nvPr>
              <p:custDataLst>
                <p:tags r:id="rId23"/>
              </p:custDataLst>
            </p:nvPr>
          </p:nvSpPr>
          <p:spPr>
            <a:xfrm flipV="1">
              <a:off x="9561" y="5120"/>
              <a:ext cx="2909" cy="2909"/>
            </a:xfrm>
            <a:prstGeom prst="arc">
              <a:avLst>
                <a:gd name="adj1" fmla="val 10822527"/>
                <a:gd name="adj2" fmla="val 20157622"/>
              </a:avLst>
            </a:prstGeom>
            <a:noFill/>
            <a:ln w="44450" cap="rnd" cmpd="sng" algn="ctr">
              <a:solidFill>
                <a:srgbClr val="FF7429">
                  <a:alpha val="50000"/>
                </a:srgbClr>
              </a:solidFill>
              <a:prstDash val="solid"/>
              <a:miter lim="800000"/>
              <a:headEnd type="none"/>
              <a:tailEnd type="triangle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4" name="图片 12" descr="343439383331313b343532303032383bbfcdbba7b9dcc0ed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10813" y="6003"/>
              <a:ext cx="397" cy="397"/>
            </a:xfrm>
            <a:prstGeom prst="rect">
              <a:avLst/>
            </a:prstGeom>
          </p:spPr>
        </p:pic>
        <p:sp>
          <p:nvSpPr>
            <p:cNvPr id="31" name="矩形 30"/>
            <p:cNvSpPr/>
            <p:nvPr>
              <p:custDataLst>
                <p:tags r:id="rId25"/>
              </p:custDataLst>
            </p:nvPr>
          </p:nvSpPr>
          <p:spPr>
            <a:xfrm>
              <a:off x="10095" y="6460"/>
              <a:ext cx="1842" cy="812"/>
            </a:xfrm>
            <a:prstGeom prst="rect">
              <a:avLst/>
            </a:prstGeom>
            <a:noFill/>
          </p:spPr>
          <p:txBody>
            <a:bodyPr wrap="square" lIns="36195" tIns="36195" rIns="36195" bIns="36195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>
                  <a:solidFill>
                    <a:srgbClr val="FFFFFF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</a:rPr>
                <a:t>软件编写</a:t>
              </a:r>
            </a:p>
          </p:txBody>
        </p:sp>
      </p:grpSp>
      <p:grpSp>
        <p:nvGrpSpPr>
          <p:cNvPr id="57" name="组合 56"/>
          <p:cNvGrpSpPr/>
          <p:nvPr>
            <p:custDataLst>
              <p:tags r:id="rId6"/>
            </p:custDataLst>
          </p:nvPr>
        </p:nvGrpSpPr>
        <p:grpSpPr>
          <a:xfrm>
            <a:off x="7898765" y="3251200"/>
            <a:ext cx="1846580" cy="1846580"/>
            <a:chOff x="12439" y="5120"/>
            <a:chExt cx="2908" cy="2908"/>
          </a:xfrm>
        </p:grpSpPr>
        <p:sp>
          <p:nvSpPr>
            <p:cNvPr id="11" name="椭圆 10"/>
            <p:cNvSpPr/>
            <p:nvPr>
              <p:custDataLst>
                <p:tags r:id="rId14"/>
              </p:custDataLst>
            </p:nvPr>
          </p:nvSpPr>
          <p:spPr>
            <a:xfrm>
              <a:off x="12750" y="5427"/>
              <a:ext cx="2288" cy="2287"/>
            </a:xfrm>
            <a:prstGeom prst="ellipse">
              <a:avLst/>
            </a:prstGeom>
            <a:solidFill>
              <a:srgbClr val="F84949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椭圆 21"/>
            <p:cNvSpPr/>
            <p:nvPr>
              <p:custDataLst>
                <p:tags r:id="rId15"/>
              </p:custDataLst>
            </p:nvPr>
          </p:nvSpPr>
          <p:spPr>
            <a:xfrm>
              <a:off x="12868" y="5546"/>
              <a:ext cx="2052" cy="2052"/>
            </a:xfrm>
            <a:prstGeom prst="ellipse">
              <a:avLst/>
            </a:prstGeom>
            <a:solidFill>
              <a:srgbClr val="F84949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52400">
                <a:srgbClr val="376FFF">
                  <a:lumMod val="20000"/>
                  <a:lumOff val="80000"/>
                  <a:alpha val="60000"/>
                </a:srgbClr>
              </a:innerShdw>
            </a:effectLst>
          </p:spPr>
          <p:txBody>
            <a:bodyPr vertOverflow="overflow" horzOverflow="overflow" vert="horz" wrap="square" tIns="252095" bIns="0" numCol="1" spcCol="0" rtlCol="0" fromWordArt="0" anchor="t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椭圆 22"/>
            <p:cNvSpPr/>
            <p:nvPr>
              <p:custDataLst>
                <p:tags r:id="rId16"/>
              </p:custDataLst>
            </p:nvPr>
          </p:nvSpPr>
          <p:spPr>
            <a:xfrm>
              <a:off x="12975" y="5651"/>
              <a:ext cx="1838" cy="1838"/>
            </a:xfrm>
            <a:prstGeom prst="ellipse">
              <a:avLst/>
            </a:prstGeom>
            <a:noFill/>
            <a:ln w="12700" cap="flat" cmpd="sng" algn="ctr">
              <a:gradFill>
                <a:gsLst>
                  <a:gs pos="0">
                    <a:srgbClr val="FFFFFF">
                      <a:alpha val="45000"/>
                    </a:srgbClr>
                  </a:gs>
                  <a:gs pos="100000">
                    <a:srgbClr val="FFFFFF">
                      <a:alpha val="45000"/>
                    </a:srgbClr>
                  </a:gs>
                  <a:gs pos="75000">
                    <a:srgbClr val="FFFFFF">
                      <a:alpha val="0"/>
                    </a:srgbClr>
                  </a:gs>
                  <a:gs pos="25000">
                    <a:srgbClr val="FFFFF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dist="12700" dir="5400000" algn="t" rotWithShape="0">
                <a:srgbClr val="F84949">
                  <a:lumMod val="75000"/>
                  <a:alpha val="30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弧形 26"/>
            <p:cNvSpPr/>
            <p:nvPr>
              <p:custDataLst>
                <p:tags r:id="rId17"/>
              </p:custDataLst>
            </p:nvPr>
          </p:nvSpPr>
          <p:spPr>
            <a:xfrm flipV="1">
              <a:off x="12439" y="5120"/>
              <a:ext cx="2909" cy="2909"/>
            </a:xfrm>
            <a:prstGeom prst="arc">
              <a:avLst>
                <a:gd name="adj1" fmla="val 1352946"/>
                <a:gd name="adj2" fmla="val 10848491"/>
              </a:avLst>
            </a:prstGeom>
            <a:noFill/>
            <a:ln w="44450" cap="rnd" cmpd="sng" algn="ctr">
              <a:solidFill>
                <a:srgbClr val="F84949">
                  <a:alpha val="50000"/>
                </a:srgbClr>
              </a:solidFill>
              <a:prstDash val="solid"/>
              <a:miter lim="800000"/>
              <a:headEnd type="triangle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标题"/>
            <p:cNvSpPr txBox="1"/>
            <p:nvPr>
              <p:custDataLst>
                <p:tags r:id="rId18"/>
              </p:custDataLst>
            </p:nvPr>
          </p:nvSpPr>
          <p:spPr>
            <a:xfrm>
              <a:off x="12973" y="6460"/>
              <a:ext cx="1842" cy="812"/>
            </a:xfrm>
            <a:prstGeom prst="rect">
              <a:avLst/>
            </a:prstGeom>
            <a:noFill/>
          </p:spPr>
          <p:txBody>
            <a:bodyPr wrap="square" lIns="36195" tIns="36195" rIns="36195" bIns="36195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系统调试与完善</a:t>
              </a:r>
            </a:p>
          </p:txBody>
        </p:sp>
        <p:pic>
          <p:nvPicPr>
            <p:cNvPr id="55" name="图片 16" descr="343439383331313b343532303033323bd3a6d3c3b9dcc0ed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3710" y="6022"/>
              <a:ext cx="397" cy="397"/>
            </a:xfrm>
            <a:prstGeom prst="rect">
              <a:avLst/>
            </a:prstGeom>
          </p:spPr>
        </p:pic>
      </p:grpSp>
      <p:grpSp>
        <p:nvGrpSpPr>
          <p:cNvPr id="58" name="组合 57"/>
          <p:cNvGrpSpPr/>
          <p:nvPr>
            <p:custDataLst>
              <p:tags r:id="rId7"/>
            </p:custDataLst>
          </p:nvPr>
        </p:nvGrpSpPr>
        <p:grpSpPr>
          <a:xfrm>
            <a:off x="9755505" y="3198495"/>
            <a:ext cx="1846580" cy="1846580"/>
            <a:chOff x="15363" y="5037"/>
            <a:chExt cx="2908" cy="2908"/>
          </a:xfrm>
        </p:grpSpPr>
        <p:sp>
          <p:nvSpPr>
            <p:cNvPr id="14" name="椭圆 13"/>
            <p:cNvSpPr/>
            <p:nvPr>
              <p:custDataLst>
                <p:tags r:id="rId8"/>
              </p:custDataLst>
            </p:nvPr>
          </p:nvSpPr>
          <p:spPr>
            <a:xfrm>
              <a:off x="15674" y="5344"/>
              <a:ext cx="2288" cy="2287"/>
            </a:xfrm>
            <a:prstGeom prst="ellipse">
              <a:avLst/>
            </a:prstGeom>
            <a:solidFill>
              <a:srgbClr val="8830FE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椭圆 36"/>
            <p:cNvSpPr/>
            <p:nvPr>
              <p:custDataLst>
                <p:tags r:id="rId9"/>
              </p:custDataLst>
            </p:nvPr>
          </p:nvSpPr>
          <p:spPr>
            <a:xfrm>
              <a:off x="15792" y="5463"/>
              <a:ext cx="2052" cy="2052"/>
            </a:xfrm>
            <a:prstGeom prst="ellipse">
              <a:avLst/>
            </a:prstGeom>
            <a:solidFill>
              <a:srgbClr val="8830FE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52400">
                <a:srgbClr val="FF7429">
                  <a:lumMod val="20000"/>
                  <a:lumOff val="80000"/>
                  <a:alpha val="60000"/>
                </a:srgbClr>
              </a:innerShdw>
            </a:effectLst>
          </p:spPr>
          <p:txBody>
            <a:bodyPr vertOverflow="overflow" horzOverflow="overflow" vert="horz" wrap="square" tIns="252095" bIns="0" numCol="1" spcCol="0" rtlCol="0" fromWordArt="0" anchor="t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椭圆 43"/>
            <p:cNvSpPr/>
            <p:nvPr>
              <p:custDataLst>
                <p:tags r:id="rId10"/>
              </p:custDataLst>
            </p:nvPr>
          </p:nvSpPr>
          <p:spPr>
            <a:xfrm>
              <a:off x="15899" y="5568"/>
              <a:ext cx="1838" cy="1838"/>
            </a:xfrm>
            <a:prstGeom prst="ellipse">
              <a:avLst/>
            </a:prstGeom>
            <a:noFill/>
            <a:ln w="12700" cap="flat" cmpd="sng" algn="ctr">
              <a:gradFill>
                <a:gsLst>
                  <a:gs pos="0">
                    <a:srgbClr val="FFFFFF">
                      <a:alpha val="45000"/>
                    </a:srgbClr>
                  </a:gs>
                  <a:gs pos="100000">
                    <a:srgbClr val="FFFFFF">
                      <a:alpha val="45000"/>
                    </a:srgbClr>
                  </a:gs>
                  <a:gs pos="75000">
                    <a:srgbClr val="FFFFFF">
                      <a:alpha val="0"/>
                    </a:srgbClr>
                  </a:gs>
                  <a:gs pos="25000">
                    <a:srgbClr val="FFFFF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dist="12700" dir="5400000" algn="t" rotWithShape="0">
                <a:srgbClr val="8830FE">
                  <a:lumMod val="75000"/>
                  <a:alpha val="30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弧形 44"/>
            <p:cNvSpPr/>
            <p:nvPr>
              <p:custDataLst>
                <p:tags r:id="rId11"/>
              </p:custDataLst>
            </p:nvPr>
          </p:nvSpPr>
          <p:spPr>
            <a:xfrm flipV="1">
              <a:off x="15363" y="5037"/>
              <a:ext cx="2909" cy="2909"/>
            </a:xfrm>
            <a:prstGeom prst="arc">
              <a:avLst>
                <a:gd name="adj1" fmla="val 10822527"/>
                <a:gd name="adj2" fmla="val 20157622"/>
              </a:avLst>
            </a:prstGeom>
            <a:noFill/>
            <a:ln w="44450" cap="rnd" cmpd="sng" algn="ctr">
              <a:solidFill>
                <a:srgbClr val="8830FE">
                  <a:alpha val="50000"/>
                </a:srgbClr>
              </a:solidFill>
              <a:prstDash val="solid"/>
              <a:miter lim="800000"/>
              <a:headEnd type="none"/>
              <a:tailEnd type="triangle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6" name="图片 8" descr="343439383331313b343532303032343bb7a2b2bcb9dcc0ed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16590" y="5932"/>
              <a:ext cx="397" cy="397"/>
            </a:xfrm>
            <a:prstGeom prst="rect">
              <a:avLst/>
            </a:prstGeom>
          </p:spPr>
        </p:pic>
        <p:sp>
          <p:nvSpPr>
            <p:cNvPr id="53" name="标题"/>
            <p:cNvSpPr txBox="1"/>
            <p:nvPr>
              <p:custDataLst>
                <p:tags r:id="rId13"/>
              </p:custDataLst>
            </p:nvPr>
          </p:nvSpPr>
          <p:spPr>
            <a:xfrm>
              <a:off x="15910" y="6461"/>
              <a:ext cx="1842" cy="812"/>
            </a:xfrm>
            <a:prstGeom prst="rect">
              <a:avLst/>
            </a:prstGeom>
            <a:noFill/>
          </p:spPr>
          <p:txBody>
            <a:bodyPr wrap="square" lIns="36195" tIns="36195" rIns="36195" bIns="36195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系统运行和发布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/>
          <p:cNvSpPr/>
          <p:nvPr>
            <p:custDataLst>
              <p:tags r:id="rId1"/>
            </p:custDataLst>
          </p:nvPr>
        </p:nvSpPr>
        <p:spPr>
          <a:xfrm>
            <a:off x="-15240" y="-71755"/>
            <a:ext cx="12218035" cy="702310"/>
          </a:xfrm>
          <a:custGeom>
            <a:avLst/>
            <a:gdLst>
              <a:gd name="connsiteX0" fmla="*/ 0 w 12192000"/>
              <a:gd name="connsiteY0" fmla="*/ 0 h 792480"/>
              <a:gd name="connsiteX1" fmla="*/ 12192000 w 12192000"/>
              <a:gd name="connsiteY1" fmla="*/ 0 h 792480"/>
              <a:gd name="connsiteX2" fmla="*/ 12192000 w 12192000"/>
              <a:gd name="connsiteY2" fmla="*/ 792480 h 792480"/>
              <a:gd name="connsiteX3" fmla="*/ 0 w 12192000"/>
              <a:gd name="connsiteY3" fmla="*/ 792480 h 792480"/>
              <a:gd name="connsiteX4" fmla="*/ 0 w 12192000"/>
              <a:gd name="connsiteY4" fmla="*/ 0 h 792480"/>
              <a:gd name="connsiteX0-1" fmla="*/ 0 w 12192000"/>
              <a:gd name="connsiteY0-2" fmla="*/ 0 h 792480"/>
              <a:gd name="connsiteX1-3" fmla="*/ 12192000 w 12192000"/>
              <a:gd name="connsiteY1-4" fmla="*/ 0 h 792480"/>
              <a:gd name="connsiteX2-5" fmla="*/ 12192000 w 12192000"/>
              <a:gd name="connsiteY2-6" fmla="*/ 792480 h 792480"/>
              <a:gd name="connsiteX3-7" fmla="*/ 10160 w 12192000"/>
              <a:gd name="connsiteY3-8" fmla="*/ 345440 h 792480"/>
              <a:gd name="connsiteX4-9" fmla="*/ 0 w 12192000"/>
              <a:gd name="connsiteY4-10" fmla="*/ 0 h 792480"/>
              <a:gd name="connsiteX0-11" fmla="*/ 0 w 12192000"/>
              <a:gd name="connsiteY0-12" fmla="*/ 0 h 792480"/>
              <a:gd name="connsiteX1-13" fmla="*/ 12192000 w 12192000"/>
              <a:gd name="connsiteY1-14" fmla="*/ 0 h 792480"/>
              <a:gd name="connsiteX2-15" fmla="*/ 12192000 w 12192000"/>
              <a:gd name="connsiteY2-16" fmla="*/ 792480 h 792480"/>
              <a:gd name="connsiteX3-17" fmla="*/ 10160 w 12192000"/>
              <a:gd name="connsiteY3-18" fmla="*/ 345440 h 792480"/>
              <a:gd name="connsiteX4-19" fmla="*/ 0 w 12192000"/>
              <a:gd name="connsiteY4-20" fmla="*/ 0 h 792480"/>
              <a:gd name="connsiteX0-21" fmla="*/ 0 w 12192000"/>
              <a:gd name="connsiteY0-22" fmla="*/ 0 h 914446"/>
              <a:gd name="connsiteX1-23" fmla="*/ 12192000 w 12192000"/>
              <a:gd name="connsiteY1-24" fmla="*/ 0 h 914446"/>
              <a:gd name="connsiteX2-25" fmla="*/ 12192000 w 12192000"/>
              <a:gd name="connsiteY2-26" fmla="*/ 792480 h 914446"/>
              <a:gd name="connsiteX3-27" fmla="*/ 10160 w 12192000"/>
              <a:gd name="connsiteY3-28" fmla="*/ 345440 h 914446"/>
              <a:gd name="connsiteX4-29" fmla="*/ 0 w 12192000"/>
              <a:gd name="connsiteY4-30" fmla="*/ 0 h 914446"/>
              <a:gd name="connsiteX0-31" fmla="*/ 0 w 12192000"/>
              <a:gd name="connsiteY0-32" fmla="*/ 0 h 855886"/>
              <a:gd name="connsiteX1-33" fmla="*/ 12192000 w 12192000"/>
              <a:gd name="connsiteY1-34" fmla="*/ 0 h 855886"/>
              <a:gd name="connsiteX2-35" fmla="*/ 12192000 w 12192000"/>
              <a:gd name="connsiteY2-36" fmla="*/ 792480 h 855886"/>
              <a:gd name="connsiteX3-37" fmla="*/ 10160 w 12192000"/>
              <a:gd name="connsiteY3-38" fmla="*/ 345440 h 855886"/>
              <a:gd name="connsiteX4-39" fmla="*/ 0 w 12192000"/>
              <a:gd name="connsiteY4-40" fmla="*/ 0 h 855886"/>
              <a:gd name="connsiteX0-41" fmla="*/ 0 w 12192000"/>
              <a:gd name="connsiteY0-42" fmla="*/ 0 h 792508"/>
              <a:gd name="connsiteX1-43" fmla="*/ 12192000 w 12192000"/>
              <a:gd name="connsiteY1-44" fmla="*/ 0 h 792508"/>
              <a:gd name="connsiteX2-45" fmla="*/ 12192000 w 12192000"/>
              <a:gd name="connsiteY2-46" fmla="*/ 792480 h 792508"/>
              <a:gd name="connsiteX3-47" fmla="*/ 10160 w 12192000"/>
              <a:gd name="connsiteY3-48" fmla="*/ 345440 h 792508"/>
              <a:gd name="connsiteX4-49" fmla="*/ 0 w 12192000"/>
              <a:gd name="connsiteY4-50" fmla="*/ 0 h 792508"/>
              <a:gd name="connsiteX0-51" fmla="*/ 0 w 12192000"/>
              <a:gd name="connsiteY0-52" fmla="*/ 0 h 833387"/>
              <a:gd name="connsiteX1-53" fmla="*/ 12192000 w 12192000"/>
              <a:gd name="connsiteY1-54" fmla="*/ 0 h 833387"/>
              <a:gd name="connsiteX2-55" fmla="*/ 12192000 w 12192000"/>
              <a:gd name="connsiteY2-56" fmla="*/ 792480 h 833387"/>
              <a:gd name="connsiteX3-57" fmla="*/ 9215120 w 12192000"/>
              <a:gd name="connsiteY3-58" fmla="*/ 680720 h 833387"/>
              <a:gd name="connsiteX4-59" fmla="*/ 10160 w 12192000"/>
              <a:gd name="connsiteY4-60" fmla="*/ 345440 h 833387"/>
              <a:gd name="connsiteX5" fmla="*/ 0 w 12192000"/>
              <a:gd name="connsiteY5" fmla="*/ 0 h 833387"/>
              <a:gd name="connsiteX0-61" fmla="*/ 0 w 12192000"/>
              <a:gd name="connsiteY0-62" fmla="*/ 0 h 810530"/>
              <a:gd name="connsiteX1-63" fmla="*/ 12192000 w 12192000"/>
              <a:gd name="connsiteY1-64" fmla="*/ 0 h 810530"/>
              <a:gd name="connsiteX2-65" fmla="*/ 12192000 w 12192000"/>
              <a:gd name="connsiteY2-66" fmla="*/ 792480 h 810530"/>
              <a:gd name="connsiteX3-67" fmla="*/ 8879840 w 12192000"/>
              <a:gd name="connsiteY3-68" fmla="*/ 375920 h 810530"/>
              <a:gd name="connsiteX4-69" fmla="*/ 10160 w 12192000"/>
              <a:gd name="connsiteY4-70" fmla="*/ 345440 h 810530"/>
              <a:gd name="connsiteX5-71" fmla="*/ 0 w 12192000"/>
              <a:gd name="connsiteY5-72" fmla="*/ 0 h 810530"/>
              <a:gd name="connsiteX0-73" fmla="*/ 0 w 12192000"/>
              <a:gd name="connsiteY0-74" fmla="*/ 0 h 803483"/>
              <a:gd name="connsiteX1-75" fmla="*/ 12192000 w 12192000"/>
              <a:gd name="connsiteY1-76" fmla="*/ 0 h 803483"/>
              <a:gd name="connsiteX2-77" fmla="*/ 12192000 w 12192000"/>
              <a:gd name="connsiteY2-78" fmla="*/ 792480 h 803483"/>
              <a:gd name="connsiteX3-79" fmla="*/ 9834880 w 12192000"/>
              <a:gd name="connsiteY3-80" fmla="*/ 457200 h 803483"/>
              <a:gd name="connsiteX4-81" fmla="*/ 8879840 w 12192000"/>
              <a:gd name="connsiteY4-82" fmla="*/ 375920 h 803483"/>
              <a:gd name="connsiteX5-83" fmla="*/ 10160 w 12192000"/>
              <a:gd name="connsiteY5-84" fmla="*/ 345440 h 803483"/>
              <a:gd name="connsiteX6" fmla="*/ 0 w 12192000"/>
              <a:gd name="connsiteY6" fmla="*/ 0 h 803483"/>
              <a:gd name="connsiteX0-85" fmla="*/ 0 w 12192000"/>
              <a:gd name="connsiteY0-86" fmla="*/ 0 h 803483"/>
              <a:gd name="connsiteX1-87" fmla="*/ 12192000 w 12192000"/>
              <a:gd name="connsiteY1-88" fmla="*/ 0 h 803483"/>
              <a:gd name="connsiteX2-89" fmla="*/ 12192000 w 12192000"/>
              <a:gd name="connsiteY2-90" fmla="*/ 792480 h 803483"/>
              <a:gd name="connsiteX3-91" fmla="*/ 9834880 w 12192000"/>
              <a:gd name="connsiteY3-92" fmla="*/ 457200 h 803483"/>
              <a:gd name="connsiteX4-93" fmla="*/ 8879840 w 12192000"/>
              <a:gd name="connsiteY4-94" fmla="*/ 375920 h 803483"/>
              <a:gd name="connsiteX5-95" fmla="*/ 10160 w 12192000"/>
              <a:gd name="connsiteY5-96" fmla="*/ 345440 h 803483"/>
              <a:gd name="connsiteX6-97" fmla="*/ 0 w 12192000"/>
              <a:gd name="connsiteY6-98" fmla="*/ 0 h 803483"/>
              <a:gd name="connsiteX0-99" fmla="*/ 1320314 w 13512314"/>
              <a:gd name="connsiteY0-100" fmla="*/ 0 h 803483"/>
              <a:gd name="connsiteX1-101" fmla="*/ 13512314 w 13512314"/>
              <a:gd name="connsiteY1-102" fmla="*/ 0 h 803483"/>
              <a:gd name="connsiteX2-103" fmla="*/ 13512314 w 13512314"/>
              <a:gd name="connsiteY2-104" fmla="*/ 792480 h 803483"/>
              <a:gd name="connsiteX3-105" fmla="*/ 11155194 w 13512314"/>
              <a:gd name="connsiteY3-106" fmla="*/ 457200 h 803483"/>
              <a:gd name="connsiteX4-107" fmla="*/ 10200154 w 13512314"/>
              <a:gd name="connsiteY4-108" fmla="*/ 375920 h 803483"/>
              <a:gd name="connsiteX5-109" fmla="*/ 1330474 w 13512314"/>
              <a:gd name="connsiteY5-110" fmla="*/ 345440 h 803483"/>
              <a:gd name="connsiteX6-111" fmla="*/ 1320314 w 13512314"/>
              <a:gd name="connsiteY6-112" fmla="*/ 0 h 803483"/>
              <a:gd name="connsiteX0-113" fmla="*/ 1320314 w 14509230"/>
              <a:gd name="connsiteY0-114" fmla="*/ 0 h 803483"/>
              <a:gd name="connsiteX1-115" fmla="*/ 13512314 w 14509230"/>
              <a:gd name="connsiteY1-116" fmla="*/ 0 h 803483"/>
              <a:gd name="connsiteX2-117" fmla="*/ 13512314 w 14509230"/>
              <a:gd name="connsiteY2-118" fmla="*/ 792480 h 803483"/>
              <a:gd name="connsiteX3-119" fmla="*/ 11155194 w 14509230"/>
              <a:gd name="connsiteY3-120" fmla="*/ 457200 h 803483"/>
              <a:gd name="connsiteX4-121" fmla="*/ 10200154 w 14509230"/>
              <a:gd name="connsiteY4-122" fmla="*/ 375920 h 803483"/>
              <a:gd name="connsiteX5-123" fmla="*/ 1330474 w 14509230"/>
              <a:gd name="connsiteY5-124" fmla="*/ 345440 h 803483"/>
              <a:gd name="connsiteX6-125" fmla="*/ 1320314 w 14509230"/>
              <a:gd name="connsiteY6-126" fmla="*/ 0 h 803483"/>
              <a:gd name="connsiteX0-127" fmla="*/ 1320314 w 14511121"/>
              <a:gd name="connsiteY0-128" fmla="*/ 0 h 803483"/>
              <a:gd name="connsiteX1-129" fmla="*/ 13512314 w 14511121"/>
              <a:gd name="connsiteY1-130" fmla="*/ 0 h 803483"/>
              <a:gd name="connsiteX2-131" fmla="*/ 13512314 w 14511121"/>
              <a:gd name="connsiteY2-132" fmla="*/ 792480 h 803483"/>
              <a:gd name="connsiteX3-133" fmla="*/ 11155194 w 14511121"/>
              <a:gd name="connsiteY3-134" fmla="*/ 457200 h 803483"/>
              <a:gd name="connsiteX4-135" fmla="*/ 10200154 w 14511121"/>
              <a:gd name="connsiteY4-136" fmla="*/ 375920 h 803483"/>
              <a:gd name="connsiteX5-137" fmla="*/ 1330474 w 14511121"/>
              <a:gd name="connsiteY5-138" fmla="*/ 345440 h 803483"/>
              <a:gd name="connsiteX6-139" fmla="*/ 1320314 w 14511121"/>
              <a:gd name="connsiteY6-140" fmla="*/ 0 h 803483"/>
              <a:gd name="connsiteX0-141" fmla="*/ 1320314 w 13686915"/>
              <a:gd name="connsiteY0-142" fmla="*/ 0 h 803483"/>
              <a:gd name="connsiteX1-143" fmla="*/ 13512314 w 13686915"/>
              <a:gd name="connsiteY1-144" fmla="*/ 0 h 803483"/>
              <a:gd name="connsiteX2-145" fmla="*/ 13512314 w 13686915"/>
              <a:gd name="connsiteY2-146" fmla="*/ 792480 h 803483"/>
              <a:gd name="connsiteX3-147" fmla="*/ 11155194 w 13686915"/>
              <a:gd name="connsiteY3-148" fmla="*/ 457200 h 803483"/>
              <a:gd name="connsiteX4-149" fmla="*/ 10200154 w 13686915"/>
              <a:gd name="connsiteY4-150" fmla="*/ 375920 h 803483"/>
              <a:gd name="connsiteX5-151" fmla="*/ 1330474 w 13686915"/>
              <a:gd name="connsiteY5-152" fmla="*/ 345440 h 803483"/>
              <a:gd name="connsiteX6-153" fmla="*/ 1320314 w 13686915"/>
              <a:gd name="connsiteY6-154" fmla="*/ 0 h 803483"/>
              <a:gd name="connsiteX0-155" fmla="*/ 1320314 w 13512314"/>
              <a:gd name="connsiteY0-156" fmla="*/ 0 h 803483"/>
              <a:gd name="connsiteX1-157" fmla="*/ 13512314 w 13512314"/>
              <a:gd name="connsiteY1-158" fmla="*/ 0 h 803483"/>
              <a:gd name="connsiteX2-159" fmla="*/ 13512314 w 13512314"/>
              <a:gd name="connsiteY2-160" fmla="*/ 792480 h 803483"/>
              <a:gd name="connsiteX3-161" fmla="*/ 11155194 w 13512314"/>
              <a:gd name="connsiteY3-162" fmla="*/ 457200 h 803483"/>
              <a:gd name="connsiteX4-163" fmla="*/ 10200154 w 13512314"/>
              <a:gd name="connsiteY4-164" fmla="*/ 375920 h 803483"/>
              <a:gd name="connsiteX5-165" fmla="*/ 1330474 w 13512314"/>
              <a:gd name="connsiteY5-166" fmla="*/ 345440 h 803483"/>
              <a:gd name="connsiteX6-167" fmla="*/ 1320314 w 13512314"/>
              <a:gd name="connsiteY6-168" fmla="*/ 0 h 803483"/>
              <a:gd name="connsiteX0-169" fmla="*/ 1320314 w 13512314"/>
              <a:gd name="connsiteY0-170" fmla="*/ 0 h 847119"/>
              <a:gd name="connsiteX1-171" fmla="*/ 13512314 w 13512314"/>
              <a:gd name="connsiteY1-172" fmla="*/ 0 h 847119"/>
              <a:gd name="connsiteX2-173" fmla="*/ 13512314 w 13512314"/>
              <a:gd name="connsiteY2-174" fmla="*/ 792480 h 847119"/>
              <a:gd name="connsiteX3-175" fmla="*/ 11368554 w 13512314"/>
              <a:gd name="connsiteY3-176" fmla="*/ 792480 h 847119"/>
              <a:gd name="connsiteX4-177" fmla="*/ 10200154 w 13512314"/>
              <a:gd name="connsiteY4-178" fmla="*/ 375920 h 847119"/>
              <a:gd name="connsiteX5-179" fmla="*/ 1330474 w 13512314"/>
              <a:gd name="connsiteY5-180" fmla="*/ 345440 h 847119"/>
              <a:gd name="connsiteX6-181" fmla="*/ 1320314 w 13512314"/>
              <a:gd name="connsiteY6-182" fmla="*/ 0 h 847119"/>
              <a:gd name="connsiteX0-183" fmla="*/ 1320314 w 13512314"/>
              <a:gd name="connsiteY0-184" fmla="*/ 0 h 869791"/>
              <a:gd name="connsiteX1-185" fmla="*/ 13512314 w 13512314"/>
              <a:gd name="connsiteY1-186" fmla="*/ 0 h 869791"/>
              <a:gd name="connsiteX2-187" fmla="*/ 13512314 w 13512314"/>
              <a:gd name="connsiteY2-188" fmla="*/ 792480 h 869791"/>
              <a:gd name="connsiteX3-189" fmla="*/ 11368554 w 13512314"/>
              <a:gd name="connsiteY3-190" fmla="*/ 792480 h 869791"/>
              <a:gd name="connsiteX4-191" fmla="*/ 10200154 w 13512314"/>
              <a:gd name="connsiteY4-192" fmla="*/ 375920 h 869791"/>
              <a:gd name="connsiteX5-193" fmla="*/ 1330474 w 13512314"/>
              <a:gd name="connsiteY5-194" fmla="*/ 345440 h 869791"/>
              <a:gd name="connsiteX6-195" fmla="*/ 1320314 w 13512314"/>
              <a:gd name="connsiteY6-196" fmla="*/ 0 h 869791"/>
              <a:gd name="connsiteX0-197" fmla="*/ 1320314 w 13512314"/>
              <a:gd name="connsiteY0-198" fmla="*/ 0 h 851182"/>
              <a:gd name="connsiteX1-199" fmla="*/ 13512314 w 13512314"/>
              <a:gd name="connsiteY1-200" fmla="*/ 0 h 851182"/>
              <a:gd name="connsiteX2-201" fmla="*/ 13512314 w 13512314"/>
              <a:gd name="connsiteY2-202" fmla="*/ 792480 h 851182"/>
              <a:gd name="connsiteX3-203" fmla="*/ 11368554 w 13512314"/>
              <a:gd name="connsiteY3-204" fmla="*/ 792480 h 851182"/>
              <a:gd name="connsiteX4-205" fmla="*/ 10200154 w 13512314"/>
              <a:gd name="connsiteY4-206" fmla="*/ 375920 h 851182"/>
              <a:gd name="connsiteX5-207" fmla="*/ 1330474 w 13512314"/>
              <a:gd name="connsiteY5-208" fmla="*/ 345440 h 851182"/>
              <a:gd name="connsiteX6-209" fmla="*/ 1320314 w 13512314"/>
              <a:gd name="connsiteY6-210" fmla="*/ 0 h 851182"/>
              <a:gd name="connsiteX0-211" fmla="*/ 1320314 w 13512314"/>
              <a:gd name="connsiteY0-212" fmla="*/ 0 h 806026"/>
              <a:gd name="connsiteX1-213" fmla="*/ 13512314 w 13512314"/>
              <a:gd name="connsiteY1-214" fmla="*/ 0 h 806026"/>
              <a:gd name="connsiteX2-215" fmla="*/ 13512314 w 13512314"/>
              <a:gd name="connsiteY2-216" fmla="*/ 792480 h 806026"/>
              <a:gd name="connsiteX3-217" fmla="*/ 11368554 w 13512314"/>
              <a:gd name="connsiteY3-218" fmla="*/ 792480 h 806026"/>
              <a:gd name="connsiteX4-219" fmla="*/ 10200154 w 13512314"/>
              <a:gd name="connsiteY4-220" fmla="*/ 375920 h 806026"/>
              <a:gd name="connsiteX5-221" fmla="*/ 1330474 w 13512314"/>
              <a:gd name="connsiteY5-222" fmla="*/ 345440 h 806026"/>
              <a:gd name="connsiteX6-223" fmla="*/ 1320314 w 13512314"/>
              <a:gd name="connsiteY6-224" fmla="*/ 0 h 806026"/>
              <a:gd name="connsiteX0-225" fmla="*/ 1320314 w 13512314"/>
              <a:gd name="connsiteY0-226" fmla="*/ 0 h 806026"/>
              <a:gd name="connsiteX1-227" fmla="*/ 13512314 w 13512314"/>
              <a:gd name="connsiteY1-228" fmla="*/ 0 h 806026"/>
              <a:gd name="connsiteX2-229" fmla="*/ 13512314 w 13512314"/>
              <a:gd name="connsiteY2-230" fmla="*/ 792480 h 806026"/>
              <a:gd name="connsiteX3-231" fmla="*/ 11368554 w 13512314"/>
              <a:gd name="connsiteY3-232" fmla="*/ 792480 h 806026"/>
              <a:gd name="connsiteX4-233" fmla="*/ 10200154 w 13512314"/>
              <a:gd name="connsiteY4-234" fmla="*/ 375920 h 806026"/>
              <a:gd name="connsiteX5-235" fmla="*/ 1330474 w 13512314"/>
              <a:gd name="connsiteY5-236" fmla="*/ 345440 h 806026"/>
              <a:gd name="connsiteX6-237" fmla="*/ 1320314 w 13512314"/>
              <a:gd name="connsiteY6-238" fmla="*/ 0 h 806026"/>
              <a:gd name="connsiteX0-239" fmla="*/ 1320314 w 13512314"/>
              <a:gd name="connsiteY0-240" fmla="*/ 0 h 806026"/>
              <a:gd name="connsiteX1-241" fmla="*/ 13512314 w 13512314"/>
              <a:gd name="connsiteY1-242" fmla="*/ 0 h 806026"/>
              <a:gd name="connsiteX2-243" fmla="*/ 13512314 w 13512314"/>
              <a:gd name="connsiteY2-244" fmla="*/ 792480 h 806026"/>
              <a:gd name="connsiteX3-245" fmla="*/ 11368554 w 13512314"/>
              <a:gd name="connsiteY3-246" fmla="*/ 792480 h 806026"/>
              <a:gd name="connsiteX4-247" fmla="*/ 10200154 w 13512314"/>
              <a:gd name="connsiteY4-248" fmla="*/ 375920 h 806026"/>
              <a:gd name="connsiteX5-249" fmla="*/ 1330474 w 13512314"/>
              <a:gd name="connsiteY5-250" fmla="*/ 345440 h 806026"/>
              <a:gd name="connsiteX6-251" fmla="*/ 1320314 w 13512314"/>
              <a:gd name="connsiteY6-252" fmla="*/ 0 h 806026"/>
              <a:gd name="connsiteX0-253" fmla="*/ 1320314 w 13512314"/>
              <a:gd name="connsiteY0-254" fmla="*/ 0 h 806026"/>
              <a:gd name="connsiteX1-255" fmla="*/ 13512314 w 13512314"/>
              <a:gd name="connsiteY1-256" fmla="*/ 0 h 806026"/>
              <a:gd name="connsiteX2-257" fmla="*/ 13512314 w 13512314"/>
              <a:gd name="connsiteY2-258" fmla="*/ 792480 h 806026"/>
              <a:gd name="connsiteX3-259" fmla="*/ 11368554 w 13512314"/>
              <a:gd name="connsiteY3-260" fmla="*/ 792480 h 806026"/>
              <a:gd name="connsiteX4-261" fmla="*/ 10200154 w 13512314"/>
              <a:gd name="connsiteY4-262" fmla="*/ 375920 h 806026"/>
              <a:gd name="connsiteX5-263" fmla="*/ 1330474 w 13512314"/>
              <a:gd name="connsiteY5-264" fmla="*/ 345440 h 806026"/>
              <a:gd name="connsiteX6-265" fmla="*/ 1320314 w 13512314"/>
              <a:gd name="connsiteY6-266" fmla="*/ 0 h 806026"/>
              <a:gd name="connsiteX0-267" fmla="*/ 1320314 w 13512314"/>
              <a:gd name="connsiteY0-268" fmla="*/ 0 h 806026"/>
              <a:gd name="connsiteX1-269" fmla="*/ 13512314 w 13512314"/>
              <a:gd name="connsiteY1-270" fmla="*/ 0 h 806026"/>
              <a:gd name="connsiteX2-271" fmla="*/ 13512314 w 13512314"/>
              <a:gd name="connsiteY2-272" fmla="*/ 792480 h 806026"/>
              <a:gd name="connsiteX3-273" fmla="*/ 11368554 w 13512314"/>
              <a:gd name="connsiteY3-274" fmla="*/ 792480 h 806026"/>
              <a:gd name="connsiteX4-275" fmla="*/ 10200154 w 13512314"/>
              <a:gd name="connsiteY4-276" fmla="*/ 375920 h 806026"/>
              <a:gd name="connsiteX5-277" fmla="*/ 1330474 w 13512314"/>
              <a:gd name="connsiteY5-278" fmla="*/ 345440 h 806026"/>
              <a:gd name="connsiteX6-279" fmla="*/ 1320314 w 13512314"/>
              <a:gd name="connsiteY6-280" fmla="*/ 0 h 806026"/>
              <a:gd name="connsiteX0-281" fmla="*/ 1320314 w 13512314"/>
              <a:gd name="connsiteY0-282" fmla="*/ 0 h 806026"/>
              <a:gd name="connsiteX1-283" fmla="*/ 13512314 w 13512314"/>
              <a:gd name="connsiteY1-284" fmla="*/ 0 h 806026"/>
              <a:gd name="connsiteX2-285" fmla="*/ 13512314 w 13512314"/>
              <a:gd name="connsiteY2-286" fmla="*/ 792480 h 806026"/>
              <a:gd name="connsiteX3-287" fmla="*/ 11368554 w 13512314"/>
              <a:gd name="connsiteY3-288" fmla="*/ 792480 h 806026"/>
              <a:gd name="connsiteX4-289" fmla="*/ 10200154 w 13512314"/>
              <a:gd name="connsiteY4-290" fmla="*/ 375920 h 806026"/>
              <a:gd name="connsiteX5-291" fmla="*/ 1330474 w 13512314"/>
              <a:gd name="connsiteY5-292" fmla="*/ 345440 h 806026"/>
              <a:gd name="connsiteX6-293" fmla="*/ 1320314 w 13512314"/>
              <a:gd name="connsiteY6-294" fmla="*/ 0 h 806026"/>
              <a:gd name="connsiteX0-295" fmla="*/ 1320314 w 13512314"/>
              <a:gd name="connsiteY0-296" fmla="*/ 0 h 806026"/>
              <a:gd name="connsiteX1-297" fmla="*/ 13512314 w 13512314"/>
              <a:gd name="connsiteY1-298" fmla="*/ 0 h 806026"/>
              <a:gd name="connsiteX2-299" fmla="*/ 13512314 w 13512314"/>
              <a:gd name="connsiteY2-300" fmla="*/ 792480 h 806026"/>
              <a:gd name="connsiteX3-301" fmla="*/ 11368554 w 13512314"/>
              <a:gd name="connsiteY3-302" fmla="*/ 792480 h 806026"/>
              <a:gd name="connsiteX4-303" fmla="*/ 10200154 w 13512314"/>
              <a:gd name="connsiteY4-304" fmla="*/ 375920 h 806026"/>
              <a:gd name="connsiteX5-305" fmla="*/ 1330474 w 13512314"/>
              <a:gd name="connsiteY5-306" fmla="*/ 345440 h 806026"/>
              <a:gd name="connsiteX6-307" fmla="*/ 1320314 w 13512314"/>
              <a:gd name="connsiteY6-308" fmla="*/ 0 h 806026"/>
              <a:gd name="connsiteX0-309" fmla="*/ 649073 w 12841073"/>
              <a:gd name="connsiteY0-310" fmla="*/ 59 h 806085"/>
              <a:gd name="connsiteX1-311" fmla="*/ 12841073 w 12841073"/>
              <a:gd name="connsiteY1-312" fmla="*/ 59 h 806085"/>
              <a:gd name="connsiteX2-313" fmla="*/ 12841073 w 12841073"/>
              <a:gd name="connsiteY2-314" fmla="*/ 792539 h 806085"/>
              <a:gd name="connsiteX3-315" fmla="*/ 10697313 w 12841073"/>
              <a:gd name="connsiteY3-316" fmla="*/ 792539 h 806085"/>
              <a:gd name="connsiteX4-317" fmla="*/ 9528913 w 12841073"/>
              <a:gd name="connsiteY4-318" fmla="*/ 375979 h 806085"/>
              <a:gd name="connsiteX5-319" fmla="*/ 659233 w 12841073"/>
              <a:gd name="connsiteY5-320" fmla="*/ 345499 h 806085"/>
              <a:gd name="connsiteX6-321" fmla="*/ 649073 w 12841073"/>
              <a:gd name="connsiteY6-322" fmla="*/ 59 h 806085"/>
              <a:gd name="connsiteX0-323" fmla="*/ 0 w 12192000"/>
              <a:gd name="connsiteY0-324" fmla="*/ 59 h 806085"/>
              <a:gd name="connsiteX1-325" fmla="*/ 12192000 w 12192000"/>
              <a:gd name="connsiteY1-326" fmla="*/ 59 h 806085"/>
              <a:gd name="connsiteX2-327" fmla="*/ 12192000 w 12192000"/>
              <a:gd name="connsiteY2-328" fmla="*/ 792539 h 806085"/>
              <a:gd name="connsiteX3-329" fmla="*/ 10048240 w 12192000"/>
              <a:gd name="connsiteY3-330" fmla="*/ 792539 h 806085"/>
              <a:gd name="connsiteX4-331" fmla="*/ 8879840 w 12192000"/>
              <a:gd name="connsiteY4-332" fmla="*/ 375979 h 806085"/>
              <a:gd name="connsiteX5-333" fmla="*/ 10160 w 12192000"/>
              <a:gd name="connsiteY5-334" fmla="*/ 345499 h 806085"/>
              <a:gd name="connsiteX6-335" fmla="*/ 0 w 12192000"/>
              <a:gd name="connsiteY6-336" fmla="*/ 59 h 806085"/>
              <a:gd name="connsiteX0-337" fmla="*/ 0 w 12196549"/>
              <a:gd name="connsiteY0-338" fmla="*/ 59 h 806085"/>
              <a:gd name="connsiteX1-339" fmla="*/ 12196549 w 12196549"/>
              <a:gd name="connsiteY1-340" fmla="*/ 59 h 806085"/>
              <a:gd name="connsiteX2-341" fmla="*/ 12196549 w 12196549"/>
              <a:gd name="connsiteY2-342" fmla="*/ 792539 h 806085"/>
              <a:gd name="connsiteX3-343" fmla="*/ 10052789 w 12196549"/>
              <a:gd name="connsiteY3-344" fmla="*/ 792539 h 806085"/>
              <a:gd name="connsiteX4-345" fmla="*/ 8884389 w 12196549"/>
              <a:gd name="connsiteY4-346" fmla="*/ 375979 h 806085"/>
              <a:gd name="connsiteX5-347" fmla="*/ 14709 w 12196549"/>
              <a:gd name="connsiteY5-348" fmla="*/ 345499 h 806085"/>
              <a:gd name="connsiteX6-349" fmla="*/ 0 w 12196549"/>
              <a:gd name="connsiteY6-350" fmla="*/ 59 h 806085"/>
              <a:gd name="connsiteX0-351" fmla="*/ 0 w 12196549"/>
              <a:gd name="connsiteY0-352" fmla="*/ 58 h 806084"/>
              <a:gd name="connsiteX1-353" fmla="*/ 12196549 w 12196549"/>
              <a:gd name="connsiteY1-354" fmla="*/ 58 h 806084"/>
              <a:gd name="connsiteX2-355" fmla="*/ 12196549 w 12196549"/>
              <a:gd name="connsiteY2-356" fmla="*/ 792538 h 806084"/>
              <a:gd name="connsiteX3-357" fmla="*/ 10052789 w 12196549"/>
              <a:gd name="connsiteY3-358" fmla="*/ 792538 h 806084"/>
              <a:gd name="connsiteX4-359" fmla="*/ 8884389 w 12196549"/>
              <a:gd name="connsiteY4-360" fmla="*/ 375978 h 806084"/>
              <a:gd name="connsiteX5-361" fmla="*/ 3512 w 12196549"/>
              <a:gd name="connsiteY5-362" fmla="*/ 352962 h 806084"/>
              <a:gd name="connsiteX6-363" fmla="*/ 0 w 12196549"/>
              <a:gd name="connsiteY6-364" fmla="*/ 58 h 806084"/>
              <a:gd name="connsiteX0-365" fmla="*/ 0 w 12200281"/>
              <a:gd name="connsiteY0-366" fmla="*/ 3733 h 806026"/>
              <a:gd name="connsiteX1-367" fmla="*/ 12200281 w 12200281"/>
              <a:gd name="connsiteY1-368" fmla="*/ 0 h 806026"/>
              <a:gd name="connsiteX2-369" fmla="*/ 12200281 w 12200281"/>
              <a:gd name="connsiteY2-370" fmla="*/ 792480 h 806026"/>
              <a:gd name="connsiteX3-371" fmla="*/ 10056521 w 12200281"/>
              <a:gd name="connsiteY3-372" fmla="*/ 792480 h 806026"/>
              <a:gd name="connsiteX4-373" fmla="*/ 8888121 w 12200281"/>
              <a:gd name="connsiteY4-374" fmla="*/ 375920 h 806026"/>
              <a:gd name="connsiteX5-375" fmla="*/ 7244 w 12200281"/>
              <a:gd name="connsiteY5-376" fmla="*/ 352904 h 806026"/>
              <a:gd name="connsiteX6-377" fmla="*/ 0 w 12200281"/>
              <a:gd name="connsiteY6-378" fmla="*/ 3733 h 806026"/>
              <a:gd name="connsiteX0-379" fmla="*/ 0 w 12200281"/>
              <a:gd name="connsiteY0-380" fmla="*/ 3733 h 795992"/>
              <a:gd name="connsiteX1-381" fmla="*/ 12200281 w 12200281"/>
              <a:gd name="connsiteY1-382" fmla="*/ 0 h 795992"/>
              <a:gd name="connsiteX2-383" fmla="*/ 12200281 w 12200281"/>
              <a:gd name="connsiteY2-384" fmla="*/ 792480 h 795992"/>
              <a:gd name="connsiteX3-385" fmla="*/ 10056521 w 12200281"/>
              <a:gd name="connsiteY3-386" fmla="*/ 792480 h 795992"/>
              <a:gd name="connsiteX4-387" fmla="*/ 8888121 w 12200281"/>
              <a:gd name="connsiteY4-388" fmla="*/ 375920 h 795992"/>
              <a:gd name="connsiteX5-389" fmla="*/ 7244 w 12200281"/>
              <a:gd name="connsiteY5-390" fmla="*/ 352904 h 795992"/>
              <a:gd name="connsiteX6-391" fmla="*/ 0 w 12200281"/>
              <a:gd name="connsiteY6-392" fmla="*/ 3733 h 795992"/>
              <a:gd name="connsiteX0-393" fmla="*/ 0 w 12202789"/>
              <a:gd name="connsiteY0-394" fmla="*/ 3733 h 795992"/>
              <a:gd name="connsiteX1-395" fmla="*/ 12200281 w 12202789"/>
              <a:gd name="connsiteY1-396" fmla="*/ 0 h 795992"/>
              <a:gd name="connsiteX2-397" fmla="*/ 12200281 w 12202789"/>
              <a:gd name="connsiteY2-398" fmla="*/ 792480 h 795992"/>
              <a:gd name="connsiteX3-399" fmla="*/ 10056521 w 12202789"/>
              <a:gd name="connsiteY3-400" fmla="*/ 792480 h 795992"/>
              <a:gd name="connsiteX4-401" fmla="*/ 8888121 w 12202789"/>
              <a:gd name="connsiteY4-402" fmla="*/ 375920 h 795992"/>
              <a:gd name="connsiteX5-403" fmla="*/ 7244 w 12202789"/>
              <a:gd name="connsiteY5-404" fmla="*/ 352904 h 795992"/>
              <a:gd name="connsiteX6-405" fmla="*/ 0 w 12202789"/>
              <a:gd name="connsiteY6-406" fmla="*/ 3733 h 795992"/>
              <a:gd name="connsiteX0-407" fmla="*/ 0 w 12202789"/>
              <a:gd name="connsiteY0-408" fmla="*/ 3733 h 795992"/>
              <a:gd name="connsiteX1-409" fmla="*/ 12200281 w 12202789"/>
              <a:gd name="connsiteY1-410" fmla="*/ 0 h 795992"/>
              <a:gd name="connsiteX2-411" fmla="*/ 12200281 w 12202789"/>
              <a:gd name="connsiteY2-412" fmla="*/ 792480 h 795992"/>
              <a:gd name="connsiteX3-413" fmla="*/ 10056521 w 12202789"/>
              <a:gd name="connsiteY3-414" fmla="*/ 792480 h 795992"/>
              <a:gd name="connsiteX4-415" fmla="*/ 8888121 w 12202789"/>
              <a:gd name="connsiteY4-416" fmla="*/ 375920 h 795992"/>
              <a:gd name="connsiteX5-417" fmla="*/ 7244 w 12202789"/>
              <a:gd name="connsiteY5-418" fmla="*/ 352904 h 795992"/>
              <a:gd name="connsiteX6-419" fmla="*/ 0 w 12202789"/>
              <a:gd name="connsiteY6-420" fmla="*/ 3733 h 7959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  <a:cxn ang="0">
                <a:pos x="connsiteX6-97" y="connsiteY6-98"/>
              </a:cxn>
            </a:cxnLst>
            <a:rect l="l" t="t" r="r" b="b"/>
            <a:pathLst>
              <a:path w="12202789" h="795992">
                <a:moveTo>
                  <a:pt x="0" y="3733"/>
                </a:moveTo>
                <a:cubicBezTo>
                  <a:pt x="843" y="9005"/>
                  <a:pt x="8133521" y="1244"/>
                  <a:pt x="12200281" y="0"/>
                </a:cubicBezTo>
                <a:cubicBezTo>
                  <a:pt x="12200281" y="264160"/>
                  <a:pt x="12205925" y="195298"/>
                  <a:pt x="12200281" y="792480"/>
                </a:cubicBezTo>
                <a:cubicBezTo>
                  <a:pt x="12197459" y="800382"/>
                  <a:pt x="11128401" y="792480"/>
                  <a:pt x="10056521" y="792480"/>
                </a:cubicBezTo>
                <a:cubicBezTo>
                  <a:pt x="9504494" y="723053"/>
                  <a:pt x="9560470" y="364162"/>
                  <a:pt x="8888121" y="375920"/>
                </a:cubicBezTo>
                <a:cubicBezTo>
                  <a:pt x="8848376" y="358923"/>
                  <a:pt x="2963804" y="363064"/>
                  <a:pt x="7244" y="352904"/>
                </a:cubicBezTo>
                <a:cubicBezTo>
                  <a:pt x="-1234" y="347814"/>
                  <a:pt x="7897" y="-1515"/>
                  <a:pt x="0" y="3733"/>
                </a:cubicBezTo>
                <a:close/>
              </a:path>
            </a:pathLst>
          </a:custGeom>
          <a:solidFill>
            <a:srgbClr val="4256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-14605" y="6693535"/>
            <a:ext cx="12218035" cy="173990"/>
          </a:xfrm>
          <a:prstGeom prst="rect">
            <a:avLst/>
          </a:prstGeom>
          <a:solidFill>
            <a:srgbClr val="42563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304800" y="565785"/>
            <a:ext cx="1505585" cy="549275"/>
          </a:xfrm>
          <a:prstGeom prst="roundRect">
            <a:avLst/>
          </a:prstGeom>
          <a:noFill/>
          <a:ln w="12700" cap="flat" cmpd="sng" algn="ctr">
            <a:solidFill>
              <a:srgbClr val="42563E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algn="ctr"/>
            <a:r>
              <a:rPr lang="zh-CN" altLang="en-US" sz="2400">
                <a:solidFill>
                  <a:srgbClr val="42563E"/>
                </a:solidFill>
                <a:latin typeface="思源黑体 CN" charset="0"/>
                <a:ea typeface="思源黑体 CN" charset="0"/>
              </a:rPr>
              <a:t>基本流程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3315335" y="1369060"/>
            <a:ext cx="53905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/>
            <a:r>
              <a:rPr lang="zh-CN" sz="2800" b="0">
                <a:solidFill>
                  <a:schemeClr val="accent6"/>
                </a:solidFill>
                <a:latin typeface="华康俪金黑W8(P)" panose="020B0800000000000000" charset="-122"/>
                <a:ea typeface="华康俪金黑W8(P)" panose="020B0800000000000000" charset="-122"/>
              </a:rPr>
              <a:t>智能物联系统开发的基本流程</a:t>
            </a:r>
            <a:endParaRPr lang="zh-CN" altLang="en-US" sz="2800" b="0">
              <a:solidFill>
                <a:schemeClr val="accent6"/>
              </a:solidFill>
              <a:latin typeface="华康俪金黑W8(P)" panose="020B0800000000000000" charset="-122"/>
              <a:ea typeface="华康俪金黑W8(P)" panose="020B0800000000000000" charset="-122"/>
            </a:endParaRPr>
          </a:p>
        </p:txBody>
      </p:sp>
      <p:grpSp>
        <p:nvGrpSpPr>
          <p:cNvPr id="32" name="组合 31"/>
          <p:cNvGrpSpPr/>
          <p:nvPr>
            <p:custDataLst>
              <p:tags r:id="rId2"/>
            </p:custDataLst>
          </p:nvPr>
        </p:nvGrpSpPr>
        <p:grpSpPr>
          <a:xfrm>
            <a:off x="606425" y="2381250"/>
            <a:ext cx="1846580" cy="1846580"/>
            <a:chOff x="932" y="5120"/>
            <a:chExt cx="2908" cy="2908"/>
          </a:xfrm>
        </p:grpSpPr>
        <p:sp>
          <p:nvSpPr>
            <p:cNvPr id="7" name="椭圆 6"/>
            <p:cNvSpPr/>
            <p:nvPr>
              <p:custDataLst>
                <p:tags r:id="rId38"/>
              </p:custDataLst>
            </p:nvPr>
          </p:nvSpPr>
          <p:spPr>
            <a:xfrm>
              <a:off x="1243" y="5427"/>
              <a:ext cx="2288" cy="2287"/>
            </a:xfrm>
            <a:prstGeom prst="ellipse">
              <a:avLst/>
            </a:prstGeom>
            <a:solidFill>
              <a:srgbClr val="376FFF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椭圆 17"/>
            <p:cNvSpPr/>
            <p:nvPr>
              <p:custDataLst>
                <p:tags r:id="rId39"/>
              </p:custDataLst>
            </p:nvPr>
          </p:nvSpPr>
          <p:spPr>
            <a:xfrm>
              <a:off x="1361" y="5546"/>
              <a:ext cx="2052" cy="2052"/>
            </a:xfrm>
            <a:prstGeom prst="ellipse">
              <a:avLst/>
            </a:prstGeom>
            <a:solidFill>
              <a:srgbClr val="376FFF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52400">
                <a:srgbClr val="376FFF">
                  <a:lumMod val="20000"/>
                  <a:lumOff val="80000"/>
                  <a:alpha val="60000"/>
                </a:srgbClr>
              </a:innerShdw>
            </a:effectLst>
          </p:spPr>
          <p:txBody>
            <a:bodyPr vertOverflow="overflow" horzOverflow="overflow" vert="horz" wrap="square" tIns="252095" bIns="0" numCol="1" spcCol="0" rtlCol="0" fromWordArt="0" anchor="t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椭圆 7"/>
            <p:cNvSpPr/>
            <p:nvPr>
              <p:custDataLst>
                <p:tags r:id="rId40"/>
              </p:custDataLst>
            </p:nvPr>
          </p:nvSpPr>
          <p:spPr>
            <a:xfrm>
              <a:off x="1468" y="5651"/>
              <a:ext cx="1838" cy="1838"/>
            </a:xfrm>
            <a:prstGeom prst="ellipse">
              <a:avLst/>
            </a:prstGeom>
            <a:noFill/>
            <a:ln w="12700" cap="flat" cmpd="sng" algn="ctr">
              <a:gradFill>
                <a:gsLst>
                  <a:gs pos="0">
                    <a:srgbClr val="FFFFFF">
                      <a:alpha val="45000"/>
                    </a:srgbClr>
                  </a:gs>
                  <a:gs pos="100000">
                    <a:srgbClr val="FFFFFF">
                      <a:alpha val="45000"/>
                    </a:srgbClr>
                  </a:gs>
                  <a:gs pos="75000">
                    <a:srgbClr val="FFFFFF">
                      <a:alpha val="0"/>
                    </a:srgbClr>
                  </a:gs>
                  <a:gs pos="25000">
                    <a:srgbClr val="FFFFF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dist="12700" dir="5400000" algn="t" rotWithShape="0">
                <a:srgbClr val="376FFF">
                  <a:lumMod val="75000"/>
                  <a:alpha val="30000"/>
                </a:srgbClr>
              </a:outerShdw>
            </a:effectLst>
          </p:spPr>
          <p:txBody>
            <a:bodyPr vertOverflow="overflow" horzOverflow="overflow" vert="horz" wrap="square" tIns="45720" numCol="1" spcCol="0" rtlCol="0" fromWordArt="0" anchor="ctr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" name="弧形 14"/>
            <p:cNvSpPr/>
            <p:nvPr>
              <p:custDataLst>
                <p:tags r:id="rId41"/>
              </p:custDataLst>
            </p:nvPr>
          </p:nvSpPr>
          <p:spPr>
            <a:xfrm flipV="1">
              <a:off x="932" y="5120"/>
              <a:ext cx="2909" cy="2909"/>
            </a:xfrm>
            <a:prstGeom prst="arc">
              <a:avLst>
                <a:gd name="adj1" fmla="val 1352946"/>
                <a:gd name="adj2" fmla="val 10848491"/>
              </a:avLst>
            </a:prstGeom>
            <a:noFill/>
            <a:ln w="44450" cap="rnd" cmpd="sng" algn="ctr">
              <a:solidFill>
                <a:srgbClr val="376FFF">
                  <a:alpha val="50000"/>
                </a:srgbClr>
              </a:solidFill>
              <a:prstDash val="solid"/>
              <a:miter lim="800000"/>
              <a:headEnd type="triangle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7" name="图片 15" descr="343439383331313b343532303033313bd3a6d3c3c9ccb3c7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2203" y="6036"/>
              <a:ext cx="397" cy="397"/>
            </a:xfrm>
            <a:prstGeom prst="rect">
              <a:avLst/>
            </a:prstGeom>
          </p:spPr>
        </p:pic>
        <p:sp>
          <p:nvSpPr>
            <p:cNvPr id="20" name="矩形 19"/>
            <p:cNvSpPr/>
            <p:nvPr>
              <p:custDataLst>
                <p:tags r:id="rId43"/>
              </p:custDataLst>
            </p:nvPr>
          </p:nvSpPr>
          <p:spPr>
            <a:xfrm>
              <a:off x="1466" y="6460"/>
              <a:ext cx="1842" cy="812"/>
            </a:xfrm>
            <a:prstGeom prst="rect">
              <a:avLst/>
            </a:prstGeom>
            <a:noFill/>
          </p:spPr>
          <p:txBody>
            <a:bodyPr wrap="square" lIns="36195" tIns="36195" rIns="36195" bIns="36195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</a:rPr>
                <a:t>需求分析</a:t>
              </a:r>
            </a:p>
          </p:txBody>
        </p:sp>
      </p:grpSp>
      <p:grpSp>
        <p:nvGrpSpPr>
          <p:cNvPr id="33" name="组合 32"/>
          <p:cNvGrpSpPr/>
          <p:nvPr>
            <p:custDataLst>
              <p:tags r:id="rId3"/>
            </p:custDataLst>
          </p:nvPr>
        </p:nvGrpSpPr>
        <p:grpSpPr>
          <a:xfrm>
            <a:off x="2433320" y="2381250"/>
            <a:ext cx="1846580" cy="1846580"/>
            <a:chOff x="3809" y="5120"/>
            <a:chExt cx="2908" cy="2908"/>
          </a:xfrm>
        </p:grpSpPr>
        <p:sp>
          <p:nvSpPr>
            <p:cNvPr id="21" name="椭圆 20"/>
            <p:cNvSpPr/>
            <p:nvPr>
              <p:custDataLst>
                <p:tags r:id="rId32"/>
              </p:custDataLst>
            </p:nvPr>
          </p:nvSpPr>
          <p:spPr>
            <a:xfrm>
              <a:off x="4120" y="5427"/>
              <a:ext cx="2288" cy="2287"/>
            </a:xfrm>
            <a:prstGeom prst="ellipse">
              <a:avLst/>
            </a:prstGeom>
            <a:solidFill>
              <a:srgbClr val="17D594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椭圆 24"/>
            <p:cNvSpPr/>
            <p:nvPr>
              <p:custDataLst>
                <p:tags r:id="rId33"/>
              </p:custDataLst>
            </p:nvPr>
          </p:nvSpPr>
          <p:spPr>
            <a:xfrm>
              <a:off x="4238" y="5546"/>
              <a:ext cx="2052" cy="2052"/>
            </a:xfrm>
            <a:prstGeom prst="ellipse">
              <a:avLst/>
            </a:prstGeom>
            <a:solidFill>
              <a:srgbClr val="17D594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52400">
                <a:srgbClr val="17D594">
                  <a:lumMod val="20000"/>
                  <a:lumOff val="80000"/>
                  <a:alpha val="60000"/>
                </a:srgbClr>
              </a:innerShdw>
            </a:effectLst>
          </p:spPr>
          <p:txBody>
            <a:bodyPr vertOverflow="overflow" horzOverflow="overflow" vert="horz" wrap="square" tIns="252095" bIns="0" numCol="1" spcCol="0" rtlCol="0" fromWordArt="0" anchor="t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椭圆 25"/>
            <p:cNvSpPr/>
            <p:nvPr>
              <p:custDataLst>
                <p:tags r:id="rId34"/>
              </p:custDataLst>
            </p:nvPr>
          </p:nvSpPr>
          <p:spPr>
            <a:xfrm>
              <a:off x="4345" y="5651"/>
              <a:ext cx="1838" cy="1838"/>
            </a:xfrm>
            <a:prstGeom prst="ellipse">
              <a:avLst/>
            </a:prstGeom>
            <a:noFill/>
            <a:ln w="12700" cap="flat" cmpd="sng" algn="ctr">
              <a:gradFill>
                <a:gsLst>
                  <a:gs pos="0">
                    <a:srgbClr val="FFFFFF">
                      <a:alpha val="45000"/>
                    </a:srgbClr>
                  </a:gs>
                  <a:gs pos="100000">
                    <a:srgbClr val="FFFFFF">
                      <a:alpha val="45000"/>
                    </a:srgbClr>
                  </a:gs>
                  <a:gs pos="75000">
                    <a:srgbClr val="FFFFFF">
                      <a:alpha val="0"/>
                    </a:srgbClr>
                  </a:gs>
                  <a:gs pos="25000">
                    <a:srgbClr val="FFFFF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dist="12700" dir="5400000" algn="t" rotWithShape="0">
                <a:srgbClr val="17D594">
                  <a:lumMod val="75000"/>
                  <a:alpha val="30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弧形 28"/>
            <p:cNvSpPr/>
            <p:nvPr>
              <p:custDataLst>
                <p:tags r:id="rId35"/>
              </p:custDataLst>
            </p:nvPr>
          </p:nvSpPr>
          <p:spPr>
            <a:xfrm flipV="1">
              <a:off x="3809" y="5120"/>
              <a:ext cx="2909" cy="2909"/>
            </a:xfrm>
            <a:prstGeom prst="arc">
              <a:avLst>
                <a:gd name="adj1" fmla="val 10822527"/>
                <a:gd name="adj2" fmla="val 20157622"/>
              </a:avLst>
            </a:prstGeom>
            <a:noFill/>
            <a:ln w="44450" cap="rnd" cmpd="sng" algn="ctr">
              <a:solidFill>
                <a:srgbClr val="17D594">
                  <a:alpha val="50000"/>
                </a:srgbClr>
              </a:solidFill>
              <a:prstDash val="solid"/>
              <a:miter lim="800000"/>
              <a:headEnd type="none"/>
              <a:tailEnd type="triangle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1" name="图片 19" descr="343435383038363b343532323339393bd6b4d0d0d5aad2aa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5069" y="5995"/>
              <a:ext cx="397" cy="397"/>
            </a:xfrm>
            <a:prstGeom prst="rect">
              <a:avLst/>
            </a:prstGeom>
          </p:spPr>
        </p:pic>
        <p:sp>
          <p:nvSpPr>
            <p:cNvPr id="48" name="矩形 47"/>
            <p:cNvSpPr/>
            <p:nvPr>
              <p:custDataLst>
                <p:tags r:id="rId37"/>
              </p:custDataLst>
            </p:nvPr>
          </p:nvSpPr>
          <p:spPr>
            <a:xfrm>
              <a:off x="4343" y="6460"/>
              <a:ext cx="1842" cy="812"/>
            </a:xfrm>
            <a:prstGeom prst="rect">
              <a:avLst/>
            </a:prstGeom>
            <a:noFill/>
          </p:spPr>
          <p:txBody>
            <a:bodyPr wrap="square" lIns="36195" tIns="36195" rIns="36195" bIns="36195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>
                  <a:solidFill>
                    <a:srgbClr val="FFFFFF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</a:rPr>
                <a:t>整体设计</a:t>
              </a:r>
            </a:p>
          </p:txBody>
        </p:sp>
      </p:grpSp>
      <p:grpSp>
        <p:nvGrpSpPr>
          <p:cNvPr id="34" name="组合 33"/>
          <p:cNvGrpSpPr/>
          <p:nvPr>
            <p:custDataLst>
              <p:tags r:id="rId4"/>
            </p:custDataLst>
          </p:nvPr>
        </p:nvGrpSpPr>
        <p:grpSpPr>
          <a:xfrm>
            <a:off x="4258945" y="2381250"/>
            <a:ext cx="1846580" cy="1846580"/>
            <a:chOff x="6684" y="5120"/>
            <a:chExt cx="2908" cy="2908"/>
          </a:xfrm>
        </p:grpSpPr>
        <p:sp>
          <p:nvSpPr>
            <p:cNvPr id="4" name="椭圆 3"/>
            <p:cNvSpPr/>
            <p:nvPr>
              <p:custDataLst>
                <p:tags r:id="rId26"/>
              </p:custDataLst>
            </p:nvPr>
          </p:nvSpPr>
          <p:spPr>
            <a:xfrm>
              <a:off x="6995" y="5427"/>
              <a:ext cx="2288" cy="2287"/>
            </a:xfrm>
            <a:prstGeom prst="ellipse">
              <a:avLst/>
            </a:prstGeom>
            <a:solidFill>
              <a:srgbClr val="FFC000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椭圆 4"/>
            <p:cNvSpPr/>
            <p:nvPr>
              <p:custDataLst>
                <p:tags r:id="rId27"/>
              </p:custDataLst>
            </p:nvPr>
          </p:nvSpPr>
          <p:spPr>
            <a:xfrm>
              <a:off x="7113" y="5546"/>
              <a:ext cx="2052" cy="2052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52400">
                <a:srgbClr val="FFC000">
                  <a:lumMod val="20000"/>
                  <a:lumOff val="80000"/>
                  <a:alpha val="60000"/>
                </a:srgbClr>
              </a:innerShdw>
            </a:effectLst>
          </p:spPr>
          <p:txBody>
            <a:bodyPr vertOverflow="overflow" horzOverflow="overflow" vert="horz" wrap="square" tIns="252095" bIns="0" numCol="1" spcCol="0" rtlCol="0" fromWordArt="0" anchor="t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椭圆 5"/>
            <p:cNvSpPr/>
            <p:nvPr>
              <p:custDataLst>
                <p:tags r:id="rId28"/>
              </p:custDataLst>
            </p:nvPr>
          </p:nvSpPr>
          <p:spPr>
            <a:xfrm>
              <a:off x="7220" y="5651"/>
              <a:ext cx="1838" cy="1838"/>
            </a:xfrm>
            <a:prstGeom prst="ellipse">
              <a:avLst/>
            </a:prstGeom>
            <a:noFill/>
            <a:ln w="12700" cap="flat" cmpd="sng" algn="ctr">
              <a:gradFill>
                <a:gsLst>
                  <a:gs pos="0">
                    <a:srgbClr val="FFFFFF">
                      <a:alpha val="45000"/>
                    </a:srgbClr>
                  </a:gs>
                  <a:gs pos="100000">
                    <a:srgbClr val="FFFFFF">
                      <a:alpha val="45000"/>
                    </a:srgbClr>
                  </a:gs>
                  <a:gs pos="75000">
                    <a:srgbClr val="FFFFFF">
                      <a:alpha val="0"/>
                    </a:srgbClr>
                  </a:gs>
                  <a:gs pos="25000">
                    <a:srgbClr val="FFFFF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dist="12700" dir="5400000" algn="t" rotWithShape="0">
                <a:srgbClr val="FFC000">
                  <a:lumMod val="75000"/>
                  <a:alpha val="30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" name="弧形 12"/>
            <p:cNvSpPr/>
            <p:nvPr>
              <p:custDataLst>
                <p:tags r:id="rId29"/>
              </p:custDataLst>
            </p:nvPr>
          </p:nvSpPr>
          <p:spPr>
            <a:xfrm flipV="1">
              <a:off x="6684" y="5120"/>
              <a:ext cx="2909" cy="2909"/>
            </a:xfrm>
            <a:prstGeom prst="arc">
              <a:avLst>
                <a:gd name="adj1" fmla="val 1352946"/>
                <a:gd name="adj2" fmla="val 10848491"/>
              </a:avLst>
            </a:prstGeom>
            <a:noFill/>
            <a:ln w="44450" cap="rnd" cmpd="sng" algn="ctr">
              <a:solidFill>
                <a:srgbClr val="FFC000">
                  <a:alpha val="50000"/>
                </a:srgbClr>
              </a:solidFill>
              <a:prstDash val="solid"/>
              <a:miter lim="800000"/>
              <a:headEnd type="triangle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8" name="图片 11" descr="343439383331313b343532303032373bbfcdbba7b5b5b0b8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7958" y="6024"/>
              <a:ext cx="397" cy="397"/>
            </a:xfrm>
            <a:prstGeom prst="rect">
              <a:avLst/>
            </a:prstGeom>
          </p:spPr>
        </p:pic>
        <p:sp>
          <p:nvSpPr>
            <p:cNvPr id="30" name="矩形 29"/>
            <p:cNvSpPr/>
            <p:nvPr>
              <p:custDataLst>
                <p:tags r:id="rId31"/>
              </p:custDataLst>
            </p:nvPr>
          </p:nvSpPr>
          <p:spPr>
            <a:xfrm>
              <a:off x="7218" y="6460"/>
              <a:ext cx="1842" cy="812"/>
            </a:xfrm>
            <a:prstGeom prst="rect">
              <a:avLst/>
            </a:prstGeom>
            <a:noFill/>
          </p:spPr>
          <p:txBody>
            <a:bodyPr wrap="square" lIns="36195" tIns="36195" rIns="36195" bIns="36195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>
                  <a:solidFill>
                    <a:srgbClr val="FFFFFF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</a:rPr>
                <a:t>硬件搭建</a:t>
              </a:r>
            </a:p>
          </p:txBody>
        </p:sp>
      </p:grpSp>
      <p:grpSp>
        <p:nvGrpSpPr>
          <p:cNvPr id="36" name="组合 35"/>
          <p:cNvGrpSpPr/>
          <p:nvPr>
            <p:custDataLst>
              <p:tags r:id="rId5"/>
            </p:custDataLst>
          </p:nvPr>
        </p:nvGrpSpPr>
        <p:grpSpPr>
          <a:xfrm>
            <a:off x="6085840" y="2381250"/>
            <a:ext cx="1846580" cy="1846580"/>
            <a:chOff x="9561" y="5120"/>
            <a:chExt cx="2908" cy="2908"/>
          </a:xfrm>
        </p:grpSpPr>
        <p:sp>
          <p:nvSpPr>
            <p:cNvPr id="9" name="椭圆 8"/>
            <p:cNvSpPr/>
            <p:nvPr>
              <p:custDataLst>
                <p:tags r:id="rId20"/>
              </p:custDataLst>
            </p:nvPr>
          </p:nvSpPr>
          <p:spPr>
            <a:xfrm>
              <a:off x="9872" y="5427"/>
              <a:ext cx="2288" cy="2287"/>
            </a:xfrm>
            <a:prstGeom prst="ellipse">
              <a:avLst/>
            </a:prstGeom>
            <a:solidFill>
              <a:srgbClr val="FF7429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椭圆 23"/>
            <p:cNvSpPr/>
            <p:nvPr>
              <p:custDataLst>
                <p:tags r:id="rId21"/>
              </p:custDataLst>
            </p:nvPr>
          </p:nvSpPr>
          <p:spPr>
            <a:xfrm>
              <a:off x="9990" y="5546"/>
              <a:ext cx="2052" cy="2052"/>
            </a:xfrm>
            <a:prstGeom prst="ellipse">
              <a:avLst/>
            </a:prstGeom>
            <a:solidFill>
              <a:srgbClr val="FF7429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52400">
                <a:srgbClr val="FF7429">
                  <a:lumMod val="20000"/>
                  <a:lumOff val="80000"/>
                  <a:alpha val="60000"/>
                </a:srgbClr>
              </a:innerShdw>
            </a:effectLst>
          </p:spPr>
          <p:txBody>
            <a:bodyPr vertOverflow="overflow" horzOverflow="overflow" vert="horz" wrap="square" tIns="252095" bIns="0" numCol="1" spcCol="0" rtlCol="0" fromWordArt="0" anchor="t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" name="椭圆 9"/>
            <p:cNvSpPr/>
            <p:nvPr>
              <p:custDataLst>
                <p:tags r:id="rId22"/>
              </p:custDataLst>
            </p:nvPr>
          </p:nvSpPr>
          <p:spPr>
            <a:xfrm>
              <a:off x="10097" y="5651"/>
              <a:ext cx="1838" cy="1838"/>
            </a:xfrm>
            <a:prstGeom prst="ellipse">
              <a:avLst/>
            </a:prstGeom>
            <a:noFill/>
            <a:ln w="12700" cap="flat" cmpd="sng" algn="ctr">
              <a:gradFill>
                <a:gsLst>
                  <a:gs pos="0">
                    <a:srgbClr val="FFFFFF">
                      <a:alpha val="45000"/>
                    </a:srgbClr>
                  </a:gs>
                  <a:gs pos="100000">
                    <a:srgbClr val="FFFFFF">
                      <a:alpha val="45000"/>
                    </a:srgbClr>
                  </a:gs>
                  <a:gs pos="75000">
                    <a:srgbClr val="FFFFFF">
                      <a:alpha val="0"/>
                    </a:srgbClr>
                  </a:gs>
                  <a:gs pos="25000">
                    <a:srgbClr val="FFFFF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dist="12700" dir="5400000" algn="t" rotWithShape="0">
                <a:srgbClr val="FF7429">
                  <a:lumMod val="75000"/>
                  <a:alpha val="30000"/>
                </a:srgbClr>
              </a:outerShdw>
            </a:effectLst>
          </p:spPr>
          <p:txBody>
            <a:bodyPr vertOverflow="overflow" horzOverflow="overflow" vert="horz" wrap="square" tIns="45720" numCol="1" spcCol="0" rtlCol="0" fromWordArt="0" anchor="ctr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弧形 18"/>
            <p:cNvSpPr/>
            <p:nvPr>
              <p:custDataLst>
                <p:tags r:id="rId23"/>
              </p:custDataLst>
            </p:nvPr>
          </p:nvSpPr>
          <p:spPr>
            <a:xfrm flipV="1">
              <a:off x="9561" y="5120"/>
              <a:ext cx="2909" cy="2909"/>
            </a:xfrm>
            <a:prstGeom prst="arc">
              <a:avLst>
                <a:gd name="adj1" fmla="val 10822527"/>
                <a:gd name="adj2" fmla="val 20157622"/>
              </a:avLst>
            </a:prstGeom>
            <a:noFill/>
            <a:ln w="44450" cap="rnd" cmpd="sng" algn="ctr">
              <a:solidFill>
                <a:srgbClr val="FF7429">
                  <a:alpha val="50000"/>
                </a:srgbClr>
              </a:solidFill>
              <a:prstDash val="solid"/>
              <a:miter lim="800000"/>
              <a:headEnd type="none"/>
              <a:tailEnd type="triangle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4" name="图片 12" descr="343439383331313b343532303032383bbfcdbba7b9dcc0ed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10813" y="6003"/>
              <a:ext cx="397" cy="397"/>
            </a:xfrm>
            <a:prstGeom prst="rect">
              <a:avLst/>
            </a:prstGeom>
          </p:spPr>
        </p:pic>
        <p:sp>
          <p:nvSpPr>
            <p:cNvPr id="31" name="矩形 30"/>
            <p:cNvSpPr/>
            <p:nvPr>
              <p:custDataLst>
                <p:tags r:id="rId25"/>
              </p:custDataLst>
            </p:nvPr>
          </p:nvSpPr>
          <p:spPr>
            <a:xfrm>
              <a:off x="10095" y="6460"/>
              <a:ext cx="1842" cy="812"/>
            </a:xfrm>
            <a:prstGeom prst="rect">
              <a:avLst/>
            </a:prstGeom>
            <a:noFill/>
          </p:spPr>
          <p:txBody>
            <a:bodyPr wrap="square" lIns="36195" tIns="36195" rIns="36195" bIns="36195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>
                  <a:solidFill>
                    <a:srgbClr val="FFFFFF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</a:rPr>
                <a:t>软件编写</a:t>
              </a:r>
            </a:p>
          </p:txBody>
        </p:sp>
      </p:grpSp>
      <p:grpSp>
        <p:nvGrpSpPr>
          <p:cNvPr id="57" name="组合 56"/>
          <p:cNvGrpSpPr/>
          <p:nvPr>
            <p:custDataLst>
              <p:tags r:id="rId6"/>
            </p:custDataLst>
          </p:nvPr>
        </p:nvGrpSpPr>
        <p:grpSpPr>
          <a:xfrm>
            <a:off x="7913370" y="2381250"/>
            <a:ext cx="1846580" cy="1846580"/>
            <a:chOff x="12439" y="5120"/>
            <a:chExt cx="2908" cy="2908"/>
          </a:xfrm>
        </p:grpSpPr>
        <p:sp>
          <p:nvSpPr>
            <p:cNvPr id="11" name="椭圆 10"/>
            <p:cNvSpPr/>
            <p:nvPr>
              <p:custDataLst>
                <p:tags r:id="rId14"/>
              </p:custDataLst>
            </p:nvPr>
          </p:nvSpPr>
          <p:spPr>
            <a:xfrm>
              <a:off x="12750" y="5427"/>
              <a:ext cx="2288" cy="2287"/>
            </a:xfrm>
            <a:prstGeom prst="ellipse">
              <a:avLst/>
            </a:prstGeom>
            <a:solidFill>
              <a:srgbClr val="F84949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椭圆 21"/>
            <p:cNvSpPr/>
            <p:nvPr>
              <p:custDataLst>
                <p:tags r:id="rId15"/>
              </p:custDataLst>
            </p:nvPr>
          </p:nvSpPr>
          <p:spPr>
            <a:xfrm>
              <a:off x="12868" y="5546"/>
              <a:ext cx="2052" cy="2052"/>
            </a:xfrm>
            <a:prstGeom prst="ellipse">
              <a:avLst/>
            </a:prstGeom>
            <a:solidFill>
              <a:srgbClr val="F84949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52400">
                <a:srgbClr val="376FFF">
                  <a:lumMod val="20000"/>
                  <a:lumOff val="80000"/>
                  <a:alpha val="60000"/>
                </a:srgbClr>
              </a:innerShdw>
            </a:effectLst>
          </p:spPr>
          <p:txBody>
            <a:bodyPr vertOverflow="overflow" horzOverflow="overflow" vert="horz" wrap="square" tIns="252095" bIns="0" numCol="1" spcCol="0" rtlCol="0" fromWordArt="0" anchor="t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椭圆 22"/>
            <p:cNvSpPr/>
            <p:nvPr>
              <p:custDataLst>
                <p:tags r:id="rId16"/>
              </p:custDataLst>
            </p:nvPr>
          </p:nvSpPr>
          <p:spPr>
            <a:xfrm>
              <a:off x="12975" y="5651"/>
              <a:ext cx="1838" cy="1838"/>
            </a:xfrm>
            <a:prstGeom prst="ellipse">
              <a:avLst/>
            </a:prstGeom>
            <a:noFill/>
            <a:ln w="12700" cap="flat" cmpd="sng" algn="ctr">
              <a:gradFill>
                <a:gsLst>
                  <a:gs pos="0">
                    <a:srgbClr val="FFFFFF">
                      <a:alpha val="45000"/>
                    </a:srgbClr>
                  </a:gs>
                  <a:gs pos="100000">
                    <a:srgbClr val="FFFFFF">
                      <a:alpha val="45000"/>
                    </a:srgbClr>
                  </a:gs>
                  <a:gs pos="75000">
                    <a:srgbClr val="FFFFFF">
                      <a:alpha val="0"/>
                    </a:srgbClr>
                  </a:gs>
                  <a:gs pos="25000">
                    <a:srgbClr val="FFFFF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dist="12700" dir="5400000" algn="t" rotWithShape="0">
                <a:srgbClr val="F84949">
                  <a:lumMod val="75000"/>
                  <a:alpha val="30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弧形 26"/>
            <p:cNvSpPr/>
            <p:nvPr>
              <p:custDataLst>
                <p:tags r:id="rId17"/>
              </p:custDataLst>
            </p:nvPr>
          </p:nvSpPr>
          <p:spPr>
            <a:xfrm flipV="1">
              <a:off x="12439" y="5120"/>
              <a:ext cx="2909" cy="2909"/>
            </a:xfrm>
            <a:prstGeom prst="arc">
              <a:avLst>
                <a:gd name="adj1" fmla="val 1352946"/>
                <a:gd name="adj2" fmla="val 10848491"/>
              </a:avLst>
            </a:prstGeom>
            <a:noFill/>
            <a:ln w="44450" cap="rnd" cmpd="sng" algn="ctr">
              <a:solidFill>
                <a:srgbClr val="F84949">
                  <a:alpha val="50000"/>
                </a:srgbClr>
              </a:solidFill>
              <a:prstDash val="solid"/>
              <a:miter lim="800000"/>
              <a:headEnd type="triangle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标题"/>
            <p:cNvSpPr txBox="1"/>
            <p:nvPr>
              <p:custDataLst>
                <p:tags r:id="rId18"/>
              </p:custDataLst>
            </p:nvPr>
          </p:nvSpPr>
          <p:spPr>
            <a:xfrm>
              <a:off x="12973" y="6460"/>
              <a:ext cx="1842" cy="812"/>
            </a:xfrm>
            <a:prstGeom prst="rect">
              <a:avLst/>
            </a:prstGeom>
            <a:noFill/>
          </p:spPr>
          <p:txBody>
            <a:bodyPr wrap="square" lIns="36195" tIns="36195" rIns="36195" bIns="36195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系统调试与完善</a:t>
              </a:r>
            </a:p>
          </p:txBody>
        </p:sp>
        <p:pic>
          <p:nvPicPr>
            <p:cNvPr id="55" name="图片 16" descr="343439383331313b343532303033323bd3a6d3c3b9dcc0ed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3710" y="6022"/>
              <a:ext cx="397" cy="397"/>
            </a:xfrm>
            <a:prstGeom prst="rect">
              <a:avLst/>
            </a:prstGeom>
          </p:spPr>
        </p:pic>
      </p:grpSp>
      <p:grpSp>
        <p:nvGrpSpPr>
          <p:cNvPr id="58" name="组合 57"/>
          <p:cNvGrpSpPr/>
          <p:nvPr>
            <p:custDataLst>
              <p:tags r:id="rId7"/>
            </p:custDataLst>
          </p:nvPr>
        </p:nvGrpSpPr>
        <p:grpSpPr>
          <a:xfrm>
            <a:off x="9770110" y="2328545"/>
            <a:ext cx="1846580" cy="1846580"/>
            <a:chOff x="15363" y="5037"/>
            <a:chExt cx="2908" cy="2908"/>
          </a:xfrm>
        </p:grpSpPr>
        <p:sp>
          <p:nvSpPr>
            <p:cNvPr id="14" name="椭圆 13"/>
            <p:cNvSpPr/>
            <p:nvPr>
              <p:custDataLst>
                <p:tags r:id="rId8"/>
              </p:custDataLst>
            </p:nvPr>
          </p:nvSpPr>
          <p:spPr>
            <a:xfrm>
              <a:off x="15674" y="5344"/>
              <a:ext cx="2288" cy="2287"/>
            </a:xfrm>
            <a:prstGeom prst="ellipse">
              <a:avLst/>
            </a:prstGeom>
            <a:solidFill>
              <a:srgbClr val="8830FE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椭圆 36"/>
            <p:cNvSpPr/>
            <p:nvPr>
              <p:custDataLst>
                <p:tags r:id="rId9"/>
              </p:custDataLst>
            </p:nvPr>
          </p:nvSpPr>
          <p:spPr>
            <a:xfrm>
              <a:off x="15792" y="5463"/>
              <a:ext cx="2052" cy="2052"/>
            </a:xfrm>
            <a:prstGeom prst="ellipse">
              <a:avLst/>
            </a:prstGeom>
            <a:solidFill>
              <a:srgbClr val="8830FE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52400">
                <a:srgbClr val="FF7429">
                  <a:lumMod val="20000"/>
                  <a:lumOff val="80000"/>
                  <a:alpha val="60000"/>
                </a:srgbClr>
              </a:innerShdw>
            </a:effectLst>
          </p:spPr>
          <p:txBody>
            <a:bodyPr vertOverflow="overflow" horzOverflow="overflow" vert="horz" wrap="square" tIns="252095" bIns="0" numCol="1" spcCol="0" rtlCol="0" fromWordArt="0" anchor="t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椭圆 43"/>
            <p:cNvSpPr/>
            <p:nvPr>
              <p:custDataLst>
                <p:tags r:id="rId10"/>
              </p:custDataLst>
            </p:nvPr>
          </p:nvSpPr>
          <p:spPr>
            <a:xfrm>
              <a:off x="15899" y="5568"/>
              <a:ext cx="1838" cy="1838"/>
            </a:xfrm>
            <a:prstGeom prst="ellipse">
              <a:avLst/>
            </a:prstGeom>
            <a:noFill/>
            <a:ln w="12700" cap="flat" cmpd="sng" algn="ctr">
              <a:gradFill>
                <a:gsLst>
                  <a:gs pos="0">
                    <a:srgbClr val="FFFFFF">
                      <a:alpha val="45000"/>
                    </a:srgbClr>
                  </a:gs>
                  <a:gs pos="100000">
                    <a:srgbClr val="FFFFFF">
                      <a:alpha val="45000"/>
                    </a:srgbClr>
                  </a:gs>
                  <a:gs pos="75000">
                    <a:srgbClr val="FFFFFF">
                      <a:alpha val="0"/>
                    </a:srgbClr>
                  </a:gs>
                  <a:gs pos="25000">
                    <a:srgbClr val="FFFFF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dist="12700" dir="5400000" algn="t" rotWithShape="0">
                <a:srgbClr val="8830FE">
                  <a:lumMod val="75000"/>
                  <a:alpha val="30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弧形 44"/>
            <p:cNvSpPr/>
            <p:nvPr>
              <p:custDataLst>
                <p:tags r:id="rId11"/>
              </p:custDataLst>
            </p:nvPr>
          </p:nvSpPr>
          <p:spPr>
            <a:xfrm flipV="1">
              <a:off x="15363" y="5037"/>
              <a:ext cx="2909" cy="2909"/>
            </a:xfrm>
            <a:prstGeom prst="arc">
              <a:avLst>
                <a:gd name="adj1" fmla="val 10822527"/>
                <a:gd name="adj2" fmla="val 20157622"/>
              </a:avLst>
            </a:prstGeom>
            <a:noFill/>
            <a:ln w="44450" cap="rnd" cmpd="sng" algn="ctr">
              <a:solidFill>
                <a:srgbClr val="8830FE">
                  <a:alpha val="50000"/>
                </a:srgbClr>
              </a:solidFill>
              <a:prstDash val="solid"/>
              <a:miter lim="800000"/>
              <a:headEnd type="none"/>
              <a:tailEnd type="triangle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6" name="图片 8" descr="343439383331313b343532303032343bb7a2b2bcb9dcc0ed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16590" y="5932"/>
              <a:ext cx="397" cy="397"/>
            </a:xfrm>
            <a:prstGeom prst="rect">
              <a:avLst/>
            </a:prstGeom>
          </p:spPr>
        </p:pic>
        <p:sp>
          <p:nvSpPr>
            <p:cNvPr id="53" name="标题"/>
            <p:cNvSpPr txBox="1"/>
            <p:nvPr>
              <p:custDataLst>
                <p:tags r:id="rId13"/>
              </p:custDataLst>
            </p:nvPr>
          </p:nvSpPr>
          <p:spPr>
            <a:xfrm>
              <a:off x="15910" y="6461"/>
              <a:ext cx="1842" cy="812"/>
            </a:xfrm>
            <a:prstGeom prst="rect">
              <a:avLst/>
            </a:prstGeom>
            <a:noFill/>
          </p:spPr>
          <p:txBody>
            <a:bodyPr wrap="square" lIns="36195" tIns="36195" rIns="36195" bIns="36195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系统运行和发布</a:t>
              </a: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1196975" y="5175885"/>
            <a:ext cx="7322185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accent6"/>
                </a:solidFill>
                <a:latin typeface="黑体" panose="02010609060101010101" charset="-122"/>
                <a:ea typeface="黑体" panose="02010609060101010101" charset="-122"/>
              </a:rPr>
              <a:t>设计目标、功能需求、资源与环境需求、可行性分析</a:t>
            </a:r>
          </a:p>
        </p:txBody>
      </p:sp>
      <p:sp>
        <p:nvSpPr>
          <p:cNvPr id="39" name="下箭头 38"/>
          <p:cNvSpPr/>
          <p:nvPr/>
        </p:nvSpPr>
        <p:spPr>
          <a:xfrm>
            <a:off x="1275715" y="4581525"/>
            <a:ext cx="406400" cy="507365"/>
          </a:xfrm>
          <a:prstGeom prst="down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/>
          <p:cNvSpPr/>
          <p:nvPr>
            <p:custDataLst>
              <p:tags r:id="rId2"/>
            </p:custDataLst>
          </p:nvPr>
        </p:nvSpPr>
        <p:spPr>
          <a:xfrm>
            <a:off x="-15240" y="-71755"/>
            <a:ext cx="12218035" cy="702310"/>
          </a:xfrm>
          <a:custGeom>
            <a:avLst/>
            <a:gdLst>
              <a:gd name="connsiteX0" fmla="*/ 0 w 12192000"/>
              <a:gd name="connsiteY0" fmla="*/ 0 h 792480"/>
              <a:gd name="connsiteX1" fmla="*/ 12192000 w 12192000"/>
              <a:gd name="connsiteY1" fmla="*/ 0 h 792480"/>
              <a:gd name="connsiteX2" fmla="*/ 12192000 w 12192000"/>
              <a:gd name="connsiteY2" fmla="*/ 792480 h 792480"/>
              <a:gd name="connsiteX3" fmla="*/ 0 w 12192000"/>
              <a:gd name="connsiteY3" fmla="*/ 792480 h 792480"/>
              <a:gd name="connsiteX4" fmla="*/ 0 w 12192000"/>
              <a:gd name="connsiteY4" fmla="*/ 0 h 792480"/>
              <a:gd name="connsiteX0-1" fmla="*/ 0 w 12192000"/>
              <a:gd name="connsiteY0-2" fmla="*/ 0 h 792480"/>
              <a:gd name="connsiteX1-3" fmla="*/ 12192000 w 12192000"/>
              <a:gd name="connsiteY1-4" fmla="*/ 0 h 792480"/>
              <a:gd name="connsiteX2-5" fmla="*/ 12192000 w 12192000"/>
              <a:gd name="connsiteY2-6" fmla="*/ 792480 h 792480"/>
              <a:gd name="connsiteX3-7" fmla="*/ 10160 w 12192000"/>
              <a:gd name="connsiteY3-8" fmla="*/ 345440 h 792480"/>
              <a:gd name="connsiteX4-9" fmla="*/ 0 w 12192000"/>
              <a:gd name="connsiteY4-10" fmla="*/ 0 h 792480"/>
              <a:gd name="connsiteX0-11" fmla="*/ 0 w 12192000"/>
              <a:gd name="connsiteY0-12" fmla="*/ 0 h 792480"/>
              <a:gd name="connsiteX1-13" fmla="*/ 12192000 w 12192000"/>
              <a:gd name="connsiteY1-14" fmla="*/ 0 h 792480"/>
              <a:gd name="connsiteX2-15" fmla="*/ 12192000 w 12192000"/>
              <a:gd name="connsiteY2-16" fmla="*/ 792480 h 792480"/>
              <a:gd name="connsiteX3-17" fmla="*/ 10160 w 12192000"/>
              <a:gd name="connsiteY3-18" fmla="*/ 345440 h 792480"/>
              <a:gd name="connsiteX4-19" fmla="*/ 0 w 12192000"/>
              <a:gd name="connsiteY4-20" fmla="*/ 0 h 792480"/>
              <a:gd name="connsiteX0-21" fmla="*/ 0 w 12192000"/>
              <a:gd name="connsiteY0-22" fmla="*/ 0 h 914446"/>
              <a:gd name="connsiteX1-23" fmla="*/ 12192000 w 12192000"/>
              <a:gd name="connsiteY1-24" fmla="*/ 0 h 914446"/>
              <a:gd name="connsiteX2-25" fmla="*/ 12192000 w 12192000"/>
              <a:gd name="connsiteY2-26" fmla="*/ 792480 h 914446"/>
              <a:gd name="connsiteX3-27" fmla="*/ 10160 w 12192000"/>
              <a:gd name="connsiteY3-28" fmla="*/ 345440 h 914446"/>
              <a:gd name="connsiteX4-29" fmla="*/ 0 w 12192000"/>
              <a:gd name="connsiteY4-30" fmla="*/ 0 h 914446"/>
              <a:gd name="connsiteX0-31" fmla="*/ 0 w 12192000"/>
              <a:gd name="connsiteY0-32" fmla="*/ 0 h 855886"/>
              <a:gd name="connsiteX1-33" fmla="*/ 12192000 w 12192000"/>
              <a:gd name="connsiteY1-34" fmla="*/ 0 h 855886"/>
              <a:gd name="connsiteX2-35" fmla="*/ 12192000 w 12192000"/>
              <a:gd name="connsiteY2-36" fmla="*/ 792480 h 855886"/>
              <a:gd name="connsiteX3-37" fmla="*/ 10160 w 12192000"/>
              <a:gd name="connsiteY3-38" fmla="*/ 345440 h 855886"/>
              <a:gd name="connsiteX4-39" fmla="*/ 0 w 12192000"/>
              <a:gd name="connsiteY4-40" fmla="*/ 0 h 855886"/>
              <a:gd name="connsiteX0-41" fmla="*/ 0 w 12192000"/>
              <a:gd name="connsiteY0-42" fmla="*/ 0 h 792508"/>
              <a:gd name="connsiteX1-43" fmla="*/ 12192000 w 12192000"/>
              <a:gd name="connsiteY1-44" fmla="*/ 0 h 792508"/>
              <a:gd name="connsiteX2-45" fmla="*/ 12192000 w 12192000"/>
              <a:gd name="connsiteY2-46" fmla="*/ 792480 h 792508"/>
              <a:gd name="connsiteX3-47" fmla="*/ 10160 w 12192000"/>
              <a:gd name="connsiteY3-48" fmla="*/ 345440 h 792508"/>
              <a:gd name="connsiteX4-49" fmla="*/ 0 w 12192000"/>
              <a:gd name="connsiteY4-50" fmla="*/ 0 h 792508"/>
              <a:gd name="connsiteX0-51" fmla="*/ 0 w 12192000"/>
              <a:gd name="connsiteY0-52" fmla="*/ 0 h 833387"/>
              <a:gd name="connsiteX1-53" fmla="*/ 12192000 w 12192000"/>
              <a:gd name="connsiteY1-54" fmla="*/ 0 h 833387"/>
              <a:gd name="connsiteX2-55" fmla="*/ 12192000 w 12192000"/>
              <a:gd name="connsiteY2-56" fmla="*/ 792480 h 833387"/>
              <a:gd name="connsiteX3-57" fmla="*/ 9215120 w 12192000"/>
              <a:gd name="connsiteY3-58" fmla="*/ 680720 h 833387"/>
              <a:gd name="connsiteX4-59" fmla="*/ 10160 w 12192000"/>
              <a:gd name="connsiteY4-60" fmla="*/ 345440 h 833387"/>
              <a:gd name="connsiteX5" fmla="*/ 0 w 12192000"/>
              <a:gd name="connsiteY5" fmla="*/ 0 h 833387"/>
              <a:gd name="connsiteX0-61" fmla="*/ 0 w 12192000"/>
              <a:gd name="connsiteY0-62" fmla="*/ 0 h 810530"/>
              <a:gd name="connsiteX1-63" fmla="*/ 12192000 w 12192000"/>
              <a:gd name="connsiteY1-64" fmla="*/ 0 h 810530"/>
              <a:gd name="connsiteX2-65" fmla="*/ 12192000 w 12192000"/>
              <a:gd name="connsiteY2-66" fmla="*/ 792480 h 810530"/>
              <a:gd name="connsiteX3-67" fmla="*/ 8879840 w 12192000"/>
              <a:gd name="connsiteY3-68" fmla="*/ 375920 h 810530"/>
              <a:gd name="connsiteX4-69" fmla="*/ 10160 w 12192000"/>
              <a:gd name="connsiteY4-70" fmla="*/ 345440 h 810530"/>
              <a:gd name="connsiteX5-71" fmla="*/ 0 w 12192000"/>
              <a:gd name="connsiteY5-72" fmla="*/ 0 h 810530"/>
              <a:gd name="connsiteX0-73" fmla="*/ 0 w 12192000"/>
              <a:gd name="connsiteY0-74" fmla="*/ 0 h 803483"/>
              <a:gd name="connsiteX1-75" fmla="*/ 12192000 w 12192000"/>
              <a:gd name="connsiteY1-76" fmla="*/ 0 h 803483"/>
              <a:gd name="connsiteX2-77" fmla="*/ 12192000 w 12192000"/>
              <a:gd name="connsiteY2-78" fmla="*/ 792480 h 803483"/>
              <a:gd name="connsiteX3-79" fmla="*/ 9834880 w 12192000"/>
              <a:gd name="connsiteY3-80" fmla="*/ 457200 h 803483"/>
              <a:gd name="connsiteX4-81" fmla="*/ 8879840 w 12192000"/>
              <a:gd name="connsiteY4-82" fmla="*/ 375920 h 803483"/>
              <a:gd name="connsiteX5-83" fmla="*/ 10160 w 12192000"/>
              <a:gd name="connsiteY5-84" fmla="*/ 345440 h 803483"/>
              <a:gd name="connsiteX6" fmla="*/ 0 w 12192000"/>
              <a:gd name="connsiteY6" fmla="*/ 0 h 803483"/>
              <a:gd name="connsiteX0-85" fmla="*/ 0 w 12192000"/>
              <a:gd name="connsiteY0-86" fmla="*/ 0 h 803483"/>
              <a:gd name="connsiteX1-87" fmla="*/ 12192000 w 12192000"/>
              <a:gd name="connsiteY1-88" fmla="*/ 0 h 803483"/>
              <a:gd name="connsiteX2-89" fmla="*/ 12192000 w 12192000"/>
              <a:gd name="connsiteY2-90" fmla="*/ 792480 h 803483"/>
              <a:gd name="connsiteX3-91" fmla="*/ 9834880 w 12192000"/>
              <a:gd name="connsiteY3-92" fmla="*/ 457200 h 803483"/>
              <a:gd name="connsiteX4-93" fmla="*/ 8879840 w 12192000"/>
              <a:gd name="connsiteY4-94" fmla="*/ 375920 h 803483"/>
              <a:gd name="connsiteX5-95" fmla="*/ 10160 w 12192000"/>
              <a:gd name="connsiteY5-96" fmla="*/ 345440 h 803483"/>
              <a:gd name="connsiteX6-97" fmla="*/ 0 w 12192000"/>
              <a:gd name="connsiteY6-98" fmla="*/ 0 h 803483"/>
              <a:gd name="connsiteX0-99" fmla="*/ 1320314 w 13512314"/>
              <a:gd name="connsiteY0-100" fmla="*/ 0 h 803483"/>
              <a:gd name="connsiteX1-101" fmla="*/ 13512314 w 13512314"/>
              <a:gd name="connsiteY1-102" fmla="*/ 0 h 803483"/>
              <a:gd name="connsiteX2-103" fmla="*/ 13512314 w 13512314"/>
              <a:gd name="connsiteY2-104" fmla="*/ 792480 h 803483"/>
              <a:gd name="connsiteX3-105" fmla="*/ 11155194 w 13512314"/>
              <a:gd name="connsiteY3-106" fmla="*/ 457200 h 803483"/>
              <a:gd name="connsiteX4-107" fmla="*/ 10200154 w 13512314"/>
              <a:gd name="connsiteY4-108" fmla="*/ 375920 h 803483"/>
              <a:gd name="connsiteX5-109" fmla="*/ 1330474 w 13512314"/>
              <a:gd name="connsiteY5-110" fmla="*/ 345440 h 803483"/>
              <a:gd name="connsiteX6-111" fmla="*/ 1320314 w 13512314"/>
              <a:gd name="connsiteY6-112" fmla="*/ 0 h 803483"/>
              <a:gd name="connsiteX0-113" fmla="*/ 1320314 w 14509230"/>
              <a:gd name="connsiteY0-114" fmla="*/ 0 h 803483"/>
              <a:gd name="connsiteX1-115" fmla="*/ 13512314 w 14509230"/>
              <a:gd name="connsiteY1-116" fmla="*/ 0 h 803483"/>
              <a:gd name="connsiteX2-117" fmla="*/ 13512314 w 14509230"/>
              <a:gd name="connsiteY2-118" fmla="*/ 792480 h 803483"/>
              <a:gd name="connsiteX3-119" fmla="*/ 11155194 w 14509230"/>
              <a:gd name="connsiteY3-120" fmla="*/ 457200 h 803483"/>
              <a:gd name="connsiteX4-121" fmla="*/ 10200154 w 14509230"/>
              <a:gd name="connsiteY4-122" fmla="*/ 375920 h 803483"/>
              <a:gd name="connsiteX5-123" fmla="*/ 1330474 w 14509230"/>
              <a:gd name="connsiteY5-124" fmla="*/ 345440 h 803483"/>
              <a:gd name="connsiteX6-125" fmla="*/ 1320314 w 14509230"/>
              <a:gd name="connsiteY6-126" fmla="*/ 0 h 803483"/>
              <a:gd name="connsiteX0-127" fmla="*/ 1320314 w 14511121"/>
              <a:gd name="connsiteY0-128" fmla="*/ 0 h 803483"/>
              <a:gd name="connsiteX1-129" fmla="*/ 13512314 w 14511121"/>
              <a:gd name="connsiteY1-130" fmla="*/ 0 h 803483"/>
              <a:gd name="connsiteX2-131" fmla="*/ 13512314 w 14511121"/>
              <a:gd name="connsiteY2-132" fmla="*/ 792480 h 803483"/>
              <a:gd name="connsiteX3-133" fmla="*/ 11155194 w 14511121"/>
              <a:gd name="connsiteY3-134" fmla="*/ 457200 h 803483"/>
              <a:gd name="connsiteX4-135" fmla="*/ 10200154 w 14511121"/>
              <a:gd name="connsiteY4-136" fmla="*/ 375920 h 803483"/>
              <a:gd name="connsiteX5-137" fmla="*/ 1330474 w 14511121"/>
              <a:gd name="connsiteY5-138" fmla="*/ 345440 h 803483"/>
              <a:gd name="connsiteX6-139" fmla="*/ 1320314 w 14511121"/>
              <a:gd name="connsiteY6-140" fmla="*/ 0 h 803483"/>
              <a:gd name="connsiteX0-141" fmla="*/ 1320314 w 13686915"/>
              <a:gd name="connsiteY0-142" fmla="*/ 0 h 803483"/>
              <a:gd name="connsiteX1-143" fmla="*/ 13512314 w 13686915"/>
              <a:gd name="connsiteY1-144" fmla="*/ 0 h 803483"/>
              <a:gd name="connsiteX2-145" fmla="*/ 13512314 w 13686915"/>
              <a:gd name="connsiteY2-146" fmla="*/ 792480 h 803483"/>
              <a:gd name="connsiteX3-147" fmla="*/ 11155194 w 13686915"/>
              <a:gd name="connsiteY3-148" fmla="*/ 457200 h 803483"/>
              <a:gd name="connsiteX4-149" fmla="*/ 10200154 w 13686915"/>
              <a:gd name="connsiteY4-150" fmla="*/ 375920 h 803483"/>
              <a:gd name="connsiteX5-151" fmla="*/ 1330474 w 13686915"/>
              <a:gd name="connsiteY5-152" fmla="*/ 345440 h 803483"/>
              <a:gd name="connsiteX6-153" fmla="*/ 1320314 w 13686915"/>
              <a:gd name="connsiteY6-154" fmla="*/ 0 h 803483"/>
              <a:gd name="connsiteX0-155" fmla="*/ 1320314 w 13512314"/>
              <a:gd name="connsiteY0-156" fmla="*/ 0 h 803483"/>
              <a:gd name="connsiteX1-157" fmla="*/ 13512314 w 13512314"/>
              <a:gd name="connsiteY1-158" fmla="*/ 0 h 803483"/>
              <a:gd name="connsiteX2-159" fmla="*/ 13512314 w 13512314"/>
              <a:gd name="connsiteY2-160" fmla="*/ 792480 h 803483"/>
              <a:gd name="connsiteX3-161" fmla="*/ 11155194 w 13512314"/>
              <a:gd name="connsiteY3-162" fmla="*/ 457200 h 803483"/>
              <a:gd name="connsiteX4-163" fmla="*/ 10200154 w 13512314"/>
              <a:gd name="connsiteY4-164" fmla="*/ 375920 h 803483"/>
              <a:gd name="connsiteX5-165" fmla="*/ 1330474 w 13512314"/>
              <a:gd name="connsiteY5-166" fmla="*/ 345440 h 803483"/>
              <a:gd name="connsiteX6-167" fmla="*/ 1320314 w 13512314"/>
              <a:gd name="connsiteY6-168" fmla="*/ 0 h 803483"/>
              <a:gd name="connsiteX0-169" fmla="*/ 1320314 w 13512314"/>
              <a:gd name="connsiteY0-170" fmla="*/ 0 h 847119"/>
              <a:gd name="connsiteX1-171" fmla="*/ 13512314 w 13512314"/>
              <a:gd name="connsiteY1-172" fmla="*/ 0 h 847119"/>
              <a:gd name="connsiteX2-173" fmla="*/ 13512314 w 13512314"/>
              <a:gd name="connsiteY2-174" fmla="*/ 792480 h 847119"/>
              <a:gd name="connsiteX3-175" fmla="*/ 11368554 w 13512314"/>
              <a:gd name="connsiteY3-176" fmla="*/ 792480 h 847119"/>
              <a:gd name="connsiteX4-177" fmla="*/ 10200154 w 13512314"/>
              <a:gd name="connsiteY4-178" fmla="*/ 375920 h 847119"/>
              <a:gd name="connsiteX5-179" fmla="*/ 1330474 w 13512314"/>
              <a:gd name="connsiteY5-180" fmla="*/ 345440 h 847119"/>
              <a:gd name="connsiteX6-181" fmla="*/ 1320314 w 13512314"/>
              <a:gd name="connsiteY6-182" fmla="*/ 0 h 847119"/>
              <a:gd name="connsiteX0-183" fmla="*/ 1320314 w 13512314"/>
              <a:gd name="connsiteY0-184" fmla="*/ 0 h 869791"/>
              <a:gd name="connsiteX1-185" fmla="*/ 13512314 w 13512314"/>
              <a:gd name="connsiteY1-186" fmla="*/ 0 h 869791"/>
              <a:gd name="connsiteX2-187" fmla="*/ 13512314 w 13512314"/>
              <a:gd name="connsiteY2-188" fmla="*/ 792480 h 869791"/>
              <a:gd name="connsiteX3-189" fmla="*/ 11368554 w 13512314"/>
              <a:gd name="connsiteY3-190" fmla="*/ 792480 h 869791"/>
              <a:gd name="connsiteX4-191" fmla="*/ 10200154 w 13512314"/>
              <a:gd name="connsiteY4-192" fmla="*/ 375920 h 869791"/>
              <a:gd name="connsiteX5-193" fmla="*/ 1330474 w 13512314"/>
              <a:gd name="connsiteY5-194" fmla="*/ 345440 h 869791"/>
              <a:gd name="connsiteX6-195" fmla="*/ 1320314 w 13512314"/>
              <a:gd name="connsiteY6-196" fmla="*/ 0 h 869791"/>
              <a:gd name="connsiteX0-197" fmla="*/ 1320314 w 13512314"/>
              <a:gd name="connsiteY0-198" fmla="*/ 0 h 851182"/>
              <a:gd name="connsiteX1-199" fmla="*/ 13512314 w 13512314"/>
              <a:gd name="connsiteY1-200" fmla="*/ 0 h 851182"/>
              <a:gd name="connsiteX2-201" fmla="*/ 13512314 w 13512314"/>
              <a:gd name="connsiteY2-202" fmla="*/ 792480 h 851182"/>
              <a:gd name="connsiteX3-203" fmla="*/ 11368554 w 13512314"/>
              <a:gd name="connsiteY3-204" fmla="*/ 792480 h 851182"/>
              <a:gd name="connsiteX4-205" fmla="*/ 10200154 w 13512314"/>
              <a:gd name="connsiteY4-206" fmla="*/ 375920 h 851182"/>
              <a:gd name="connsiteX5-207" fmla="*/ 1330474 w 13512314"/>
              <a:gd name="connsiteY5-208" fmla="*/ 345440 h 851182"/>
              <a:gd name="connsiteX6-209" fmla="*/ 1320314 w 13512314"/>
              <a:gd name="connsiteY6-210" fmla="*/ 0 h 851182"/>
              <a:gd name="connsiteX0-211" fmla="*/ 1320314 w 13512314"/>
              <a:gd name="connsiteY0-212" fmla="*/ 0 h 806026"/>
              <a:gd name="connsiteX1-213" fmla="*/ 13512314 w 13512314"/>
              <a:gd name="connsiteY1-214" fmla="*/ 0 h 806026"/>
              <a:gd name="connsiteX2-215" fmla="*/ 13512314 w 13512314"/>
              <a:gd name="connsiteY2-216" fmla="*/ 792480 h 806026"/>
              <a:gd name="connsiteX3-217" fmla="*/ 11368554 w 13512314"/>
              <a:gd name="connsiteY3-218" fmla="*/ 792480 h 806026"/>
              <a:gd name="connsiteX4-219" fmla="*/ 10200154 w 13512314"/>
              <a:gd name="connsiteY4-220" fmla="*/ 375920 h 806026"/>
              <a:gd name="connsiteX5-221" fmla="*/ 1330474 w 13512314"/>
              <a:gd name="connsiteY5-222" fmla="*/ 345440 h 806026"/>
              <a:gd name="connsiteX6-223" fmla="*/ 1320314 w 13512314"/>
              <a:gd name="connsiteY6-224" fmla="*/ 0 h 806026"/>
              <a:gd name="connsiteX0-225" fmla="*/ 1320314 w 13512314"/>
              <a:gd name="connsiteY0-226" fmla="*/ 0 h 806026"/>
              <a:gd name="connsiteX1-227" fmla="*/ 13512314 w 13512314"/>
              <a:gd name="connsiteY1-228" fmla="*/ 0 h 806026"/>
              <a:gd name="connsiteX2-229" fmla="*/ 13512314 w 13512314"/>
              <a:gd name="connsiteY2-230" fmla="*/ 792480 h 806026"/>
              <a:gd name="connsiteX3-231" fmla="*/ 11368554 w 13512314"/>
              <a:gd name="connsiteY3-232" fmla="*/ 792480 h 806026"/>
              <a:gd name="connsiteX4-233" fmla="*/ 10200154 w 13512314"/>
              <a:gd name="connsiteY4-234" fmla="*/ 375920 h 806026"/>
              <a:gd name="connsiteX5-235" fmla="*/ 1330474 w 13512314"/>
              <a:gd name="connsiteY5-236" fmla="*/ 345440 h 806026"/>
              <a:gd name="connsiteX6-237" fmla="*/ 1320314 w 13512314"/>
              <a:gd name="connsiteY6-238" fmla="*/ 0 h 806026"/>
              <a:gd name="connsiteX0-239" fmla="*/ 1320314 w 13512314"/>
              <a:gd name="connsiteY0-240" fmla="*/ 0 h 806026"/>
              <a:gd name="connsiteX1-241" fmla="*/ 13512314 w 13512314"/>
              <a:gd name="connsiteY1-242" fmla="*/ 0 h 806026"/>
              <a:gd name="connsiteX2-243" fmla="*/ 13512314 w 13512314"/>
              <a:gd name="connsiteY2-244" fmla="*/ 792480 h 806026"/>
              <a:gd name="connsiteX3-245" fmla="*/ 11368554 w 13512314"/>
              <a:gd name="connsiteY3-246" fmla="*/ 792480 h 806026"/>
              <a:gd name="connsiteX4-247" fmla="*/ 10200154 w 13512314"/>
              <a:gd name="connsiteY4-248" fmla="*/ 375920 h 806026"/>
              <a:gd name="connsiteX5-249" fmla="*/ 1330474 w 13512314"/>
              <a:gd name="connsiteY5-250" fmla="*/ 345440 h 806026"/>
              <a:gd name="connsiteX6-251" fmla="*/ 1320314 w 13512314"/>
              <a:gd name="connsiteY6-252" fmla="*/ 0 h 806026"/>
              <a:gd name="connsiteX0-253" fmla="*/ 1320314 w 13512314"/>
              <a:gd name="connsiteY0-254" fmla="*/ 0 h 806026"/>
              <a:gd name="connsiteX1-255" fmla="*/ 13512314 w 13512314"/>
              <a:gd name="connsiteY1-256" fmla="*/ 0 h 806026"/>
              <a:gd name="connsiteX2-257" fmla="*/ 13512314 w 13512314"/>
              <a:gd name="connsiteY2-258" fmla="*/ 792480 h 806026"/>
              <a:gd name="connsiteX3-259" fmla="*/ 11368554 w 13512314"/>
              <a:gd name="connsiteY3-260" fmla="*/ 792480 h 806026"/>
              <a:gd name="connsiteX4-261" fmla="*/ 10200154 w 13512314"/>
              <a:gd name="connsiteY4-262" fmla="*/ 375920 h 806026"/>
              <a:gd name="connsiteX5-263" fmla="*/ 1330474 w 13512314"/>
              <a:gd name="connsiteY5-264" fmla="*/ 345440 h 806026"/>
              <a:gd name="connsiteX6-265" fmla="*/ 1320314 w 13512314"/>
              <a:gd name="connsiteY6-266" fmla="*/ 0 h 806026"/>
              <a:gd name="connsiteX0-267" fmla="*/ 1320314 w 13512314"/>
              <a:gd name="connsiteY0-268" fmla="*/ 0 h 806026"/>
              <a:gd name="connsiteX1-269" fmla="*/ 13512314 w 13512314"/>
              <a:gd name="connsiteY1-270" fmla="*/ 0 h 806026"/>
              <a:gd name="connsiteX2-271" fmla="*/ 13512314 w 13512314"/>
              <a:gd name="connsiteY2-272" fmla="*/ 792480 h 806026"/>
              <a:gd name="connsiteX3-273" fmla="*/ 11368554 w 13512314"/>
              <a:gd name="connsiteY3-274" fmla="*/ 792480 h 806026"/>
              <a:gd name="connsiteX4-275" fmla="*/ 10200154 w 13512314"/>
              <a:gd name="connsiteY4-276" fmla="*/ 375920 h 806026"/>
              <a:gd name="connsiteX5-277" fmla="*/ 1330474 w 13512314"/>
              <a:gd name="connsiteY5-278" fmla="*/ 345440 h 806026"/>
              <a:gd name="connsiteX6-279" fmla="*/ 1320314 w 13512314"/>
              <a:gd name="connsiteY6-280" fmla="*/ 0 h 806026"/>
              <a:gd name="connsiteX0-281" fmla="*/ 1320314 w 13512314"/>
              <a:gd name="connsiteY0-282" fmla="*/ 0 h 806026"/>
              <a:gd name="connsiteX1-283" fmla="*/ 13512314 w 13512314"/>
              <a:gd name="connsiteY1-284" fmla="*/ 0 h 806026"/>
              <a:gd name="connsiteX2-285" fmla="*/ 13512314 w 13512314"/>
              <a:gd name="connsiteY2-286" fmla="*/ 792480 h 806026"/>
              <a:gd name="connsiteX3-287" fmla="*/ 11368554 w 13512314"/>
              <a:gd name="connsiteY3-288" fmla="*/ 792480 h 806026"/>
              <a:gd name="connsiteX4-289" fmla="*/ 10200154 w 13512314"/>
              <a:gd name="connsiteY4-290" fmla="*/ 375920 h 806026"/>
              <a:gd name="connsiteX5-291" fmla="*/ 1330474 w 13512314"/>
              <a:gd name="connsiteY5-292" fmla="*/ 345440 h 806026"/>
              <a:gd name="connsiteX6-293" fmla="*/ 1320314 w 13512314"/>
              <a:gd name="connsiteY6-294" fmla="*/ 0 h 806026"/>
              <a:gd name="connsiteX0-295" fmla="*/ 1320314 w 13512314"/>
              <a:gd name="connsiteY0-296" fmla="*/ 0 h 806026"/>
              <a:gd name="connsiteX1-297" fmla="*/ 13512314 w 13512314"/>
              <a:gd name="connsiteY1-298" fmla="*/ 0 h 806026"/>
              <a:gd name="connsiteX2-299" fmla="*/ 13512314 w 13512314"/>
              <a:gd name="connsiteY2-300" fmla="*/ 792480 h 806026"/>
              <a:gd name="connsiteX3-301" fmla="*/ 11368554 w 13512314"/>
              <a:gd name="connsiteY3-302" fmla="*/ 792480 h 806026"/>
              <a:gd name="connsiteX4-303" fmla="*/ 10200154 w 13512314"/>
              <a:gd name="connsiteY4-304" fmla="*/ 375920 h 806026"/>
              <a:gd name="connsiteX5-305" fmla="*/ 1330474 w 13512314"/>
              <a:gd name="connsiteY5-306" fmla="*/ 345440 h 806026"/>
              <a:gd name="connsiteX6-307" fmla="*/ 1320314 w 13512314"/>
              <a:gd name="connsiteY6-308" fmla="*/ 0 h 806026"/>
              <a:gd name="connsiteX0-309" fmla="*/ 649073 w 12841073"/>
              <a:gd name="connsiteY0-310" fmla="*/ 59 h 806085"/>
              <a:gd name="connsiteX1-311" fmla="*/ 12841073 w 12841073"/>
              <a:gd name="connsiteY1-312" fmla="*/ 59 h 806085"/>
              <a:gd name="connsiteX2-313" fmla="*/ 12841073 w 12841073"/>
              <a:gd name="connsiteY2-314" fmla="*/ 792539 h 806085"/>
              <a:gd name="connsiteX3-315" fmla="*/ 10697313 w 12841073"/>
              <a:gd name="connsiteY3-316" fmla="*/ 792539 h 806085"/>
              <a:gd name="connsiteX4-317" fmla="*/ 9528913 w 12841073"/>
              <a:gd name="connsiteY4-318" fmla="*/ 375979 h 806085"/>
              <a:gd name="connsiteX5-319" fmla="*/ 659233 w 12841073"/>
              <a:gd name="connsiteY5-320" fmla="*/ 345499 h 806085"/>
              <a:gd name="connsiteX6-321" fmla="*/ 649073 w 12841073"/>
              <a:gd name="connsiteY6-322" fmla="*/ 59 h 806085"/>
              <a:gd name="connsiteX0-323" fmla="*/ 0 w 12192000"/>
              <a:gd name="connsiteY0-324" fmla="*/ 59 h 806085"/>
              <a:gd name="connsiteX1-325" fmla="*/ 12192000 w 12192000"/>
              <a:gd name="connsiteY1-326" fmla="*/ 59 h 806085"/>
              <a:gd name="connsiteX2-327" fmla="*/ 12192000 w 12192000"/>
              <a:gd name="connsiteY2-328" fmla="*/ 792539 h 806085"/>
              <a:gd name="connsiteX3-329" fmla="*/ 10048240 w 12192000"/>
              <a:gd name="connsiteY3-330" fmla="*/ 792539 h 806085"/>
              <a:gd name="connsiteX4-331" fmla="*/ 8879840 w 12192000"/>
              <a:gd name="connsiteY4-332" fmla="*/ 375979 h 806085"/>
              <a:gd name="connsiteX5-333" fmla="*/ 10160 w 12192000"/>
              <a:gd name="connsiteY5-334" fmla="*/ 345499 h 806085"/>
              <a:gd name="connsiteX6-335" fmla="*/ 0 w 12192000"/>
              <a:gd name="connsiteY6-336" fmla="*/ 59 h 806085"/>
              <a:gd name="connsiteX0-337" fmla="*/ 0 w 12196549"/>
              <a:gd name="connsiteY0-338" fmla="*/ 59 h 806085"/>
              <a:gd name="connsiteX1-339" fmla="*/ 12196549 w 12196549"/>
              <a:gd name="connsiteY1-340" fmla="*/ 59 h 806085"/>
              <a:gd name="connsiteX2-341" fmla="*/ 12196549 w 12196549"/>
              <a:gd name="connsiteY2-342" fmla="*/ 792539 h 806085"/>
              <a:gd name="connsiteX3-343" fmla="*/ 10052789 w 12196549"/>
              <a:gd name="connsiteY3-344" fmla="*/ 792539 h 806085"/>
              <a:gd name="connsiteX4-345" fmla="*/ 8884389 w 12196549"/>
              <a:gd name="connsiteY4-346" fmla="*/ 375979 h 806085"/>
              <a:gd name="connsiteX5-347" fmla="*/ 14709 w 12196549"/>
              <a:gd name="connsiteY5-348" fmla="*/ 345499 h 806085"/>
              <a:gd name="connsiteX6-349" fmla="*/ 0 w 12196549"/>
              <a:gd name="connsiteY6-350" fmla="*/ 59 h 806085"/>
              <a:gd name="connsiteX0-351" fmla="*/ 0 w 12196549"/>
              <a:gd name="connsiteY0-352" fmla="*/ 58 h 806084"/>
              <a:gd name="connsiteX1-353" fmla="*/ 12196549 w 12196549"/>
              <a:gd name="connsiteY1-354" fmla="*/ 58 h 806084"/>
              <a:gd name="connsiteX2-355" fmla="*/ 12196549 w 12196549"/>
              <a:gd name="connsiteY2-356" fmla="*/ 792538 h 806084"/>
              <a:gd name="connsiteX3-357" fmla="*/ 10052789 w 12196549"/>
              <a:gd name="connsiteY3-358" fmla="*/ 792538 h 806084"/>
              <a:gd name="connsiteX4-359" fmla="*/ 8884389 w 12196549"/>
              <a:gd name="connsiteY4-360" fmla="*/ 375978 h 806084"/>
              <a:gd name="connsiteX5-361" fmla="*/ 3512 w 12196549"/>
              <a:gd name="connsiteY5-362" fmla="*/ 352962 h 806084"/>
              <a:gd name="connsiteX6-363" fmla="*/ 0 w 12196549"/>
              <a:gd name="connsiteY6-364" fmla="*/ 58 h 806084"/>
              <a:gd name="connsiteX0-365" fmla="*/ 0 w 12200281"/>
              <a:gd name="connsiteY0-366" fmla="*/ 3733 h 806026"/>
              <a:gd name="connsiteX1-367" fmla="*/ 12200281 w 12200281"/>
              <a:gd name="connsiteY1-368" fmla="*/ 0 h 806026"/>
              <a:gd name="connsiteX2-369" fmla="*/ 12200281 w 12200281"/>
              <a:gd name="connsiteY2-370" fmla="*/ 792480 h 806026"/>
              <a:gd name="connsiteX3-371" fmla="*/ 10056521 w 12200281"/>
              <a:gd name="connsiteY3-372" fmla="*/ 792480 h 806026"/>
              <a:gd name="connsiteX4-373" fmla="*/ 8888121 w 12200281"/>
              <a:gd name="connsiteY4-374" fmla="*/ 375920 h 806026"/>
              <a:gd name="connsiteX5-375" fmla="*/ 7244 w 12200281"/>
              <a:gd name="connsiteY5-376" fmla="*/ 352904 h 806026"/>
              <a:gd name="connsiteX6-377" fmla="*/ 0 w 12200281"/>
              <a:gd name="connsiteY6-378" fmla="*/ 3733 h 806026"/>
              <a:gd name="connsiteX0-379" fmla="*/ 0 w 12200281"/>
              <a:gd name="connsiteY0-380" fmla="*/ 3733 h 795992"/>
              <a:gd name="connsiteX1-381" fmla="*/ 12200281 w 12200281"/>
              <a:gd name="connsiteY1-382" fmla="*/ 0 h 795992"/>
              <a:gd name="connsiteX2-383" fmla="*/ 12200281 w 12200281"/>
              <a:gd name="connsiteY2-384" fmla="*/ 792480 h 795992"/>
              <a:gd name="connsiteX3-385" fmla="*/ 10056521 w 12200281"/>
              <a:gd name="connsiteY3-386" fmla="*/ 792480 h 795992"/>
              <a:gd name="connsiteX4-387" fmla="*/ 8888121 w 12200281"/>
              <a:gd name="connsiteY4-388" fmla="*/ 375920 h 795992"/>
              <a:gd name="connsiteX5-389" fmla="*/ 7244 w 12200281"/>
              <a:gd name="connsiteY5-390" fmla="*/ 352904 h 795992"/>
              <a:gd name="connsiteX6-391" fmla="*/ 0 w 12200281"/>
              <a:gd name="connsiteY6-392" fmla="*/ 3733 h 795992"/>
              <a:gd name="connsiteX0-393" fmla="*/ 0 w 12202789"/>
              <a:gd name="connsiteY0-394" fmla="*/ 3733 h 795992"/>
              <a:gd name="connsiteX1-395" fmla="*/ 12200281 w 12202789"/>
              <a:gd name="connsiteY1-396" fmla="*/ 0 h 795992"/>
              <a:gd name="connsiteX2-397" fmla="*/ 12200281 w 12202789"/>
              <a:gd name="connsiteY2-398" fmla="*/ 792480 h 795992"/>
              <a:gd name="connsiteX3-399" fmla="*/ 10056521 w 12202789"/>
              <a:gd name="connsiteY3-400" fmla="*/ 792480 h 795992"/>
              <a:gd name="connsiteX4-401" fmla="*/ 8888121 w 12202789"/>
              <a:gd name="connsiteY4-402" fmla="*/ 375920 h 795992"/>
              <a:gd name="connsiteX5-403" fmla="*/ 7244 w 12202789"/>
              <a:gd name="connsiteY5-404" fmla="*/ 352904 h 795992"/>
              <a:gd name="connsiteX6-405" fmla="*/ 0 w 12202789"/>
              <a:gd name="connsiteY6-406" fmla="*/ 3733 h 795992"/>
              <a:gd name="connsiteX0-407" fmla="*/ 0 w 12202789"/>
              <a:gd name="connsiteY0-408" fmla="*/ 3733 h 795992"/>
              <a:gd name="connsiteX1-409" fmla="*/ 12200281 w 12202789"/>
              <a:gd name="connsiteY1-410" fmla="*/ 0 h 795992"/>
              <a:gd name="connsiteX2-411" fmla="*/ 12200281 w 12202789"/>
              <a:gd name="connsiteY2-412" fmla="*/ 792480 h 795992"/>
              <a:gd name="connsiteX3-413" fmla="*/ 10056521 w 12202789"/>
              <a:gd name="connsiteY3-414" fmla="*/ 792480 h 795992"/>
              <a:gd name="connsiteX4-415" fmla="*/ 8888121 w 12202789"/>
              <a:gd name="connsiteY4-416" fmla="*/ 375920 h 795992"/>
              <a:gd name="connsiteX5-417" fmla="*/ 7244 w 12202789"/>
              <a:gd name="connsiteY5-418" fmla="*/ 352904 h 795992"/>
              <a:gd name="connsiteX6-419" fmla="*/ 0 w 12202789"/>
              <a:gd name="connsiteY6-420" fmla="*/ 3733 h 7959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  <a:cxn ang="0">
                <a:pos x="connsiteX6-97" y="connsiteY6-98"/>
              </a:cxn>
            </a:cxnLst>
            <a:rect l="l" t="t" r="r" b="b"/>
            <a:pathLst>
              <a:path w="12202789" h="795992">
                <a:moveTo>
                  <a:pt x="0" y="3733"/>
                </a:moveTo>
                <a:cubicBezTo>
                  <a:pt x="843" y="9005"/>
                  <a:pt x="8133521" y="1244"/>
                  <a:pt x="12200281" y="0"/>
                </a:cubicBezTo>
                <a:cubicBezTo>
                  <a:pt x="12200281" y="264160"/>
                  <a:pt x="12205925" y="195298"/>
                  <a:pt x="12200281" y="792480"/>
                </a:cubicBezTo>
                <a:cubicBezTo>
                  <a:pt x="12197459" y="800382"/>
                  <a:pt x="11128401" y="792480"/>
                  <a:pt x="10056521" y="792480"/>
                </a:cubicBezTo>
                <a:cubicBezTo>
                  <a:pt x="9504494" y="723053"/>
                  <a:pt x="9560470" y="364162"/>
                  <a:pt x="8888121" y="375920"/>
                </a:cubicBezTo>
                <a:cubicBezTo>
                  <a:pt x="8848376" y="358923"/>
                  <a:pt x="2963804" y="363064"/>
                  <a:pt x="7244" y="352904"/>
                </a:cubicBezTo>
                <a:cubicBezTo>
                  <a:pt x="-1234" y="347814"/>
                  <a:pt x="7897" y="-1515"/>
                  <a:pt x="0" y="3733"/>
                </a:cubicBezTo>
                <a:close/>
              </a:path>
            </a:pathLst>
          </a:custGeom>
          <a:solidFill>
            <a:srgbClr val="4256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-14605" y="6693535"/>
            <a:ext cx="12218035" cy="173990"/>
          </a:xfrm>
          <a:prstGeom prst="rect">
            <a:avLst/>
          </a:prstGeom>
          <a:solidFill>
            <a:srgbClr val="42563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119380" y="361315"/>
            <a:ext cx="1505585" cy="549275"/>
          </a:xfrm>
          <a:prstGeom prst="roundRect">
            <a:avLst/>
          </a:prstGeom>
          <a:noFill/>
          <a:ln w="12700" cap="flat" cmpd="sng" algn="ctr">
            <a:solidFill>
              <a:srgbClr val="42563E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algn="ctr"/>
            <a:r>
              <a:rPr lang="zh-CN" altLang="en-US" sz="2400">
                <a:solidFill>
                  <a:srgbClr val="42563E"/>
                </a:solidFill>
                <a:latin typeface="思源黑体 CN" charset="0"/>
                <a:ea typeface="思源黑体 CN" charset="0"/>
              </a:rPr>
              <a:t>需求分析</a:t>
            </a:r>
          </a:p>
        </p:txBody>
      </p:sp>
      <p:graphicFrame>
        <p:nvGraphicFramePr>
          <p:cNvPr id="32" name="表格 31"/>
          <p:cNvGraphicFramePr/>
          <p:nvPr>
            <p:custDataLst>
              <p:tags r:id="rId3"/>
            </p:custDataLst>
          </p:nvPr>
        </p:nvGraphicFramePr>
        <p:xfrm>
          <a:off x="1487170" y="932180"/>
          <a:ext cx="9997440" cy="5739765"/>
        </p:xfrm>
        <a:graphic>
          <a:graphicData uri="http://schemas.openxmlformats.org/drawingml/2006/table">
            <a:tbl>
              <a:tblPr firstRow="1" firstCol="1" bandRow="1">
                <a:tableStyleId>{18D41042-EFAF-4B7B-8C09-F79C465A4985}</a:tableStyleId>
              </a:tblPr>
              <a:tblGrid>
                <a:gridCol w="1762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736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/>
                        <a:t>智能物联系统名称：智能校园数字气象站系统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2E653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chemeClr val="accent6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设计目标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A7CD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A7C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chemeClr val="accent6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功能需求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C4DE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C4D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A7C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C4D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80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A7C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63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chemeClr val="accent6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资源与</a:t>
                      </a:r>
                    </a:p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chemeClr val="accent6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环境需求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C4DE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80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C4D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6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80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A7C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99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80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C4D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0695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>
                          <a:solidFill>
                            <a:schemeClr val="accent6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可行性分析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A7CDA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06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chemeClr val="accent6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技术角度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C4DE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80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C4D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chemeClr val="accent6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经济角度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A7CD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80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A7C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959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chemeClr val="accent6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社会意义角度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C4DE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80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C4D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3" name="文本框 32"/>
          <p:cNvSpPr txBox="1"/>
          <p:nvPr/>
        </p:nvSpPr>
        <p:spPr>
          <a:xfrm>
            <a:off x="3320415" y="141986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zh-CN" altLang="en-US" b="1">
                <a:solidFill>
                  <a:srgbClr val="C00000"/>
                </a:solidFill>
                <a:sym typeface="+mn-ea"/>
              </a:rPr>
              <a:t>通过气象站系统的搭建，实时监测校园气象环境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3307080" y="1830070"/>
            <a:ext cx="7918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zh-CN" altLang="en-US" b="1">
                <a:solidFill>
                  <a:srgbClr val="C00000"/>
                </a:solidFill>
                <a:sym typeface="+mn-ea"/>
              </a:rPr>
              <a:t>采集：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3293110" y="2212340"/>
            <a:ext cx="8191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zh-CN" altLang="en-US" b="1">
                <a:solidFill>
                  <a:srgbClr val="C00000"/>
                </a:solidFill>
                <a:sym typeface="+mn-ea"/>
              </a:rPr>
              <a:t>传输：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3293110" y="2552700"/>
            <a:ext cx="7772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zh-CN" altLang="en-US" b="1">
                <a:solidFill>
                  <a:srgbClr val="C00000"/>
                </a:solidFill>
                <a:sym typeface="+mn-ea"/>
              </a:rPr>
              <a:t>处理：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3293110" y="2931795"/>
            <a:ext cx="7772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None/>
            </a:pPr>
            <a:r>
              <a:rPr lang="zh-CN" altLang="en-US" b="1">
                <a:solidFill>
                  <a:srgbClr val="C00000"/>
                </a:solidFill>
                <a:sym typeface="+mn-ea"/>
              </a:rPr>
              <a:t>呈现：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3275965" y="3213735"/>
            <a:ext cx="2030095" cy="158559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accent6"/>
                </a:solidFill>
              </a:rPr>
              <a:t>硬件的选择：</a:t>
            </a:r>
          </a:p>
          <a:p>
            <a:pPr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accent6"/>
                </a:solidFill>
              </a:rPr>
              <a:t>软件的选择：</a:t>
            </a:r>
          </a:p>
          <a:p>
            <a:pPr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accent6"/>
                </a:solidFill>
              </a:rPr>
              <a:t>环境的选择：</a:t>
            </a:r>
          </a:p>
        </p:txBody>
      </p:sp>
      <p:sp>
        <p:nvSpPr>
          <p:cNvPr id="39" name="波形 38"/>
          <p:cNvSpPr/>
          <p:nvPr/>
        </p:nvSpPr>
        <p:spPr>
          <a:xfrm>
            <a:off x="8543925" y="4077335"/>
            <a:ext cx="3407410" cy="2058035"/>
          </a:xfrm>
          <a:prstGeom prst="wave">
            <a:avLst>
              <a:gd name="adj1" fmla="val 12500"/>
              <a:gd name="adj2" fmla="val 0"/>
            </a:avLst>
          </a:prstGeom>
          <a:solidFill>
            <a:schemeClr val="bg2">
              <a:lumMod val="20000"/>
              <a:lumOff val="80000"/>
            </a:schemeClr>
          </a:solidFill>
          <a:ln>
            <a:solidFill>
              <a:srgbClr val="A7CDA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请同学们完成</a:t>
            </a:r>
          </a:p>
          <a:p>
            <a:pPr algn="ctr"/>
            <a:r>
              <a:rPr lang="zh-CN" altLang="en-US" sz="2000" b="1">
                <a:solidFill>
                  <a:schemeClr val="accent6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“智能校园数字气象站系统”需求分析表。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6" grpId="0"/>
      <p:bldP spid="37" grpId="0"/>
      <p:bldP spid="38" grpId="0"/>
      <p:bldP spid="39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/>
          <p:cNvSpPr/>
          <p:nvPr>
            <p:custDataLst>
              <p:tags r:id="rId1"/>
            </p:custDataLst>
          </p:nvPr>
        </p:nvSpPr>
        <p:spPr>
          <a:xfrm>
            <a:off x="-15240" y="-71755"/>
            <a:ext cx="12218035" cy="702310"/>
          </a:xfrm>
          <a:custGeom>
            <a:avLst/>
            <a:gdLst>
              <a:gd name="connsiteX0" fmla="*/ 0 w 12192000"/>
              <a:gd name="connsiteY0" fmla="*/ 0 h 792480"/>
              <a:gd name="connsiteX1" fmla="*/ 12192000 w 12192000"/>
              <a:gd name="connsiteY1" fmla="*/ 0 h 792480"/>
              <a:gd name="connsiteX2" fmla="*/ 12192000 w 12192000"/>
              <a:gd name="connsiteY2" fmla="*/ 792480 h 792480"/>
              <a:gd name="connsiteX3" fmla="*/ 0 w 12192000"/>
              <a:gd name="connsiteY3" fmla="*/ 792480 h 792480"/>
              <a:gd name="connsiteX4" fmla="*/ 0 w 12192000"/>
              <a:gd name="connsiteY4" fmla="*/ 0 h 792480"/>
              <a:gd name="connsiteX0-1" fmla="*/ 0 w 12192000"/>
              <a:gd name="connsiteY0-2" fmla="*/ 0 h 792480"/>
              <a:gd name="connsiteX1-3" fmla="*/ 12192000 w 12192000"/>
              <a:gd name="connsiteY1-4" fmla="*/ 0 h 792480"/>
              <a:gd name="connsiteX2-5" fmla="*/ 12192000 w 12192000"/>
              <a:gd name="connsiteY2-6" fmla="*/ 792480 h 792480"/>
              <a:gd name="connsiteX3-7" fmla="*/ 10160 w 12192000"/>
              <a:gd name="connsiteY3-8" fmla="*/ 345440 h 792480"/>
              <a:gd name="connsiteX4-9" fmla="*/ 0 w 12192000"/>
              <a:gd name="connsiteY4-10" fmla="*/ 0 h 792480"/>
              <a:gd name="connsiteX0-11" fmla="*/ 0 w 12192000"/>
              <a:gd name="connsiteY0-12" fmla="*/ 0 h 792480"/>
              <a:gd name="connsiteX1-13" fmla="*/ 12192000 w 12192000"/>
              <a:gd name="connsiteY1-14" fmla="*/ 0 h 792480"/>
              <a:gd name="connsiteX2-15" fmla="*/ 12192000 w 12192000"/>
              <a:gd name="connsiteY2-16" fmla="*/ 792480 h 792480"/>
              <a:gd name="connsiteX3-17" fmla="*/ 10160 w 12192000"/>
              <a:gd name="connsiteY3-18" fmla="*/ 345440 h 792480"/>
              <a:gd name="connsiteX4-19" fmla="*/ 0 w 12192000"/>
              <a:gd name="connsiteY4-20" fmla="*/ 0 h 792480"/>
              <a:gd name="connsiteX0-21" fmla="*/ 0 w 12192000"/>
              <a:gd name="connsiteY0-22" fmla="*/ 0 h 914446"/>
              <a:gd name="connsiteX1-23" fmla="*/ 12192000 w 12192000"/>
              <a:gd name="connsiteY1-24" fmla="*/ 0 h 914446"/>
              <a:gd name="connsiteX2-25" fmla="*/ 12192000 w 12192000"/>
              <a:gd name="connsiteY2-26" fmla="*/ 792480 h 914446"/>
              <a:gd name="connsiteX3-27" fmla="*/ 10160 w 12192000"/>
              <a:gd name="connsiteY3-28" fmla="*/ 345440 h 914446"/>
              <a:gd name="connsiteX4-29" fmla="*/ 0 w 12192000"/>
              <a:gd name="connsiteY4-30" fmla="*/ 0 h 914446"/>
              <a:gd name="connsiteX0-31" fmla="*/ 0 w 12192000"/>
              <a:gd name="connsiteY0-32" fmla="*/ 0 h 855886"/>
              <a:gd name="connsiteX1-33" fmla="*/ 12192000 w 12192000"/>
              <a:gd name="connsiteY1-34" fmla="*/ 0 h 855886"/>
              <a:gd name="connsiteX2-35" fmla="*/ 12192000 w 12192000"/>
              <a:gd name="connsiteY2-36" fmla="*/ 792480 h 855886"/>
              <a:gd name="connsiteX3-37" fmla="*/ 10160 w 12192000"/>
              <a:gd name="connsiteY3-38" fmla="*/ 345440 h 855886"/>
              <a:gd name="connsiteX4-39" fmla="*/ 0 w 12192000"/>
              <a:gd name="connsiteY4-40" fmla="*/ 0 h 855886"/>
              <a:gd name="connsiteX0-41" fmla="*/ 0 w 12192000"/>
              <a:gd name="connsiteY0-42" fmla="*/ 0 h 792508"/>
              <a:gd name="connsiteX1-43" fmla="*/ 12192000 w 12192000"/>
              <a:gd name="connsiteY1-44" fmla="*/ 0 h 792508"/>
              <a:gd name="connsiteX2-45" fmla="*/ 12192000 w 12192000"/>
              <a:gd name="connsiteY2-46" fmla="*/ 792480 h 792508"/>
              <a:gd name="connsiteX3-47" fmla="*/ 10160 w 12192000"/>
              <a:gd name="connsiteY3-48" fmla="*/ 345440 h 792508"/>
              <a:gd name="connsiteX4-49" fmla="*/ 0 w 12192000"/>
              <a:gd name="connsiteY4-50" fmla="*/ 0 h 792508"/>
              <a:gd name="connsiteX0-51" fmla="*/ 0 w 12192000"/>
              <a:gd name="connsiteY0-52" fmla="*/ 0 h 833387"/>
              <a:gd name="connsiteX1-53" fmla="*/ 12192000 w 12192000"/>
              <a:gd name="connsiteY1-54" fmla="*/ 0 h 833387"/>
              <a:gd name="connsiteX2-55" fmla="*/ 12192000 w 12192000"/>
              <a:gd name="connsiteY2-56" fmla="*/ 792480 h 833387"/>
              <a:gd name="connsiteX3-57" fmla="*/ 9215120 w 12192000"/>
              <a:gd name="connsiteY3-58" fmla="*/ 680720 h 833387"/>
              <a:gd name="connsiteX4-59" fmla="*/ 10160 w 12192000"/>
              <a:gd name="connsiteY4-60" fmla="*/ 345440 h 833387"/>
              <a:gd name="connsiteX5" fmla="*/ 0 w 12192000"/>
              <a:gd name="connsiteY5" fmla="*/ 0 h 833387"/>
              <a:gd name="connsiteX0-61" fmla="*/ 0 w 12192000"/>
              <a:gd name="connsiteY0-62" fmla="*/ 0 h 810530"/>
              <a:gd name="connsiteX1-63" fmla="*/ 12192000 w 12192000"/>
              <a:gd name="connsiteY1-64" fmla="*/ 0 h 810530"/>
              <a:gd name="connsiteX2-65" fmla="*/ 12192000 w 12192000"/>
              <a:gd name="connsiteY2-66" fmla="*/ 792480 h 810530"/>
              <a:gd name="connsiteX3-67" fmla="*/ 8879840 w 12192000"/>
              <a:gd name="connsiteY3-68" fmla="*/ 375920 h 810530"/>
              <a:gd name="connsiteX4-69" fmla="*/ 10160 w 12192000"/>
              <a:gd name="connsiteY4-70" fmla="*/ 345440 h 810530"/>
              <a:gd name="connsiteX5-71" fmla="*/ 0 w 12192000"/>
              <a:gd name="connsiteY5-72" fmla="*/ 0 h 810530"/>
              <a:gd name="connsiteX0-73" fmla="*/ 0 w 12192000"/>
              <a:gd name="connsiteY0-74" fmla="*/ 0 h 803483"/>
              <a:gd name="connsiteX1-75" fmla="*/ 12192000 w 12192000"/>
              <a:gd name="connsiteY1-76" fmla="*/ 0 h 803483"/>
              <a:gd name="connsiteX2-77" fmla="*/ 12192000 w 12192000"/>
              <a:gd name="connsiteY2-78" fmla="*/ 792480 h 803483"/>
              <a:gd name="connsiteX3-79" fmla="*/ 9834880 w 12192000"/>
              <a:gd name="connsiteY3-80" fmla="*/ 457200 h 803483"/>
              <a:gd name="connsiteX4-81" fmla="*/ 8879840 w 12192000"/>
              <a:gd name="connsiteY4-82" fmla="*/ 375920 h 803483"/>
              <a:gd name="connsiteX5-83" fmla="*/ 10160 w 12192000"/>
              <a:gd name="connsiteY5-84" fmla="*/ 345440 h 803483"/>
              <a:gd name="connsiteX6" fmla="*/ 0 w 12192000"/>
              <a:gd name="connsiteY6" fmla="*/ 0 h 803483"/>
              <a:gd name="connsiteX0-85" fmla="*/ 0 w 12192000"/>
              <a:gd name="connsiteY0-86" fmla="*/ 0 h 803483"/>
              <a:gd name="connsiteX1-87" fmla="*/ 12192000 w 12192000"/>
              <a:gd name="connsiteY1-88" fmla="*/ 0 h 803483"/>
              <a:gd name="connsiteX2-89" fmla="*/ 12192000 w 12192000"/>
              <a:gd name="connsiteY2-90" fmla="*/ 792480 h 803483"/>
              <a:gd name="connsiteX3-91" fmla="*/ 9834880 w 12192000"/>
              <a:gd name="connsiteY3-92" fmla="*/ 457200 h 803483"/>
              <a:gd name="connsiteX4-93" fmla="*/ 8879840 w 12192000"/>
              <a:gd name="connsiteY4-94" fmla="*/ 375920 h 803483"/>
              <a:gd name="connsiteX5-95" fmla="*/ 10160 w 12192000"/>
              <a:gd name="connsiteY5-96" fmla="*/ 345440 h 803483"/>
              <a:gd name="connsiteX6-97" fmla="*/ 0 w 12192000"/>
              <a:gd name="connsiteY6-98" fmla="*/ 0 h 803483"/>
              <a:gd name="connsiteX0-99" fmla="*/ 1320314 w 13512314"/>
              <a:gd name="connsiteY0-100" fmla="*/ 0 h 803483"/>
              <a:gd name="connsiteX1-101" fmla="*/ 13512314 w 13512314"/>
              <a:gd name="connsiteY1-102" fmla="*/ 0 h 803483"/>
              <a:gd name="connsiteX2-103" fmla="*/ 13512314 w 13512314"/>
              <a:gd name="connsiteY2-104" fmla="*/ 792480 h 803483"/>
              <a:gd name="connsiteX3-105" fmla="*/ 11155194 w 13512314"/>
              <a:gd name="connsiteY3-106" fmla="*/ 457200 h 803483"/>
              <a:gd name="connsiteX4-107" fmla="*/ 10200154 w 13512314"/>
              <a:gd name="connsiteY4-108" fmla="*/ 375920 h 803483"/>
              <a:gd name="connsiteX5-109" fmla="*/ 1330474 w 13512314"/>
              <a:gd name="connsiteY5-110" fmla="*/ 345440 h 803483"/>
              <a:gd name="connsiteX6-111" fmla="*/ 1320314 w 13512314"/>
              <a:gd name="connsiteY6-112" fmla="*/ 0 h 803483"/>
              <a:gd name="connsiteX0-113" fmla="*/ 1320314 w 14509230"/>
              <a:gd name="connsiteY0-114" fmla="*/ 0 h 803483"/>
              <a:gd name="connsiteX1-115" fmla="*/ 13512314 w 14509230"/>
              <a:gd name="connsiteY1-116" fmla="*/ 0 h 803483"/>
              <a:gd name="connsiteX2-117" fmla="*/ 13512314 w 14509230"/>
              <a:gd name="connsiteY2-118" fmla="*/ 792480 h 803483"/>
              <a:gd name="connsiteX3-119" fmla="*/ 11155194 w 14509230"/>
              <a:gd name="connsiteY3-120" fmla="*/ 457200 h 803483"/>
              <a:gd name="connsiteX4-121" fmla="*/ 10200154 w 14509230"/>
              <a:gd name="connsiteY4-122" fmla="*/ 375920 h 803483"/>
              <a:gd name="connsiteX5-123" fmla="*/ 1330474 w 14509230"/>
              <a:gd name="connsiteY5-124" fmla="*/ 345440 h 803483"/>
              <a:gd name="connsiteX6-125" fmla="*/ 1320314 w 14509230"/>
              <a:gd name="connsiteY6-126" fmla="*/ 0 h 803483"/>
              <a:gd name="connsiteX0-127" fmla="*/ 1320314 w 14511121"/>
              <a:gd name="connsiteY0-128" fmla="*/ 0 h 803483"/>
              <a:gd name="connsiteX1-129" fmla="*/ 13512314 w 14511121"/>
              <a:gd name="connsiteY1-130" fmla="*/ 0 h 803483"/>
              <a:gd name="connsiteX2-131" fmla="*/ 13512314 w 14511121"/>
              <a:gd name="connsiteY2-132" fmla="*/ 792480 h 803483"/>
              <a:gd name="connsiteX3-133" fmla="*/ 11155194 w 14511121"/>
              <a:gd name="connsiteY3-134" fmla="*/ 457200 h 803483"/>
              <a:gd name="connsiteX4-135" fmla="*/ 10200154 w 14511121"/>
              <a:gd name="connsiteY4-136" fmla="*/ 375920 h 803483"/>
              <a:gd name="connsiteX5-137" fmla="*/ 1330474 w 14511121"/>
              <a:gd name="connsiteY5-138" fmla="*/ 345440 h 803483"/>
              <a:gd name="connsiteX6-139" fmla="*/ 1320314 w 14511121"/>
              <a:gd name="connsiteY6-140" fmla="*/ 0 h 803483"/>
              <a:gd name="connsiteX0-141" fmla="*/ 1320314 w 13686915"/>
              <a:gd name="connsiteY0-142" fmla="*/ 0 h 803483"/>
              <a:gd name="connsiteX1-143" fmla="*/ 13512314 w 13686915"/>
              <a:gd name="connsiteY1-144" fmla="*/ 0 h 803483"/>
              <a:gd name="connsiteX2-145" fmla="*/ 13512314 w 13686915"/>
              <a:gd name="connsiteY2-146" fmla="*/ 792480 h 803483"/>
              <a:gd name="connsiteX3-147" fmla="*/ 11155194 w 13686915"/>
              <a:gd name="connsiteY3-148" fmla="*/ 457200 h 803483"/>
              <a:gd name="connsiteX4-149" fmla="*/ 10200154 w 13686915"/>
              <a:gd name="connsiteY4-150" fmla="*/ 375920 h 803483"/>
              <a:gd name="connsiteX5-151" fmla="*/ 1330474 w 13686915"/>
              <a:gd name="connsiteY5-152" fmla="*/ 345440 h 803483"/>
              <a:gd name="connsiteX6-153" fmla="*/ 1320314 w 13686915"/>
              <a:gd name="connsiteY6-154" fmla="*/ 0 h 803483"/>
              <a:gd name="connsiteX0-155" fmla="*/ 1320314 w 13512314"/>
              <a:gd name="connsiteY0-156" fmla="*/ 0 h 803483"/>
              <a:gd name="connsiteX1-157" fmla="*/ 13512314 w 13512314"/>
              <a:gd name="connsiteY1-158" fmla="*/ 0 h 803483"/>
              <a:gd name="connsiteX2-159" fmla="*/ 13512314 w 13512314"/>
              <a:gd name="connsiteY2-160" fmla="*/ 792480 h 803483"/>
              <a:gd name="connsiteX3-161" fmla="*/ 11155194 w 13512314"/>
              <a:gd name="connsiteY3-162" fmla="*/ 457200 h 803483"/>
              <a:gd name="connsiteX4-163" fmla="*/ 10200154 w 13512314"/>
              <a:gd name="connsiteY4-164" fmla="*/ 375920 h 803483"/>
              <a:gd name="connsiteX5-165" fmla="*/ 1330474 w 13512314"/>
              <a:gd name="connsiteY5-166" fmla="*/ 345440 h 803483"/>
              <a:gd name="connsiteX6-167" fmla="*/ 1320314 w 13512314"/>
              <a:gd name="connsiteY6-168" fmla="*/ 0 h 803483"/>
              <a:gd name="connsiteX0-169" fmla="*/ 1320314 w 13512314"/>
              <a:gd name="connsiteY0-170" fmla="*/ 0 h 847119"/>
              <a:gd name="connsiteX1-171" fmla="*/ 13512314 w 13512314"/>
              <a:gd name="connsiteY1-172" fmla="*/ 0 h 847119"/>
              <a:gd name="connsiteX2-173" fmla="*/ 13512314 w 13512314"/>
              <a:gd name="connsiteY2-174" fmla="*/ 792480 h 847119"/>
              <a:gd name="connsiteX3-175" fmla="*/ 11368554 w 13512314"/>
              <a:gd name="connsiteY3-176" fmla="*/ 792480 h 847119"/>
              <a:gd name="connsiteX4-177" fmla="*/ 10200154 w 13512314"/>
              <a:gd name="connsiteY4-178" fmla="*/ 375920 h 847119"/>
              <a:gd name="connsiteX5-179" fmla="*/ 1330474 w 13512314"/>
              <a:gd name="connsiteY5-180" fmla="*/ 345440 h 847119"/>
              <a:gd name="connsiteX6-181" fmla="*/ 1320314 w 13512314"/>
              <a:gd name="connsiteY6-182" fmla="*/ 0 h 847119"/>
              <a:gd name="connsiteX0-183" fmla="*/ 1320314 w 13512314"/>
              <a:gd name="connsiteY0-184" fmla="*/ 0 h 869791"/>
              <a:gd name="connsiteX1-185" fmla="*/ 13512314 w 13512314"/>
              <a:gd name="connsiteY1-186" fmla="*/ 0 h 869791"/>
              <a:gd name="connsiteX2-187" fmla="*/ 13512314 w 13512314"/>
              <a:gd name="connsiteY2-188" fmla="*/ 792480 h 869791"/>
              <a:gd name="connsiteX3-189" fmla="*/ 11368554 w 13512314"/>
              <a:gd name="connsiteY3-190" fmla="*/ 792480 h 869791"/>
              <a:gd name="connsiteX4-191" fmla="*/ 10200154 w 13512314"/>
              <a:gd name="connsiteY4-192" fmla="*/ 375920 h 869791"/>
              <a:gd name="connsiteX5-193" fmla="*/ 1330474 w 13512314"/>
              <a:gd name="connsiteY5-194" fmla="*/ 345440 h 869791"/>
              <a:gd name="connsiteX6-195" fmla="*/ 1320314 w 13512314"/>
              <a:gd name="connsiteY6-196" fmla="*/ 0 h 869791"/>
              <a:gd name="connsiteX0-197" fmla="*/ 1320314 w 13512314"/>
              <a:gd name="connsiteY0-198" fmla="*/ 0 h 851182"/>
              <a:gd name="connsiteX1-199" fmla="*/ 13512314 w 13512314"/>
              <a:gd name="connsiteY1-200" fmla="*/ 0 h 851182"/>
              <a:gd name="connsiteX2-201" fmla="*/ 13512314 w 13512314"/>
              <a:gd name="connsiteY2-202" fmla="*/ 792480 h 851182"/>
              <a:gd name="connsiteX3-203" fmla="*/ 11368554 w 13512314"/>
              <a:gd name="connsiteY3-204" fmla="*/ 792480 h 851182"/>
              <a:gd name="connsiteX4-205" fmla="*/ 10200154 w 13512314"/>
              <a:gd name="connsiteY4-206" fmla="*/ 375920 h 851182"/>
              <a:gd name="connsiteX5-207" fmla="*/ 1330474 w 13512314"/>
              <a:gd name="connsiteY5-208" fmla="*/ 345440 h 851182"/>
              <a:gd name="connsiteX6-209" fmla="*/ 1320314 w 13512314"/>
              <a:gd name="connsiteY6-210" fmla="*/ 0 h 851182"/>
              <a:gd name="connsiteX0-211" fmla="*/ 1320314 w 13512314"/>
              <a:gd name="connsiteY0-212" fmla="*/ 0 h 806026"/>
              <a:gd name="connsiteX1-213" fmla="*/ 13512314 w 13512314"/>
              <a:gd name="connsiteY1-214" fmla="*/ 0 h 806026"/>
              <a:gd name="connsiteX2-215" fmla="*/ 13512314 w 13512314"/>
              <a:gd name="connsiteY2-216" fmla="*/ 792480 h 806026"/>
              <a:gd name="connsiteX3-217" fmla="*/ 11368554 w 13512314"/>
              <a:gd name="connsiteY3-218" fmla="*/ 792480 h 806026"/>
              <a:gd name="connsiteX4-219" fmla="*/ 10200154 w 13512314"/>
              <a:gd name="connsiteY4-220" fmla="*/ 375920 h 806026"/>
              <a:gd name="connsiteX5-221" fmla="*/ 1330474 w 13512314"/>
              <a:gd name="connsiteY5-222" fmla="*/ 345440 h 806026"/>
              <a:gd name="connsiteX6-223" fmla="*/ 1320314 w 13512314"/>
              <a:gd name="connsiteY6-224" fmla="*/ 0 h 806026"/>
              <a:gd name="connsiteX0-225" fmla="*/ 1320314 w 13512314"/>
              <a:gd name="connsiteY0-226" fmla="*/ 0 h 806026"/>
              <a:gd name="connsiteX1-227" fmla="*/ 13512314 w 13512314"/>
              <a:gd name="connsiteY1-228" fmla="*/ 0 h 806026"/>
              <a:gd name="connsiteX2-229" fmla="*/ 13512314 w 13512314"/>
              <a:gd name="connsiteY2-230" fmla="*/ 792480 h 806026"/>
              <a:gd name="connsiteX3-231" fmla="*/ 11368554 w 13512314"/>
              <a:gd name="connsiteY3-232" fmla="*/ 792480 h 806026"/>
              <a:gd name="connsiteX4-233" fmla="*/ 10200154 w 13512314"/>
              <a:gd name="connsiteY4-234" fmla="*/ 375920 h 806026"/>
              <a:gd name="connsiteX5-235" fmla="*/ 1330474 w 13512314"/>
              <a:gd name="connsiteY5-236" fmla="*/ 345440 h 806026"/>
              <a:gd name="connsiteX6-237" fmla="*/ 1320314 w 13512314"/>
              <a:gd name="connsiteY6-238" fmla="*/ 0 h 806026"/>
              <a:gd name="connsiteX0-239" fmla="*/ 1320314 w 13512314"/>
              <a:gd name="connsiteY0-240" fmla="*/ 0 h 806026"/>
              <a:gd name="connsiteX1-241" fmla="*/ 13512314 w 13512314"/>
              <a:gd name="connsiteY1-242" fmla="*/ 0 h 806026"/>
              <a:gd name="connsiteX2-243" fmla="*/ 13512314 w 13512314"/>
              <a:gd name="connsiteY2-244" fmla="*/ 792480 h 806026"/>
              <a:gd name="connsiteX3-245" fmla="*/ 11368554 w 13512314"/>
              <a:gd name="connsiteY3-246" fmla="*/ 792480 h 806026"/>
              <a:gd name="connsiteX4-247" fmla="*/ 10200154 w 13512314"/>
              <a:gd name="connsiteY4-248" fmla="*/ 375920 h 806026"/>
              <a:gd name="connsiteX5-249" fmla="*/ 1330474 w 13512314"/>
              <a:gd name="connsiteY5-250" fmla="*/ 345440 h 806026"/>
              <a:gd name="connsiteX6-251" fmla="*/ 1320314 w 13512314"/>
              <a:gd name="connsiteY6-252" fmla="*/ 0 h 806026"/>
              <a:gd name="connsiteX0-253" fmla="*/ 1320314 w 13512314"/>
              <a:gd name="connsiteY0-254" fmla="*/ 0 h 806026"/>
              <a:gd name="connsiteX1-255" fmla="*/ 13512314 w 13512314"/>
              <a:gd name="connsiteY1-256" fmla="*/ 0 h 806026"/>
              <a:gd name="connsiteX2-257" fmla="*/ 13512314 w 13512314"/>
              <a:gd name="connsiteY2-258" fmla="*/ 792480 h 806026"/>
              <a:gd name="connsiteX3-259" fmla="*/ 11368554 w 13512314"/>
              <a:gd name="connsiteY3-260" fmla="*/ 792480 h 806026"/>
              <a:gd name="connsiteX4-261" fmla="*/ 10200154 w 13512314"/>
              <a:gd name="connsiteY4-262" fmla="*/ 375920 h 806026"/>
              <a:gd name="connsiteX5-263" fmla="*/ 1330474 w 13512314"/>
              <a:gd name="connsiteY5-264" fmla="*/ 345440 h 806026"/>
              <a:gd name="connsiteX6-265" fmla="*/ 1320314 w 13512314"/>
              <a:gd name="connsiteY6-266" fmla="*/ 0 h 806026"/>
              <a:gd name="connsiteX0-267" fmla="*/ 1320314 w 13512314"/>
              <a:gd name="connsiteY0-268" fmla="*/ 0 h 806026"/>
              <a:gd name="connsiteX1-269" fmla="*/ 13512314 w 13512314"/>
              <a:gd name="connsiteY1-270" fmla="*/ 0 h 806026"/>
              <a:gd name="connsiteX2-271" fmla="*/ 13512314 w 13512314"/>
              <a:gd name="connsiteY2-272" fmla="*/ 792480 h 806026"/>
              <a:gd name="connsiteX3-273" fmla="*/ 11368554 w 13512314"/>
              <a:gd name="connsiteY3-274" fmla="*/ 792480 h 806026"/>
              <a:gd name="connsiteX4-275" fmla="*/ 10200154 w 13512314"/>
              <a:gd name="connsiteY4-276" fmla="*/ 375920 h 806026"/>
              <a:gd name="connsiteX5-277" fmla="*/ 1330474 w 13512314"/>
              <a:gd name="connsiteY5-278" fmla="*/ 345440 h 806026"/>
              <a:gd name="connsiteX6-279" fmla="*/ 1320314 w 13512314"/>
              <a:gd name="connsiteY6-280" fmla="*/ 0 h 806026"/>
              <a:gd name="connsiteX0-281" fmla="*/ 1320314 w 13512314"/>
              <a:gd name="connsiteY0-282" fmla="*/ 0 h 806026"/>
              <a:gd name="connsiteX1-283" fmla="*/ 13512314 w 13512314"/>
              <a:gd name="connsiteY1-284" fmla="*/ 0 h 806026"/>
              <a:gd name="connsiteX2-285" fmla="*/ 13512314 w 13512314"/>
              <a:gd name="connsiteY2-286" fmla="*/ 792480 h 806026"/>
              <a:gd name="connsiteX3-287" fmla="*/ 11368554 w 13512314"/>
              <a:gd name="connsiteY3-288" fmla="*/ 792480 h 806026"/>
              <a:gd name="connsiteX4-289" fmla="*/ 10200154 w 13512314"/>
              <a:gd name="connsiteY4-290" fmla="*/ 375920 h 806026"/>
              <a:gd name="connsiteX5-291" fmla="*/ 1330474 w 13512314"/>
              <a:gd name="connsiteY5-292" fmla="*/ 345440 h 806026"/>
              <a:gd name="connsiteX6-293" fmla="*/ 1320314 w 13512314"/>
              <a:gd name="connsiteY6-294" fmla="*/ 0 h 806026"/>
              <a:gd name="connsiteX0-295" fmla="*/ 1320314 w 13512314"/>
              <a:gd name="connsiteY0-296" fmla="*/ 0 h 806026"/>
              <a:gd name="connsiteX1-297" fmla="*/ 13512314 w 13512314"/>
              <a:gd name="connsiteY1-298" fmla="*/ 0 h 806026"/>
              <a:gd name="connsiteX2-299" fmla="*/ 13512314 w 13512314"/>
              <a:gd name="connsiteY2-300" fmla="*/ 792480 h 806026"/>
              <a:gd name="connsiteX3-301" fmla="*/ 11368554 w 13512314"/>
              <a:gd name="connsiteY3-302" fmla="*/ 792480 h 806026"/>
              <a:gd name="connsiteX4-303" fmla="*/ 10200154 w 13512314"/>
              <a:gd name="connsiteY4-304" fmla="*/ 375920 h 806026"/>
              <a:gd name="connsiteX5-305" fmla="*/ 1330474 w 13512314"/>
              <a:gd name="connsiteY5-306" fmla="*/ 345440 h 806026"/>
              <a:gd name="connsiteX6-307" fmla="*/ 1320314 w 13512314"/>
              <a:gd name="connsiteY6-308" fmla="*/ 0 h 806026"/>
              <a:gd name="connsiteX0-309" fmla="*/ 649073 w 12841073"/>
              <a:gd name="connsiteY0-310" fmla="*/ 59 h 806085"/>
              <a:gd name="connsiteX1-311" fmla="*/ 12841073 w 12841073"/>
              <a:gd name="connsiteY1-312" fmla="*/ 59 h 806085"/>
              <a:gd name="connsiteX2-313" fmla="*/ 12841073 w 12841073"/>
              <a:gd name="connsiteY2-314" fmla="*/ 792539 h 806085"/>
              <a:gd name="connsiteX3-315" fmla="*/ 10697313 w 12841073"/>
              <a:gd name="connsiteY3-316" fmla="*/ 792539 h 806085"/>
              <a:gd name="connsiteX4-317" fmla="*/ 9528913 w 12841073"/>
              <a:gd name="connsiteY4-318" fmla="*/ 375979 h 806085"/>
              <a:gd name="connsiteX5-319" fmla="*/ 659233 w 12841073"/>
              <a:gd name="connsiteY5-320" fmla="*/ 345499 h 806085"/>
              <a:gd name="connsiteX6-321" fmla="*/ 649073 w 12841073"/>
              <a:gd name="connsiteY6-322" fmla="*/ 59 h 806085"/>
              <a:gd name="connsiteX0-323" fmla="*/ 0 w 12192000"/>
              <a:gd name="connsiteY0-324" fmla="*/ 59 h 806085"/>
              <a:gd name="connsiteX1-325" fmla="*/ 12192000 w 12192000"/>
              <a:gd name="connsiteY1-326" fmla="*/ 59 h 806085"/>
              <a:gd name="connsiteX2-327" fmla="*/ 12192000 w 12192000"/>
              <a:gd name="connsiteY2-328" fmla="*/ 792539 h 806085"/>
              <a:gd name="connsiteX3-329" fmla="*/ 10048240 w 12192000"/>
              <a:gd name="connsiteY3-330" fmla="*/ 792539 h 806085"/>
              <a:gd name="connsiteX4-331" fmla="*/ 8879840 w 12192000"/>
              <a:gd name="connsiteY4-332" fmla="*/ 375979 h 806085"/>
              <a:gd name="connsiteX5-333" fmla="*/ 10160 w 12192000"/>
              <a:gd name="connsiteY5-334" fmla="*/ 345499 h 806085"/>
              <a:gd name="connsiteX6-335" fmla="*/ 0 w 12192000"/>
              <a:gd name="connsiteY6-336" fmla="*/ 59 h 806085"/>
              <a:gd name="connsiteX0-337" fmla="*/ 0 w 12196549"/>
              <a:gd name="connsiteY0-338" fmla="*/ 59 h 806085"/>
              <a:gd name="connsiteX1-339" fmla="*/ 12196549 w 12196549"/>
              <a:gd name="connsiteY1-340" fmla="*/ 59 h 806085"/>
              <a:gd name="connsiteX2-341" fmla="*/ 12196549 w 12196549"/>
              <a:gd name="connsiteY2-342" fmla="*/ 792539 h 806085"/>
              <a:gd name="connsiteX3-343" fmla="*/ 10052789 w 12196549"/>
              <a:gd name="connsiteY3-344" fmla="*/ 792539 h 806085"/>
              <a:gd name="connsiteX4-345" fmla="*/ 8884389 w 12196549"/>
              <a:gd name="connsiteY4-346" fmla="*/ 375979 h 806085"/>
              <a:gd name="connsiteX5-347" fmla="*/ 14709 w 12196549"/>
              <a:gd name="connsiteY5-348" fmla="*/ 345499 h 806085"/>
              <a:gd name="connsiteX6-349" fmla="*/ 0 w 12196549"/>
              <a:gd name="connsiteY6-350" fmla="*/ 59 h 806085"/>
              <a:gd name="connsiteX0-351" fmla="*/ 0 w 12196549"/>
              <a:gd name="connsiteY0-352" fmla="*/ 58 h 806084"/>
              <a:gd name="connsiteX1-353" fmla="*/ 12196549 w 12196549"/>
              <a:gd name="connsiteY1-354" fmla="*/ 58 h 806084"/>
              <a:gd name="connsiteX2-355" fmla="*/ 12196549 w 12196549"/>
              <a:gd name="connsiteY2-356" fmla="*/ 792538 h 806084"/>
              <a:gd name="connsiteX3-357" fmla="*/ 10052789 w 12196549"/>
              <a:gd name="connsiteY3-358" fmla="*/ 792538 h 806084"/>
              <a:gd name="connsiteX4-359" fmla="*/ 8884389 w 12196549"/>
              <a:gd name="connsiteY4-360" fmla="*/ 375978 h 806084"/>
              <a:gd name="connsiteX5-361" fmla="*/ 3512 w 12196549"/>
              <a:gd name="connsiteY5-362" fmla="*/ 352962 h 806084"/>
              <a:gd name="connsiteX6-363" fmla="*/ 0 w 12196549"/>
              <a:gd name="connsiteY6-364" fmla="*/ 58 h 806084"/>
              <a:gd name="connsiteX0-365" fmla="*/ 0 w 12200281"/>
              <a:gd name="connsiteY0-366" fmla="*/ 3733 h 806026"/>
              <a:gd name="connsiteX1-367" fmla="*/ 12200281 w 12200281"/>
              <a:gd name="connsiteY1-368" fmla="*/ 0 h 806026"/>
              <a:gd name="connsiteX2-369" fmla="*/ 12200281 w 12200281"/>
              <a:gd name="connsiteY2-370" fmla="*/ 792480 h 806026"/>
              <a:gd name="connsiteX3-371" fmla="*/ 10056521 w 12200281"/>
              <a:gd name="connsiteY3-372" fmla="*/ 792480 h 806026"/>
              <a:gd name="connsiteX4-373" fmla="*/ 8888121 w 12200281"/>
              <a:gd name="connsiteY4-374" fmla="*/ 375920 h 806026"/>
              <a:gd name="connsiteX5-375" fmla="*/ 7244 w 12200281"/>
              <a:gd name="connsiteY5-376" fmla="*/ 352904 h 806026"/>
              <a:gd name="connsiteX6-377" fmla="*/ 0 w 12200281"/>
              <a:gd name="connsiteY6-378" fmla="*/ 3733 h 806026"/>
              <a:gd name="connsiteX0-379" fmla="*/ 0 w 12200281"/>
              <a:gd name="connsiteY0-380" fmla="*/ 3733 h 795992"/>
              <a:gd name="connsiteX1-381" fmla="*/ 12200281 w 12200281"/>
              <a:gd name="connsiteY1-382" fmla="*/ 0 h 795992"/>
              <a:gd name="connsiteX2-383" fmla="*/ 12200281 w 12200281"/>
              <a:gd name="connsiteY2-384" fmla="*/ 792480 h 795992"/>
              <a:gd name="connsiteX3-385" fmla="*/ 10056521 w 12200281"/>
              <a:gd name="connsiteY3-386" fmla="*/ 792480 h 795992"/>
              <a:gd name="connsiteX4-387" fmla="*/ 8888121 w 12200281"/>
              <a:gd name="connsiteY4-388" fmla="*/ 375920 h 795992"/>
              <a:gd name="connsiteX5-389" fmla="*/ 7244 w 12200281"/>
              <a:gd name="connsiteY5-390" fmla="*/ 352904 h 795992"/>
              <a:gd name="connsiteX6-391" fmla="*/ 0 w 12200281"/>
              <a:gd name="connsiteY6-392" fmla="*/ 3733 h 795992"/>
              <a:gd name="connsiteX0-393" fmla="*/ 0 w 12202789"/>
              <a:gd name="connsiteY0-394" fmla="*/ 3733 h 795992"/>
              <a:gd name="connsiteX1-395" fmla="*/ 12200281 w 12202789"/>
              <a:gd name="connsiteY1-396" fmla="*/ 0 h 795992"/>
              <a:gd name="connsiteX2-397" fmla="*/ 12200281 w 12202789"/>
              <a:gd name="connsiteY2-398" fmla="*/ 792480 h 795992"/>
              <a:gd name="connsiteX3-399" fmla="*/ 10056521 w 12202789"/>
              <a:gd name="connsiteY3-400" fmla="*/ 792480 h 795992"/>
              <a:gd name="connsiteX4-401" fmla="*/ 8888121 w 12202789"/>
              <a:gd name="connsiteY4-402" fmla="*/ 375920 h 795992"/>
              <a:gd name="connsiteX5-403" fmla="*/ 7244 w 12202789"/>
              <a:gd name="connsiteY5-404" fmla="*/ 352904 h 795992"/>
              <a:gd name="connsiteX6-405" fmla="*/ 0 w 12202789"/>
              <a:gd name="connsiteY6-406" fmla="*/ 3733 h 795992"/>
              <a:gd name="connsiteX0-407" fmla="*/ 0 w 12202789"/>
              <a:gd name="connsiteY0-408" fmla="*/ 3733 h 795992"/>
              <a:gd name="connsiteX1-409" fmla="*/ 12200281 w 12202789"/>
              <a:gd name="connsiteY1-410" fmla="*/ 0 h 795992"/>
              <a:gd name="connsiteX2-411" fmla="*/ 12200281 w 12202789"/>
              <a:gd name="connsiteY2-412" fmla="*/ 792480 h 795992"/>
              <a:gd name="connsiteX3-413" fmla="*/ 10056521 w 12202789"/>
              <a:gd name="connsiteY3-414" fmla="*/ 792480 h 795992"/>
              <a:gd name="connsiteX4-415" fmla="*/ 8888121 w 12202789"/>
              <a:gd name="connsiteY4-416" fmla="*/ 375920 h 795992"/>
              <a:gd name="connsiteX5-417" fmla="*/ 7244 w 12202789"/>
              <a:gd name="connsiteY5-418" fmla="*/ 352904 h 795992"/>
              <a:gd name="connsiteX6-419" fmla="*/ 0 w 12202789"/>
              <a:gd name="connsiteY6-420" fmla="*/ 3733 h 7959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  <a:cxn ang="0">
                <a:pos x="connsiteX6-97" y="connsiteY6-98"/>
              </a:cxn>
            </a:cxnLst>
            <a:rect l="l" t="t" r="r" b="b"/>
            <a:pathLst>
              <a:path w="12202789" h="795992">
                <a:moveTo>
                  <a:pt x="0" y="3733"/>
                </a:moveTo>
                <a:cubicBezTo>
                  <a:pt x="843" y="9005"/>
                  <a:pt x="8133521" y="1244"/>
                  <a:pt x="12200281" y="0"/>
                </a:cubicBezTo>
                <a:cubicBezTo>
                  <a:pt x="12200281" y="264160"/>
                  <a:pt x="12205925" y="195298"/>
                  <a:pt x="12200281" y="792480"/>
                </a:cubicBezTo>
                <a:cubicBezTo>
                  <a:pt x="12197459" y="800382"/>
                  <a:pt x="11128401" y="792480"/>
                  <a:pt x="10056521" y="792480"/>
                </a:cubicBezTo>
                <a:cubicBezTo>
                  <a:pt x="9504494" y="723053"/>
                  <a:pt x="9560470" y="364162"/>
                  <a:pt x="8888121" y="375920"/>
                </a:cubicBezTo>
                <a:cubicBezTo>
                  <a:pt x="8848376" y="358923"/>
                  <a:pt x="2963804" y="363064"/>
                  <a:pt x="7244" y="352904"/>
                </a:cubicBezTo>
                <a:cubicBezTo>
                  <a:pt x="-1234" y="347814"/>
                  <a:pt x="7897" y="-1515"/>
                  <a:pt x="0" y="3733"/>
                </a:cubicBezTo>
                <a:close/>
              </a:path>
            </a:pathLst>
          </a:custGeom>
          <a:solidFill>
            <a:srgbClr val="4256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-14605" y="6693535"/>
            <a:ext cx="12218035" cy="173990"/>
          </a:xfrm>
          <a:prstGeom prst="rect">
            <a:avLst/>
          </a:prstGeom>
          <a:solidFill>
            <a:srgbClr val="42563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304800" y="565785"/>
            <a:ext cx="1505585" cy="549275"/>
          </a:xfrm>
          <a:prstGeom prst="roundRect">
            <a:avLst/>
          </a:prstGeom>
          <a:noFill/>
          <a:ln w="12700" cap="flat" cmpd="sng" algn="ctr">
            <a:solidFill>
              <a:srgbClr val="42563E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algn="ctr"/>
            <a:r>
              <a:rPr lang="zh-CN" altLang="en-US" sz="2400">
                <a:solidFill>
                  <a:srgbClr val="42563E"/>
                </a:solidFill>
                <a:latin typeface="思源黑体 CN" charset="0"/>
                <a:ea typeface="思源黑体 CN" charset="0"/>
              </a:rPr>
              <a:t>需求分析</a:t>
            </a:r>
          </a:p>
        </p:txBody>
      </p:sp>
      <p:graphicFrame>
        <p:nvGraphicFramePr>
          <p:cNvPr id="39" name="表格 38"/>
          <p:cNvGraphicFramePr/>
          <p:nvPr>
            <p:custDataLst>
              <p:tags r:id="rId2"/>
            </p:custDataLst>
          </p:nvPr>
        </p:nvGraphicFramePr>
        <p:xfrm>
          <a:off x="1264285" y="1196340"/>
          <a:ext cx="9997440" cy="474472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255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2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736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>
                          <a:solidFill>
                            <a:srgbClr val="FFFFFF"/>
                          </a:solidFill>
                          <a:latin typeface="思源黑体 CN" charset="0"/>
                          <a:ea typeface="思源黑体 CN" charset="0"/>
                        </a:rPr>
                        <a:t>智能物联系统名称：智能校园数字气象站系统（</a:t>
                      </a:r>
                      <a:r>
                        <a:rPr lang="zh-CN" altLang="en-US" sz="2000" b="1">
                          <a:solidFill>
                            <a:srgbClr val="FFFFFF"/>
                          </a:solidFill>
                          <a:latin typeface="思源黑体 CN" charset="0"/>
                          <a:ea typeface="思源黑体 CN" charset="0"/>
                          <a:sym typeface="思源黑体 CN" charset="0"/>
                        </a:rPr>
                        <a:t>以风速数据采集为例）</a:t>
                      </a:r>
                      <a:endParaRPr lang="zh-CN" altLang="en-US" sz="2000" b="1">
                        <a:solidFill>
                          <a:srgbClr val="FFFFFF"/>
                        </a:solidFill>
                        <a:latin typeface="思源黑体 CN" charset="0"/>
                        <a:ea typeface="思源黑体 CN" charset="0"/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2E653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6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设计目标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A7CDA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通过气象站系统的搭建，实时监测校园气象环境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A7C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670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功能需求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C4DEB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采集：利用风速传感器实时监测风速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C4D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67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传输：通过网络将风速传感器的数据上传到物联网平台并保存到数据库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A7C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67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处理：物联网平台对实时接收到的风速数据进行分析和处理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C4D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67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800">
                          <a:solidFill>
                            <a:srgbClr val="000000"/>
                          </a:solidFill>
                          <a:ea typeface="思源黑体 CN" charset="0"/>
                        </a:rPr>
                        <a:t>呈现：将处理过得风速数据以图形或文本的形式呈现出来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A7C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670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资源与</a:t>
                      </a:r>
                      <a:endParaRPr lang="zh-CN" altLang="en-US" sz="180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环境需求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C4DEB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硬件的选择: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风速传感器、网络设备、服务器、物联网平台、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OLED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屏幕等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C4D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67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软件的选择: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程序编写软件、物联网平台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A7C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467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B w="12700">
                      <a:solidFill>
                        <a:schemeClr val="bg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环境的选择: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校园中的空旷场地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solidFill>
                      <a:srgbClr val="C4D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/>
          <p:cNvSpPr/>
          <p:nvPr>
            <p:custDataLst>
              <p:tags r:id="rId1"/>
            </p:custDataLst>
          </p:nvPr>
        </p:nvSpPr>
        <p:spPr>
          <a:xfrm>
            <a:off x="-15240" y="-71755"/>
            <a:ext cx="12218035" cy="702310"/>
          </a:xfrm>
          <a:custGeom>
            <a:avLst/>
            <a:gdLst>
              <a:gd name="connsiteX0" fmla="*/ 0 w 12192000"/>
              <a:gd name="connsiteY0" fmla="*/ 0 h 792480"/>
              <a:gd name="connsiteX1" fmla="*/ 12192000 w 12192000"/>
              <a:gd name="connsiteY1" fmla="*/ 0 h 792480"/>
              <a:gd name="connsiteX2" fmla="*/ 12192000 w 12192000"/>
              <a:gd name="connsiteY2" fmla="*/ 792480 h 792480"/>
              <a:gd name="connsiteX3" fmla="*/ 0 w 12192000"/>
              <a:gd name="connsiteY3" fmla="*/ 792480 h 792480"/>
              <a:gd name="connsiteX4" fmla="*/ 0 w 12192000"/>
              <a:gd name="connsiteY4" fmla="*/ 0 h 792480"/>
              <a:gd name="connsiteX0-1" fmla="*/ 0 w 12192000"/>
              <a:gd name="connsiteY0-2" fmla="*/ 0 h 792480"/>
              <a:gd name="connsiteX1-3" fmla="*/ 12192000 w 12192000"/>
              <a:gd name="connsiteY1-4" fmla="*/ 0 h 792480"/>
              <a:gd name="connsiteX2-5" fmla="*/ 12192000 w 12192000"/>
              <a:gd name="connsiteY2-6" fmla="*/ 792480 h 792480"/>
              <a:gd name="connsiteX3-7" fmla="*/ 10160 w 12192000"/>
              <a:gd name="connsiteY3-8" fmla="*/ 345440 h 792480"/>
              <a:gd name="connsiteX4-9" fmla="*/ 0 w 12192000"/>
              <a:gd name="connsiteY4-10" fmla="*/ 0 h 792480"/>
              <a:gd name="connsiteX0-11" fmla="*/ 0 w 12192000"/>
              <a:gd name="connsiteY0-12" fmla="*/ 0 h 792480"/>
              <a:gd name="connsiteX1-13" fmla="*/ 12192000 w 12192000"/>
              <a:gd name="connsiteY1-14" fmla="*/ 0 h 792480"/>
              <a:gd name="connsiteX2-15" fmla="*/ 12192000 w 12192000"/>
              <a:gd name="connsiteY2-16" fmla="*/ 792480 h 792480"/>
              <a:gd name="connsiteX3-17" fmla="*/ 10160 w 12192000"/>
              <a:gd name="connsiteY3-18" fmla="*/ 345440 h 792480"/>
              <a:gd name="connsiteX4-19" fmla="*/ 0 w 12192000"/>
              <a:gd name="connsiteY4-20" fmla="*/ 0 h 792480"/>
              <a:gd name="connsiteX0-21" fmla="*/ 0 w 12192000"/>
              <a:gd name="connsiteY0-22" fmla="*/ 0 h 914446"/>
              <a:gd name="connsiteX1-23" fmla="*/ 12192000 w 12192000"/>
              <a:gd name="connsiteY1-24" fmla="*/ 0 h 914446"/>
              <a:gd name="connsiteX2-25" fmla="*/ 12192000 w 12192000"/>
              <a:gd name="connsiteY2-26" fmla="*/ 792480 h 914446"/>
              <a:gd name="connsiteX3-27" fmla="*/ 10160 w 12192000"/>
              <a:gd name="connsiteY3-28" fmla="*/ 345440 h 914446"/>
              <a:gd name="connsiteX4-29" fmla="*/ 0 w 12192000"/>
              <a:gd name="connsiteY4-30" fmla="*/ 0 h 914446"/>
              <a:gd name="connsiteX0-31" fmla="*/ 0 w 12192000"/>
              <a:gd name="connsiteY0-32" fmla="*/ 0 h 855886"/>
              <a:gd name="connsiteX1-33" fmla="*/ 12192000 w 12192000"/>
              <a:gd name="connsiteY1-34" fmla="*/ 0 h 855886"/>
              <a:gd name="connsiteX2-35" fmla="*/ 12192000 w 12192000"/>
              <a:gd name="connsiteY2-36" fmla="*/ 792480 h 855886"/>
              <a:gd name="connsiteX3-37" fmla="*/ 10160 w 12192000"/>
              <a:gd name="connsiteY3-38" fmla="*/ 345440 h 855886"/>
              <a:gd name="connsiteX4-39" fmla="*/ 0 w 12192000"/>
              <a:gd name="connsiteY4-40" fmla="*/ 0 h 855886"/>
              <a:gd name="connsiteX0-41" fmla="*/ 0 w 12192000"/>
              <a:gd name="connsiteY0-42" fmla="*/ 0 h 792508"/>
              <a:gd name="connsiteX1-43" fmla="*/ 12192000 w 12192000"/>
              <a:gd name="connsiteY1-44" fmla="*/ 0 h 792508"/>
              <a:gd name="connsiteX2-45" fmla="*/ 12192000 w 12192000"/>
              <a:gd name="connsiteY2-46" fmla="*/ 792480 h 792508"/>
              <a:gd name="connsiteX3-47" fmla="*/ 10160 w 12192000"/>
              <a:gd name="connsiteY3-48" fmla="*/ 345440 h 792508"/>
              <a:gd name="connsiteX4-49" fmla="*/ 0 w 12192000"/>
              <a:gd name="connsiteY4-50" fmla="*/ 0 h 792508"/>
              <a:gd name="connsiteX0-51" fmla="*/ 0 w 12192000"/>
              <a:gd name="connsiteY0-52" fmla="*/ 0 h 833387"/>
              <a:gd name="connsiteX1-53" fmla="*/ 12192000 w 12192000"/>
              <a:gd name="connsiteY1-54" fmla="*/ 0 h 833387"/>
              <a:gd name="connsiteX2-55" fmla="*/ 12192000 w 12192000"/>
              <a:gd name="connsiteY2-56" fmla="*/ 792480 h 833387"/>
              <a:gd name="connsiteX3-57" fmla="*/ 9215120 w 12192000"/>
              <a:gd name="connsiteY3-58" fmla="*/ 680720 h 833387"/>
              <a:gd name="connsiteX4-59" fmla="*/ 10160 w 12192000"/>
              <a:gd name="connsiteY4-60" fmla="*/ 345440 h 833387"/>
              <a:gd name="connsiteX5" fmla="*/ 0 w 12192000"/>
              <a:gd name="connsiteY5" fmla="*/ 0 h 833387"/>
              <a:gd name="connsiteX0-61" fmla="*/ 0 w 12192000"/>
              <a:gd name="connsiteY0-62" fmla="*/ 0 h 810530"/>
              <a:gd name="connsiteX1-63" fmla="*/ 12192000 w 12192000"/>
              <a:gd name="connsiteY1-64" fmla="*/ 0 h 810530"/>
              <a:gd name="connsiteX2-65" fmla="*/ 12192000 w 12192000"/>
              <a:gd name="connsiteY2-66" fmla="*/ 792480 h 810530"/>
              <a:gd name="connsiteX3-67" fmla="*/ 8879840 w 12192000"/>
              <a:gd name="connsiteY3-68" fmla="*/ 375920 h 810530"/>
              <a:gd name="connsiteX4-69" fmla="*/ 10160 w 12192000"/>
              <a:gd name="connsiteY4-70" fmla="*/ 345440 h 810530"/>
              <a:gd name="connsiteX5-71" fmla="*/ 0 w 12192000"/>
              <a:gd name="connsiteY5-72" fmla="*/ 0 h 810530"/>
              <a:gd name="connsiteX0-73" fmla="*/ 0 w 12192000"/>
              <a:gd name="connsiteY0-74" fmla="*/ 0 h 803483"/>
              <a:gd name="connsiteX1-75" fmla="*/ 12192000 w 12192000"/>
              <a:gd name="connsiteY1-76" fmla="*/ 0 h 803483"/>
              <a:gd name="connsiteX2-77" fmla="*/ 12192000 w 12192000"/>
              <a:gd name="connsiteY2-78" fmla="*/ 792480 h 803483"/>
              <a:gd name="connsiteX3-79" fmla="*/ 9834880 w 12192000"/>
              <a:gd name="connsiteY3-80" fmla="*/ 457200 h 803483"/>
              <a:gd name="connsiteX4-81" fmla="*/ 8879840 w 12192000"/>
              <a:gd name="connsiteY4-82" fmla="*/ 375920 h 803483"/>
              <a:gd name="connsiteX5-83" fmla="*/ 10160 w 12192000"/>
              <a:gd name="connsiteY5-84" fmla="*/ 345440 h 803483"/>
              <a:gd name="connsiteX6" fmla="*/ 0 w 12192000"/>
              <a:gd name="connsiteY6" fmla="*/ 0 h 803483"/>
              <a:gd name="connsiteX0-85" fmla="*/ 0 w 12192000"/>
              <a:gd name="connsiteY0-86" fmla="*/ 0 h 803483"/>
              <a:gd name="connsiteX1-87" fmla="*/ 12192000 w 12192000"/>
              <a:gd name="connsiteY1-88" fmla="*/ 0 h 803483"/>
              <a:gd name="connsiteX2-89" fmla="*/ 12192000 w 12192000"/>
              <a:gd name="connsiteY2-90" fmla="*/ 792480 h 803483"/>
              <a:gd name="connsiteX3-91" fmla="*/ 9834880 w 12192000"/>
              <a:gd name="connsiteY3-92" fmla="*/ 457200 h 803483"/>
              <a:gd name="connsiteX4-93" fmla="*/ 8879840 w 12192000"/>
              <a:gd name="connsiteY4-94" fmla="*/ 375920 h 803483"/>
              <a:gd name="connsiteX5-95" fmla="*/ 10160 w 12192000"/>
              <a:gd name="connsiteY5-96" fmla="*/ 345440 h 803483"/>
              <a:gd name="connsiteX6-97" fmla="*/ 0 w 12192000"/>
              <a:gd name="connsiteY6-98" fmla="*/ 0 h 803483"/>
              <a:gd name="connsiteX0-99" fmla="*/ 1320314 w 13512314"/>
              <a:gd name="connsiteY0-100" fmla="*/ 0 h 803483"/>
              <a:gd name="connsiteX1-101" fmla="*/ 13512314 w 13512314"/>
              <a:gd name="connsiteY1-102" fmla="*/ 0 h 803483"/>
              <a:gd name="connsiteX2-103" fmla="*/ 13512314 w 13512314"/>
              <a:gd name="connsiteY2-104" fmla="*/ 792480 h 803483"/>
              <a:gd name="connsiteX3-105" fmla="*/ 11155194 w 13512314"/>
              <a:gd name="connsiteY3-106" fmla="*/ 457200 h 803483"/>
              <a:gd name="connsiteX4-107" fmla="*/ 10200154 w 13512314"/>
              <a:gd name="connsiteY4-108" fmla="*/ 375920 h 803483"/>
              <a:gd name="connsiteX5-109" fmla="*/ 1330474 w 13512314"/>
              <a:gd name="connsiteY5-110" fmla="*/ 345440 h 803483"/>
              <a:gd name="connsiteX6-111" fmla="*/ 1320314 w 13512314"/>
              <a:gd name="connsiteY6-112" fmla="*/ 0 h 803483"/>
              <a:gd name="connsiteX0-113" fmla="*/ 1320314 w 14509230"/>
              <a:gd name="connsiteY0-114" fmla="*/ 0 h 803483"/>
              <a:gd name="connsiteX1-115" fmla="*/ 13512314 w 14509230"/>
              <a:gd name="connsiteY1-116" fmla="*/ 0 h 803483"/>
              <a:gd name="connsiteX2-117" fmla="*/ 13512314 w 14509230"/>
              <a:gd name="connsiteY2-118" fmla="*/ 792480 h 803483"/>
              <a:gd name="connsiteX3-119" fmla="*/ 11155194 w 14509230"/>
              <a:gd name="connsiteY3-120" fmla="*/ 457200 h 803483"/>
              <a:gd name="connsiteX4-121" fmla="*/ 10200154 w 14509230"/>
              <a:gd name="connsiteY4-122" fmla="*/ 375920 h 803483"/>
              <a:gd name="connsiteX5-123" fmla="*/ 1330474 w 14509230"/>
              <a:gd name="connsiteY5-124" fmla="*/ 345440 h 803483"/>
              <a:gd name="connsiteX6-125" fmla="*/ 1320314 w 14509230"/>
              <a:gd name="connsiteY6-126" fmla="*/ 0 h 803483"/>
              <a:gd name="connsiteX0-127" fmla="*/ 1320314 w 14511121"/>
              <a:gd name="connsiteY0-128" fmla="*/ 0 h 803483"/>
              <a:gd name="connsiteX1-129" fmla="*/ 13512314 w 14511121"/>
              <a:gd name="connsiteY1-130" fmla="*/ 0 h 803483"/>
              <a:gd name="connsiteX2-131" fmla="*/ 13512314 w 14511121"/>
              <a:gd name="connsiteY2-132" fmla="*/ 792480 h 803483"/>
              <a:gd name="connsiteX3-133" fmla="*/ 11155194 w 14511121"/>
              <a:gd name="connsiteY3-134" fmla="*/ 457200 h 803483"/>
              <a:gd name="connsiteX4-135" fmla="*/ 10200154 w 14511121"/>
              <a:gd name="connsiteY4-136" fmla="*/ 375920 h 803483"/>
              <a:gd name="connsiteX5-137" fmla="*/ 1330474 w 14511121"/>
              <a:gd name="connsiteY5-138" fmla="*/ 345440 h 803483"/>
              <a:gd name="connsiteX6-139" fmla="*/ 1320314 w 14511121"/>
              <a:gd name="connsiteY6-140" fmla="*/ 0 h 803483"/>
              <a:gd name="connsiteX0-141" fmla="*/ 1320314 w 13686915"/>
              <a:gd name="connsiteY0-142" fmla="*/ 0 h 803483"/>
              <a:gd name="connsiteX1-143" fmla="*/ 13512314 w 13686915"/>
              <a:gd name="connsiteY1-144" fmla="*/ 0 h 803483"/>
              <a:gd name="connsiteX2-145" fmla="*/ 13512314 w 13686915"/>
              <a:gd name="connsiteY2-146" fmla="*/ 792480 h 803483"/>
              <a:gd name="connsiteX3-147" fmla="*/ 11155194 w 13686915"/>
              <a:gd name="connsiteY3-148" fmla="*/ 457200 h 803483"/>
              <a:gd name="connsiteX4-149" fmla="*/ 10200154 w 13686915"/>
              <a:gd name="connsiteY4-150" fmla="*/ 375920 h 803483"/>
              <a:gd name="connsiteX5-151" fmla="*/ 1330474 w 13686915"/>
              <a:gd name="connsiteY5-152" fmla="*/ 345440 h 803483"/>
              <a:gd name="connsiteX6-153" fmla="*/ 1320314 w 13686915"/>
              <a:gd name="connsiteY6-154" fmla="*/ 0 h 803483"/>
              <a:gd name="connsiteX0-155" fmla="*/ 1320314 w 13512314"/>
              <a:gd name="connsiteY0-156" fmla="*/ 0 h 803483"/>
              <a:gd name="connsiteX1-157" fmla="*/ 13512314 w 13512314"/>
              <a:gd name="connsiteY1-158" fmla="*/ 0 h 803483"/>
              <a:gd name="connsiteX2-159" fmla="*/ 13512314 w 13512314"/>
              <a:gd name="connsiteY2-160" fmla="*/ 792480 h 803483"/>
              <a:gd name="connsiteX3-161" fmla="*/ 11155194 w 13512314"/>
              <a:gd name="connsiteY3-162" fmla="*/ 457200 h 803483"/>
              <a:gd name="connsiteX4-163" fmla="*/ 10200154 w 13512314"/>
              <a:gd name="connsiteY4-164" fmla="*/ 375920 h 803483"/>
              <a:gd name="connsiteX5-165" fmla="*/ 1330474 w 13512314"/>
              <a:gd name="connsiteY5-166" fmla="*/ 345440 h 803483"/>
              <a:gd name="connsiteX6-167" fmla="*/ 1320314 w 13512314"/>
              <a:gd name="connsiteY6-168" fmla="*/ 0 h 803483"/>
              <a:gd name="connsiteX0-169" fmla="*/ 1320314 w 13512314"/>
              <a:gd name="connsiteY0-170" fmla="*/ 0 h 847119"/>
              <a:gd name="connsiteX1-171" fmla="*/ 13512314 w 13512314"/>
              <a:gd name="connsiteY1-172" fmla="*/ 0 h 847119"/>
              <a:gd name="connsiteX2-173" fmla="*/ 13512314 w 13512314"/>
              <a:gd name="connsiteY2-174" fmla="*/ 792480 h 847119"/>
              <a:gd name="connsiteX3-175" fmla="*/ 11368554 w 13512314"/>
              <a:gd name="connsiteY3-176" fmla="*/ 792480 h 847119"/>
              <a:gd name="connsiteX4-177" fmla="*/ 10200154 w 13512314"/>
              <a:gd name="connsiteY4-178" fmla="*/ 375920 h 847119"/>
              <a:gd name="connsiteX5-179" fmla="*/ 1330474 w 13512314"/>
              <a:gd name="connsiteY5-180" fmla="*/ 345440 h 847119"/>
              <a:gd name="connsiteX6-181" fmla="*/ 1320314 w 13512314"/>
              <a:gd name="connsiteY6-182" fmla="*/ 0 h 847119"/>
              <a:gd name="connsiteX0-183" fmla="*/ 1320314 w 13512314"/>
              <a:gd name="connsiteY0-184" fmla="*/ 0 h 869791"/>
              <a:gd name="connsiteX1-185" fmla="*/ 13512314 w 13512314"/>
              <a:gd name="connsiteY1-186" fmla="*/ 0 h 869791"/>
              <a:gd name="connsiteX2-187" fmla="*/ 13512314 w 13512314"/>
              <a:gd name="connsiteY2-188" fmla="*/ 792480 h 869791"/>
              <a:gd name="connsiteX3-189" fmla="*/ 11368554 w 13512314"/>
              <a:gd name="connsiteY3-190" fmla="*/ 792480 h 869791"/>
              <a:gd name="connsiteX4-191" fmla="*/ 10200154 w 13512314"/>
              <a:gd name="connsiteY4-192" fmla="*/ 375920 h 869791"/>
              <a:gd name="connsiteX5-193" fmla="*/ 1330474 w 13512314"/>
              <a:gd name="connsiteY5-194" fmla="*/ 345440 h 869791"/>
              <a:gd name="connsiteX6-195" fmla="*/ 1320314 w 13512314"/>
              <a:gd name="connsiteY6-196" fmla="*/ 0 h 869791"/>
              <a:gd name="connsiteX0-197" fmla="*/ 1320314 w 13512314"/>
              <a:gd name="connsiteY0-198" fmla="*/ 0 h 851182"/>
              <a:gd name="connsiteX1-199" fmla="*/ 13512314 w 13512314"/>
              <a:gd name="connsiteY1-200" fmla="*/ 0 h 851182"/>
              <a:gd name="connsiteX2-201" fmla="*/ 13512314 w 13512314"/>
              <a:gd name="connsiteY2-202" fmla="*/ 792480 h 851182"/>
              <a:gd name="connsiteX3-203" fmla="*/ 11368554 w 13512314"/>
              <a:gd name="connsiteY3-204" fmla="*/ 792480 h 851182"/>
              <a:gd name="connsiteX4-205" fmla="*/ 10200154 w 13512314"/>
              <a:gd name="connsiteY4-206" fmla="*/ 375920 h 851182"/>
              <a:gd name="connsiteX5-207" fmla="*/ 1330474 w 13512314"/>
              <a:gd name="connsiteY5-208" fmla="*/ 345440 h 851182"/>
              <a:gd name="connsiteX6-209" fmla="*/ 1320314 w 13512314"/>
              <a:gd name="connsiteY6-210" fmla="*/ 0 h 851182"/>
              <a:gd name="connsiteX0-211" fmla="*/ 1320314 w 13512314"/>
              <a:gd name="connsiteY0-212" fmla="*/ 0 h 806026"/>
              <a:gd name="connsiteX1-213" fmla="*/ 13512314 w 13512314"/>
              <a:gd name="connsiteY1-214" fmla="*/ 0 h 806026"/>
              <a:gd name="connsiteX2-215" fmla="*/ 13512314 w 13512314"/>
              <a:gd name="connsiteY2-216" fmla="*/ 792480 h 806026"/>
              <a:gd name="connsiteX3-217" fmla="*/ 11368554 w 13512314"/>
              <a:gd name="connsiteY3-218" fmla="*/ 792480 h 806026"/>
              <a:gd name="connsiteX4-219" fmla="*/ 10200154 w 13512314"/>
              <a:gd name="connsiteY4-220" fmla="*/ 375920 h 806026"/>
              <a:gd name="connsiteX5-221" fmla="*/ 1330474 w 13512314"/>
              <a:gd name="connsiteY5-222" fmla="*/ 345440 h 806026"/>
              <a:gd name="connsiteX6-223" fmla="*/ 1320314 w 13512314"/>
              <a:gd name="connsiteY6-224" fmla="*/ 0 h 806026"/>
              <a:gd name="connsiteX0-225" fmla="*/ 1320314 w 13512314"/>
              <a:gd name="connsiteY0-226" fmla="*/ 0 h 806026"/>
              <a:gd name="connsiteX1-227" fmla="*/ 13512314 w 13512314"/>
              <a:gd name="connsiteY1-228" fmla="*/ 0 h 806026"/>
              <a:gd name="connsiteX2-229" fmla="*/ 13512314 w 13512314"/>
              <a:gd name="connsiteY2-230" fmla="*/ 792480 h 806026"/>
              <a:gd name="connsiteX3-231" fmla="*/ 11368554 w 13512314"/>
              <a:gd name="connsiteY3-232" fmla="*/ 792480 h 806026"/>
              <a:gd name="connsiteX4-233" fmla="*/ 10200154 w 13512314"/>
              <a:gd name="connsiteY4-234" fmla="*/ 375920 h 806026"/>
              <a:gd name="connsiteX5-235" fmla="*/ 1330474 w 13512314"/>
              <a:gd name="connsiteY5-236" fmla="*/ 345440 h 806026"/>
              <a:gd name="connsiteX6-237" fmla="*/ 1320314 w 13512314"/>
              <a:gd name="connsiteY6-238" fmla="*/ 0 h 806026"/>
              <a:gd name="connsiteX0-239" fmla="*/ 1320314 w 13512314"/>
              <a:gd name="connsiteY0-240" fmla="*/ 0 h 806026"/>
              <a:gd name="connsiteX1-241" fmla="*/ 13512314 w 13512314"/>
              <a:gd name="connsiteY1-242" fmla="*/ 0 h 806026"/>
              <a:gd name="connsiteX2-243" fmla="*/ 13512314 w 13512314"/>
              <a:gd name="connsiteY2-244" fmla="*/ 792480 h 806026"/>
              <a:gd name="connsiteX3-245" fmla="*/ 11368554 w 13512314"/>
              <a:gd name="connsiteY3-246" fmla="*/ 792480 h 806026"/>
              <a:gd name="connsiteX4-247" fmla="*/ 10200154 w 13512314"/>
              <a:gd name="connsiteY4-248" fmla="*/ 375920 h 806026"/>
              <a:gd name="connsiteX5-249" fmla="*/ 1330474 w 13512314"/>
              <a:gd name="connsiteY5-250" fmla="*/ 345440 h 806026"/>
              <a:gd name="connsiteX6-251" fmla="*/ 1320314 w 13512314"/>
              <a:gd name="connsiteY6-252" fmla="*/ 0 h 806026"/>
              <a:gd name="connsiteX0-253" fmla="*/ 1320314 w 13512314"/>
              <a:gd name="connsiteY0-254" fmla="*/ 0 h 806026"/>
              <a:gd name="connsiteX1-255" fmla="*/ 13512314 w 13512314"/>
              <a:gd name="connsiteY1-256" fmla="*/ 0 h 806026"/>
              <a:gd name="connsiteX2-257" fmla="*/ 13512314 w 13512314"/>
              <a:gd name="connsiteY2-258" fmla="*/ 792480 h 806026"/>
              <a:gd name="connsiteX3-259" fmla="*/ 11368554 w 13512314"/>
              <a:gd name="connsiteY3-260" fmla="*/ 792480 h 806026"/>
              <a:gd name="connsiteX4-261" fmla="*/ 10200154 w 13512314"/>
              <a:gd name="connsiteY4-262" fmla="*/ 375920 h 806026"/>
              <a:gd name="connsiteX5-263" fmla="*/ 1330474 w 13512314"/>
              <a:gd name="connsiteY5-264" fmla="*/ 345440 h 806026"/>
              <a:gd name="connsiteX6-265" fmla="*/ 1320314 w 13512314"/>
              <a:gd name="connsiteY6-266" fmla="*/ 0 h 806026"/>
              <a:gd name="connsiteX0-267" fmla="*/ 1320314 w 13512314"/>
              <a:gd name="connsiteY0-268" fmla="*/ 0 h 806026"/>
              <a:gd name="connsiteX1-269" fmla="*/ 13512314 w 13512314"/>
              <a:gd name="connsiteY1-270" fmla="*/ 0 h 806026"/>
              <a:gd name="connsiteX2-271" fmla="*/ 13512314 w 13512314"/>
              <a:gd name="connsiteY2-272" fmla="*/ 792480 h 806026"/>
              <a:gd name="connsiteX3-273" fmla="*/ 11368554 w 13512314"/>
              <a:gd name="connsiteY3-274" fmla="*/ 792480 h 806026"/>
              <a:gd name="connsiteX4-275" fmla="*/ 10200154 w 13512314"/>
              <a:gd name="connsiteY4-276" fmla="*/ 375920 h 806026"/>
              <a:gd name="connsiteX5-277" fmla="*/ 1330474 w 13512314"/>
              <a:gd name="connsiteY5-278" fmla="*/ 345440 h 806026"/>
              <a:gd name="connsiteX6-279" fmla="*/ 1320314 w 13512314"/>
              <a:gd name="connsiteY6-280" fmla="*/ 0 h 806026"/>
              <a:gd name="connsiteX0-281" fmla="*/ 1320314 w 13512314"/>
              <a:gd name="connsiteY0-282" fmla="*/ 0 h 806026"/>
              <a:gd name="connsiteX1-283" fmla="*/ 13512314 w 13512314"/>
              <a:gd name="connsiteY1-284" fmla="*/ 0 h 806026"/>
              <a:gd name="connsiteX2-285" fmla="*/ 13512314 w 13512314"/>
              <a:gd name="connsiteY2-286" fmla="*/ 792480 h 806026"/>
              <a:gd name="connsiteX3-287" fmla="*/ 11368554 w 13512314"/>
              <a:gd name="connsiteY3-288" fmla="*/ 792480 h 806026"/>
              <a:gd name="connsiteX4-289" fmla="*/ 10200154 w 13512314"/>
              <a:gd name="connsiteY4-290" fmla="*/ 375920 h 806026"/>
              <a:gd name="connsiteX5-291" fmla="*/ 1330474 w 13512314"/>
              <a:gd name="connsiteY5-292" fmla="*/ 345440 h 806026"/>
              <a:gd name="connsiteX6-293" fmla="*/ 1320314 w 13512314"/>
              <a:gd name="connsiteY6-294" fmla="*/ 0 h 806026"/>
              <a:gd name="connsiteX0-295" fmla="*/ 1320314 w 13512314"/>
              <a:gd name="connsiteY0-296" fmla="*/ 0 h 806026"/>
              <a:gd name="connsiteX1-297" fmla="*/ 13512314 w 13512314"/>
              <a:gd name="connsiteY1-298" fmla="*/ 0 h 806026"/>
              <a:gd name="connsiteX2-299" fmla="*/ 13512314 w 13512314"/>
              <a:gd name="connsiteY2-300" fmla="*/ 792480 h 806026"/>
              <a:gd name="connsiteX3-301" fmla="*/ 11368554 w 13512314"/>
              <a:gd name="connsiteY3-302" fmla="*/ 792480 h 806026"/>
              <a:gd name="connsiteX4-303" fmla="*/ 10200154 w 13512314"/>
              <a:gd name="connsiteY4-304" fmla="*/ 375920 h 806026"/>
              <a:gd name="connsiteX5-305" fmla="*/ 1330474 w 13512314"/>
              <a:gd name="connsiteY5-306" fmla="*/ 345440 h 806026"/>
              <a:gd name="connsiteX6-307" fmla="*/ 1320314 w 13512314"/>
              <a:gd name="connsiteY6-308" fmla="*/ 0 h 806026"/>
              <a:gd name="connsiteX0-309" fmla="*/ 649073 w 12841073"/>
              <a:gd name="connsiteY0-310" fmla="*/ 59 h 806085"/>
              <a:gd name="connsiteX1-311" fmla="*/ 12841073 w 12841073"/>
              <a:gd name="connsiteY1-312" fmla="*/ 59 h 806085"/>
              <a:gd name="connsiteX2-313" fmla="*/ 12841073 w 12841073"/>
              <a:gd name="connsiteY2-314" fmla="*/ 792539 h 806085"/>
              <a:gd name="connsiteX3-315" fmla="*/ 10697313 w 12841073"/>
              <a:gd name="connsiteY3-316" fmla="*/ 792539 h 806085"/>
              <a:gd name="connsiteX4-317" fmla="*/ 9528913 w 12841073"/>
              <a:gd name="connsiteY4-318" fmla="*/ 375979 h 806085"/>
              <a:gd name="connsiteX5-319" fmla="*/ 659233 w 12841073"/>
              <a:gd name="connsiteY5-320" fmla="*/ 345499 h 806085"/>
              <a:gd name="connsiteX6-321" fmla="*/ 649073 w 12841073"/>
              <a:gd name="connsiteY6-322" fmla="*/ 59 h 806085"/>
              <a:gd name="connsiteX0-323" fmla="*/ 0 w 12192000"/>
              <a:gd name="connsiteY0-324" fmla="*/ 59 h 806085"/>
              <a:gd name="connsiteX1-325" fmla="*/ 12192000 w 12192000"/>
              <a:gd name="connsiteY1-326" fmla="*/ 59 h 806085"/>
              <a:gd name="connsiteX2-327" fmla="*/ 12192000 w 12192000"/>
              <a:gd name="connsiteY2-328" fmla="*/ 792539 h 806085"/>
              <a:gd name="connsiteX3-329" fmla="*/ 10048240 w 12192000"/>
              <a:gd name="connsiteY3-330" fmla="*/ 792539 h 806085"/>
              <a:gd name="connsiteX4-331" fmla="*/ 8879840 w 12192000"/>
              <a:gd name="connsiteY4-332" fmla="*/ 375979 h 806085"/>
              <a:gd name="connsiteX5-333" fmla="*/ 10160 w 12192000"/>
              <a:gd name="connsiteY5-334" fmla="*/ 345499 h 806085"/>
              <a:gd name="connsiteX6-335" fmla="*/ 0 w 12192000"/>
              <a:gd name="connsiteY6-336" fmla="*/ 59 h 806085"/>
              <a:gd name="connsiteX0-337" fmla="*/ 0 w 12196549"/>
              <a:gd name="connsiteY0-338" fmla="*/ 59 h 806085"/>
              <a:gd name="connsiteX1-339" fmla="*/ 12196549 w 12196549"/>
              <a:gd name="connsiteY1-340" fmla="*/ 59 h 806085"/>
              <a:gd name="connsiteX2-341" fmla="*/ 12196549 w 12196549"/>
              <a:gd name="connsiteY2-342" fmla="*/ 792539 h 806085"/>
              <a:gd name="connsiteX3-343" fmla="*/ 10052789 w 12196549"/>
              <a:gd name="connsiteY3-344" fmla="*/ 792539 h 806085"/>
              <a:gd name="connsiteX4-345" fmla="*/ 8884389 w 12196549"/>
              <a:gd name="connsiteY4-346" fmla="*/ 375979 h 806085"/>
              <a:gd name="connsiteX5-347" fmla="*/ 14709 w 12196549"/>
              <a:gd name="connsiteY5-348" fmla="*/ 345499 h 806085"/>
              <a:gd name="connsiteX6-349" fmla="*/ 0 w 12196549"/>
              <a:gd name="connsiteY6-350" fmla="*/ 59 h 806085"/>
              <a:gd name="connsiteX0-351" fmla="*/ 0 w 12196549"/>
              <a:gd name="connsiteY0-352" fmla="*/ 58 h 806084"/>
              <a:gd name="connsiteX1-353" fmla="*/ 12196549 w 12196549"/>
              <a:gd name="connsiteY1-354" fmla="*/ 58 h 806084"/>
              <a:gd name="connsiteX2-355" fmla="*/ 12196549 w 12196549"/>
              <a:gd name="connsiteY2-356" fmla="*/ 792538 h 806084"/>
              <a:gd name="connsiteX3-357" fmla="*/ 10052789 w 12196549"/>
              <a:gd name="connsiteY3-358" fmla="*/ 792538 h 806084"/>
              <a:gd name="connsiteX4-359" fmla="*/ 8884389 w 12196549"/>
              <a:gd name="connsiteY4-360" fmla="*/ 375978 h 806084"/>
              <a:gd name="connsiteX5-361" fmla="*/ 3512 w 12196549"/>
              <a:gd name="connsiteY5-362" fmla="*/ 352962 h 806084"/>
              <a:gd name="connsiteX6-363" fmla="*/ 0 w 12196549"/>
              <a:gd name="connsiteY6-364" fmla="*/ 58 h 806084"/>
              <a:gd name="connsiteX0-365" fmla="*/ 0 w 12200281"/>
              <a:gd name="connsiteY0-366" fmla="*/ 3733 h 806026"/>
              <a:gd name="connsiteX1-367" fmla="*/ 12200281 w 12200281"/>
              <a:gd name="connsiteY1-368" fmla="*/ 0 h 806026"/>
              <a:gd name="connsiteX2-369" fmla="*/ 12200281 w 12200281"/>
              <a:gd name="connsiteY2-370" fmla="*/ 792480 h 806026"/>
              <a:gd name="connsiteX3-371" fmla="*/ 10056521 w 12200281"/>
              <a:gd name="connsiteY3-372" fmla="*/ 792480 h 806026"/>
              <a:gd name="connsiteX4-373" fmla="*/ 8888121 w 12200281"/>
              <a:gd name="connsiteY4-374" fmla="*/ 375920 h 806026"/>
              <a:gd name="connsiteX5-375" fmla="*/ 7244 w 12200281"/>
              <a:gd name="connsiteY5-376" fmla="*/ 352904 h 806026"/>
              <a:gd name="connsiteX6-377" fmla="*/ 0 w 12200281"/>
              <a:gd name="connsiteY6-378" fmla="*/ 3733 h 806026"/>
              <a:gd name="connsiteX0-379" fmla="*/ 0 w 12200281"/>
              <a:gd name="connsiteY0-380" fmla="*/ 3733 h 795992"/>
              <a:gd name="connsiteX1-381" fmla="*/ 12200281 w 12200281"/>
              <a:gd name="connsiteY1-382" fmla="*/ 0 h 795992"/>
              <a:gd name="connsiteX2-383" fmla="*/ 12200281 w 12200281"/>
              <a:gd name="connsiteY2-384" fmla="*/ 792480 h 795992"/>
              <a:gd name="connsiteX3-385" fmla="*/ 10056521 w 12200281"/>
              <a:gd name="connsiteY3-386" fmla="*/ 792480 h 795992"/>
              <a:gd name="connsiteX4-387" fmla="*/ 8888121 w 12200281"/>
              <a:gd name="connsiteY4-388" fmla="*/ 375920 h 795992"/>
              <a:gd name="connsiteX5-389" fmla="*/ 7244 w 12200281"/>
              <a:gd name="connsiteY5-390" fmla="*/ 352904 h 795992"/>
              <a:gd name="connsiteX6-391" fmla="*/ 0 w 12200281"/>
              <a:gd name="connsiteY6-392" fmla="*/ 3733 h 795992"/>
              <a:gd name="connsiteX0-393" fmla="*/ 0 w 12202789"/>
              <a:gd name="connsiteY0-394" fmla="*/ 3733 h 795992"/>
              <a:gd name="connsiteX1-395" fmla="*/ 12200281 w 12202789"/>
              <a:gd name="connsiteY1-396" fmla="*/ 0 h 795992"/>
              <a:gd name="connsiteX2-397" fmla="*/ 12200281 w 12202789"/>
              <a:gd name="connsiteY2-398" fmla="*/ 792480 h 795992"/>
              <a:gd name="connsiteX3-399" fmla="*/ 10056521 w 12202789"/>
              <a:gd name="connsiteY3-400" fmla="*/ 792480 h 795992"/>
              <a:gd name="connsiteX4-401" fmla="*/ 8888121 w 12202789"/>
              <a:gd name="connsiteY4-402" fmla="*/ 375920 h 795992"/>
              <a:gd name="connsiteX5-403" fmla="*/ 7244 w 12202789"/>
              <a:gd name="connsiteY5-404" fmla="*/ 352904 h 795992"/>
              <a:gd name="connsiteX6-405" fmla="*/ 0 w 12202789"/>
              <a:gd name="connsiteY6-406" fmla="*/ 3733 h 795992"/>
              <a:gd name="connsiteX0-407" fmla="*/ 0 w 12202789"/>
              <a:gd name="connsiteY0-408" fmla="*/ 3733 h 795992"/>
              <a:gd name="connsiteX1-409" fmla="*/ 12200281 w 12202789"/>
              <a:gd name="connsiteY1-410" fmla="*/ 0 h 795992"/>
              <a:gd name="connsiteX2-411" fmla="*/ 12200281 w 12202789"/>
              <a:gd name="connsiteY2-412" fmla="*/ 792480 h 795992"/>
              <a:gd name="connsiteX3-413" fmla="*/ 10056521 w 12202789"/>
              <a:gd name="connsiteY3-414" fmla="*/ 792480 h 795992"/>
              <a:gd name="connsiteX4-415" fmla="*/ 8888121 w 12202789"/>
              <a:gd name="connsiteY4-416" fmla="*/ 375920 h 795992"/>
              <a:gd name="connsiteX5-417" fmla="*/ 7244 w 12202789"/>
              <a:gd name="connsiteY5-418" fmla="*/ 352904 h 795992"/>
              <a:gd name="connsiteX6-419" fmla="*/ 0 w 12202789"/>
              <a:gd name="connsiteY6-420" fmla="*/ 3733 h 7959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  <a:cxn ang="0">
                <a:pos x="connsiteX6-97" y="connsiteY6-98"/>
              </a:cxn>
            </a:cxnLst>
            <a:rect l="l" t="t" r="r" b="b"/>
            <a:pathLst>
              <a:path w="12202789" h="795992">
                <a:moveTo>
                  <a:pt x="0" y="3733"/>
                </a:moveTo>
                <a:cubicBezTo>
                  <a:pt x="843" y="9005"/>
                  <a:pt x="8133521" y="1244"/>
                  <a:pt x="12200281" y="0"/>
                </a:cubicBezTo>
                <a:cubicBezTo>
                  <a:pt x="12200281" y="264160"/>
                  <a:pt x="12205925" y="195298"/>
                  <a:pt x="12200281" y="792480"/>
                </a:cubicBezTo>
                <a:cubicBezTo>
                  <a:pt x="12197459" y="800382"/>
                  <a:pt x="11128401" y="792480"/>
                  <a:pt x="10056521" y="792480"/>
                </a:cubicBezTo>
                <a:cubicBezTo>
                  <a:pt x="9504494" y="723053"/>
                  <a:pt x="9560470" y="364162"/>
                  <a:pt x="8888121" y="375920"/>
                </a:cubicBezTo>
                <a:cubicBezTo>
                  <a:pt x="8848376" y="358923"/>
                  <a:pt x="2963804" y="363064"/>
                  <a:pt x="7244" y="352904"/>
                </a:cubicBezTo>
                <a:cubicBezTo>
                  <a:pt x="-1234" y="347814"/>
                  <a:pt x="7897" y="-1515"/>
                  <a:pt x="0" y="3733"/>
                </a:cubicBezTo>
                <a:close/>
              </a:path>
            </a:pathLst>
          </a:custGeom>
          <a:solidFill>
            <a:srgbClr val="4256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-14605" y="6693535"/>
            <a:ext cx="12218035" cy="173990"/>
          </a:xfrm>
          <a:prstGeom prst="rect">
            <a:avLst/>
          </a:prstGeom>
          <a:solidFill>
            <a:srgbClr val="42563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304800" y="565785"/>
            <a:ext cx="1505585" cy="549275"/>
          </a:xfrm>
          <a:prstGeom prst="roundRect">
            <a:avLst/>
          </a:prstGeom>
          <a:noFill/>
          <a:ln w="12700" cap="flat" cmpd="sng" algn="ctr">
            <a:solidFill>
              <a:srgbClr val="42563E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algn="ctr"/>
            <a:r>
              <a:rPr lang="zh-CN" altLang="en-US" sz="2400">
                <a:solidFill>
                  <a:srgbClr val="42563E"/>
                </a:solidFill>
                <a:latin typeface="思源黑体 CN" charset="0"/>
                <a:ea typeface="思源黑体 CN" charset="0"/>
              </a:rPr>
              <a:t>需求分析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1061085" y="1479550"/>
          <a:ext cx="10055860" cy="4436110"/>
        </p:xfrm>
        <a:graphic>
          <a:graphicData uri="http://schemas.openxmlformats.org/drawingml/2006/table">
            <a:tbl>
              <a:tblPr firstRow="1" bandRow="1">
                <a:effectLst/>
                <a:tableStyleId>{5940675A-B579-460E-94D1-54222C63F5DA}</a:tableStyleId>
              </a:tblPr>
              <a:tblGrid>
                <a:gridCol w="119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58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3095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>
                          <a:solidFill>
                            <a:srgbClr val="FFFFFF"/>
                          </a:solidFill>
                          <a:latin typeface="思源黑体 CN" charset="0"/>
                          <a:ea typeface="思源黑体 CN" charset="0"/>
                        </a:rPr>
                        <a:t>智能物联系统名称：智能校园数字气象站系统</a:t>
                      </a:r>
                      <a:r>
                        <a:rPr lang="zh-CN" altLang="en-US" sz="2000" b="1">
                          <a:solidFill>
                            <a:srgbClr val="FFFFFF"/>
                          </a:solidFill>
                          <a:latin typeface="思源黑体 CN" charset="0"/>
                          <a:ea typeface="思源黑体 CN" charset="0"/>
                          <a:sym typeface="思源黑体 CN" charset="0"/>
                        </a:rPr>
                        <a:t>（以风速数据采集为例）</a:t>
                      </a:r>
                      <a:endParaRPr lang="zh-CN" altLang="en-US" sz="2000" b="1">
                        <a:solidFill>
                          <a:srgbClr val="FFFFFF"/>
                        </a:solidFill>
                        <a:latin typeface="思源黑体 CN" charset="0"/>
                        <a:ea typeface="思源黑体 CN" charset="0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solidFill>
                      <a:srgbClr val="2E653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095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1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可行性分析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A7CDA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6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技术角度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C4DEB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选择稳定的物联网平台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、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编程软件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（实验板编程工具）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C4D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6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经济角度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A7CDA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选择计算机自行搭建服务器，或选用能提供一定免费使用空间的物联网平台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；选择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通用性、操作性良好的硬件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（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传感器、通信模块等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）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A7C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66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社会意义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C4DEB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通过建立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智能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校园数字气象站系统，实时观测与记录风速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数据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，</a:t>
                      </a:r>
                      <a:r>
                        <a:rPr lang="zh-CN" altLang="en-US" sz="1800">
                          <a:solidFill>
                            <a:srgbClr val="000000"/>
                          </a:solidFill>
                          <a:latin typeface="思源黑体 CN" charset="0"/>
                          <a:ea typeface="思源黑体 CN" charset="0"/>
                        </a:rPr>
                        <a:t>提高学习气象科学知识的兴趣，进一步理解气象变化对环境的影响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solidFill>
                      <a:srgbClr val="C4D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/>
          <p:cNvSpPr/>
          <p:nvPr>
            <p:custDataLst>
              <p:tags r:id="rId1"/>
            </p:custDataLst>
          </p:nvPr>
        </p:nvSpPr>
        <p:spPr>
          <a:xfrm>
            <a:off x="-15240" y="-71755"/>
            <a:ext cx="12218035" cy="702310"/>
          </a:xfrm>
          <a:custGeom>
            <a:avLst/>
            <a:gdLst>
              <a:gd name="connsiteX0" fmla="*/ 0 w 12192000"/>
              <a:gd name="connsiteY0" fmla="*/ 0 h 792480"/>
              <a:gd name="connsiteX1" fmla="*/ 12192000 w 12192000"/>
              <a:gd name="connsiteY1" fmla="*/ 0 h 792480"/>
              <a:gd name="connsiteX2" fmla="*/ 12192000 w 12192000"/>
              <a:gd name="connsiteY2" fmla="*/ 792480 h 792480"/>
              <a:gd name="connsiteX3" fmla="*/ 0 w 12192000"/>
              <a:gd name="connsiteY3" fmla="*/ 792480 h 792480"/>
              <a:gd name="connsiteX4" fmla="*/ 0 w 12192000"/>
              <a:gd name="connsiteY4" fmla="*/ 0 h 792480"/>
              <a:gd name="connsiteX0-1" fmla="*/ 0 w 12192000"/>
              <a:gd name="connsiteY0-2" fmla="*/ 0 h 792480"/>
              <a:gd name="connsiteX1-3" fmla="*/ 12192000 w 12192000"/>
              <a:gd name="connsiteY1-4" fmla="*/ 0 h 792480"/>
              <a:gd name="connsiteX2-5" fmla="*/ 12192000 w 12192000"/>
              <a:gd name="connsiteY2-6" fmla="*/ 792480 h 792480"/>
              <a:gd name="connsiteX3-7" fmla="*/ 10160 w 12192000"/>
              <a:gd name="connsiteY3-8" fmla="*/ 345440 h 792480"/>
              <a:gd name="connsiteX4-9" fmla="*/ 0 w 12192000"/>
              <a:gd name="connsiteY4-10" fmla="*/ 0 h 792480"/>
              <a:gd name="connsiteX0-11" fmla="*/ 0 w 12192000"/>
              <a:gd name="connsiteY0-12" fmla="*/ 0 h 792480"/>
              <a:gd name="connsiteX1-13" fmla="*/ 12192000 w 12192000"/>
              <a:gd name="connsiteY1-14" fmla="*/ 0 h 792480"/>
              <a:gd name="connsiteX2-15" fmla="*/ 12192000 w 12192000"/>
              <a:gd name="connsiteY2-16" fmla="*/ 792480 h 792480"/>
              <a:gd name="connsiteX3-17" fmla="*/ 10160 w 12192000"/>
              <a:gd name="connsiteY3-18" fmla="*/ 345440 h 792480"/>
              <a:gd name="connsiteX4-19" fmla="*/ 0 w 12192000"/>
              <a:gd name="connsiteY4-20" fmla="*/ 0 h 792480"/>
              <a:gd name="connsiteX0-21" fmla="*/ 0 w 12192000"/>
              <a:gd name="connsiteY0-22" fmla="*/ 0 h 914446"/>
              <a:gd name="connsiteX1-23" fmla="*/ 12192000 w 12192000"/>
              <a:gd name="connsiteY1-24" fmla="*/ 0 h 914446"/>
              <a:gd name="connsiteX2-25" fmla="*/ 12192000 w 12192000"/>
              <a:gd name="connsiteY2-26" fmla="*/ 792480 h 914446"/>
              <a:gd name="connsiteX3-27" fmla="*/ 10160 w 12192000"/>
              <a:gd name="connsiteY3-28" fmla="*/ 345440 h 914446"/>
              <a:gd name="connsiteX4-29" fmla="*/ 0 w 12192000"/>
              <a:gd name="connsiteY4-30" fmla="*/ 0 h 914446"/>
              <a:gd name="connsiteX0-31" fmla="*/ 0 w 12192000"/>
              <a:gd name="connsiteY0-32" fmla="*/ 0 h 855886"/>
              <a:gd name="connsiteX1-33" fmla="*/ 12192000 w 12192000"/>
              <a:gd name="connsiteY1-34" fmla="*/ 0 h 855886"/>
              <a:gd name="connsiteX2-35" fmla="*/ 12192000 w 12192000"/>
              <a:gd name="connsiteY2-36" fmla="*/ 792480 h 855886"/>
              <a:gd name="connsiteX3-37" fmla="*/ 10160 w 12192000"/>
              <a:gd name="connsiteY3-38" fmla="*/ 345440 h 855886"/>
              <a:gd name="connsiteX4-39" fmla="*/ 0 w 12192000"/>
              <a:gd name="connsiteY4-40" fmla="*/ 0 h 855886"/>
              <a:gd name="connsiteX0-41" fmla="*/ 0 w 12192000"/>
              <a:gd name="connsiteY0-42" fmla="*/ 0 h 792508"/>
              <a:gd name="connsiteX1-43" fmla="*/ 12192000 w 12192000"/>
              <a:gd name="connsiteY1-44" fmla="*/ 0 h 792508"/>
              <a:gd name="connsiteX2-45" fmla="*/ 12192000 w 12192000"/>
              <a:gd name="connsiteY2-46" fmla="*/ 792480 h 792508"/>
              <a:gd name="connsiteX3-47" fmla="*/ 10160 w 12192000"/>
              <a:gd name="connsiteY3-48" fmla="*/ 345440 h 792508"/>
              <a:gd name="connsiteX4-49" fmla="*/ 0 w 12192000"/>
              <a:gd name="connsiteY4-50" fmla="*/ 0 h 792508"/>
              <a:gd name="connsiteX0-51" fmla="*/ 0 w 12192000"/>
              <a:gd name="connsiteY0-52" fmla="*/ 0 h 833387"/>
              <a:gd name="connsiteX1-53" fmla="*/ 12192000 w 12192000"/>
              <a:gd name="connsiteY1-54" fmla="*/ 0 h 833387"/>
              <a:gd name="connsiteX2-55" fmla="*/ 12192000 w 12192000"/>
              <a:gd name="connsiteY2-56" fmla="*/ 792480 h 833387"/>
              <a:gd name="connsiteX3-57" fmla="*/ 9215120 w 12192000"/>
              <a:gd name="connsiteY3-58" fmla="*/ 680720 h 833387"/>
              <a:gd name="connsiteX4-59" fmla="*/ 10160 w 12192000"/>
              <a:gd name="connsiteY4-60" fmla="*/ 345440 h 833387"/>
              <a:gd name="connsiteX5" fmla="*/ 0 w 12192000"/>
              <a:gd name="connsiteY5" fmla="*/ 0 h 833387"/>
              <a:gd name="connsiteX0-61" fmla="*/ 0 w 12192000"/>
              <a:gd name="connsiteY0-62" fmla="*/ 0 h 810530"/>
              <a:gd name="connsiteX1-63" fmla="*/ 12192000 w 12192000"/>
              <a:gd name="connsiteY1-64" fmla="*/ 0 h 810530"/>
              <a:gd name="connsiteX2-65" fmla="*/ 12192000 w 12192000"/>
              <a:gd name="connsiteY2-66" fmla="*/ 792480 h 810530"/>
              <a:gd name="connsiteX3-67" fmla="*/ 8879840 w 12192000"/>
              <a:gd name="connsiteY3-68" fmla="*/ 375920 h 810530"/>
              <a:gd name="connsiteX4-69" fmla="*/ 10160 w 12192000"/>
              <a:gd name="connsiteY4-70" fmla="*/ 345440 h 810530"/>
              <a:gd name="connsiteX5-71" fmla="*/ 0 w 12192000"/>
              <a:gd name="connsiteY5-72" fmla="*/ 0 h 810530"/>
              <a:gd name="connsiteX0-73" fmla="*/ 0 w 12192000"/>
              <a:gd name="connsiteY0-74" fmla="*/ 0 h 803483"/>
              <a:gd name="connsiteX1-75" fmla="*/ 12192000 w 12192000"/>
              <a:gd name="connsiteY1-76" fmla="*/ 0 h 803483"/>
              <a:gd name="connsiteX2-77" fmla="*/ 12192000 w 12192000"/>
              <a:gd name="connsiteY2-78" fmla="*/ 792480 h 803483"/>
              <a:gd name="connsiteX3-79" fmla="*/ 9834880 w 12192000"/>
              <a:gd name="connsiteY3-80" fmla="*/ 457200 h 803483"/>
              <a:gd name="connsiteX4-81" fmla="*/ 8879840 w 12192000"/>
              <a:gd name="connsiteY4-82" fmla="*/ 375920 h 803483"/>
              <a:gd name="connsiteX5-83" fmla="*/ 10160 w 12192000"/>
              <a:gd name="connsiteY5-84" fmla="*/ 345440 h 803483"/>
              <a:gd name="connsiteX6" fmla="*/ 0 w 12192000"/>
              <a:gd name="connsiteY6" fmla="*/ 0 h 803483"/>
              <a:gd name="connsiteX0-85" fmla="*/ 0 w 12192000"/>
              <a:gd name="connsiteY0-86" fmla="*/ 0 h 803483"/>
              <a:gd name="connsiteX1-87" fmla="*/ 12192000 w 12192000"/>
              <a:gd name="connsiteY1-88" fmla="*/ 0 h 803483"/>
              <a:gd name="connsiteX2-89" fmla="*/ 12192000 w 12192000"/>
              <a:gd name="connsiteY2-90" fmla="*/ 792480 h 803483"/>
              <a:gd name="connsiteX3-91" fmla="*/ 9834880 w 12192000"/>
              <a:gd name="connsiteY3-92" fmla="*/ 457200 h 803483"/>
              <a:gd name="connsiteX4-93" fmla="*/ 8879840 w 12192000"/>
              <a:gd name="connsiteY4-94" fmla="*/ 375920 h 803483"/>
              <a:gd name="connsiteX5-95" fmla="*/ 10160 w 12192000"/>
              <a:gd name="connsiteY5-96" fmla="*/ 345440 h 803483"/>
              <a:gd name="connsiteX6-97" fmla="*/ 0 w 12192000"/>
              <a:gd name="connsiteY6-98" fmla="*/ 0 h 803483"/>
              <a:gd name="connsiteX0-99" fmla="*/ 1320314 w 13512314"/>
              <a:gd name="connsiteY0-100" fmla="*/ 0 h 803483"/>
              <a:gd name="connsiteX1-101" fmla="*/ 13512314 w 13512314"/>
              <a:gd name="connsiteY1-102" fmla="*/ 0 h 803483"/>
              <a:gd name="connsiteX2-103" fmla="*/ 13512314 w 13512314"/>
              <a:gd name="connsiteY2-104" fmla="*/ 792480 h 803483"/>
              <a:gd name="connsiteX3-105" fmla="*/ 11155194 w 13512314"/>
              <a:gd name="connsiteY3-106" fmla="*/ 457200 h 803483"/>
              <a:gd name="connsiteX4-107" fmla="*/ 10200154 w 13512314"/>
              <a:gd name="connsiteY4-108" fmla="*/ 375920 h 803483"/>
              <a:gd name="connsiteX5-109" fmla="*/ 1330474 w 13512314"/>
              <a:gd name="connsiteY5-110" fmla="*/ 345440 h 803483"/>
              <a:gd name="connsiteX6-111" fmla="*/ 1320314 w 13512314"/>
              <a:gd name="connsiteY6-112" fmla="*/ 0 h 803483"/>
              <a:gd name="connsiteX0-113" fmla="*/ 1320314 w 14509230"/>
              <a:gd name="connsiteY0-114" fmla="*/ 0 h 803483"/>
              <a:gd name="connsiteX1-115" fmla="*/ 13512314 w 14509230"/>
              <a:gd name="connsiteY1-116" fmla="*/ 0 h 803483"/>
              <a:gd name="connsiteX2-117" fmla="*/ 13512314 w 14509230"/>
              <a:gd name="connsiteY2-118" fmla="*/ 792480 h 803483"/>
              <a:gd name="connsiteX3-119" fmla="*/ 11155194 w 14509230"/>
              <a:gd name="connsiteY3-120" fmla="*/ 457200 h 803483"/>
              <a:gd name="connsiteX4-121" fmla="*/ 10200154 w 14509230"/>
              <a:gd name="connsiteY4-122" fmla="*/ 375920 h 803483"/>
              <a:gd name="connsiteX5-123" fmla="*/ 1330474 w 14509230"/>
              <a:gd name="connsiteY5-124" fmla="*/ 345440 h 803483"/>
              <a:gd name="connsiteX6-125" fmla="*/ 1320314 w 14509230"/>
              <a:gd name="connsiteY6-126" fmla="*/ 0 h 803483"/>
              <a:gd name="connsiteX0-127" fmla="*/ 1320314 w 14511121"/>
              <a:gd name="connsiteY0-128" fmla="*/ 0 h 803483"/>
              <a:gd name="connsiteX1-129" fmla="*/ 13512314 w 14511121"/>
              <a:gd name="connsiteY1-130" fmla="*/ 0 h 803483"/>
              <a:gd name="connsiteX2-131" fmla="*/ 13512314 w 14511121"/>
              <a:gd name="connsiteY2-132" fmla="*/ 792480 h 803483"/>
              <a:gd name="connsiteX3-133" fmla="*/ 11155194 w 14511121"/>
              <a:gd name="connsiteY3-134" fmla="*/ 457200 h 803483"/>
              <a:gd name="connsiteX4-135" fmla="*/ 10200154 w 14511121"/>
              <a:gd name="connsiteY4-136" fmla="*/ 375920 h 803483"/>
              <a:gd name="connsiteX5-137" fmla="*/ 1330474 w 14511121"/>
              <a:gd name="connsiteY5-138" fmla="*/ 345440 h 803483"/>
              <a:gd name="connsiteX6-139" fmla="*/ 1320314 w 14511121"/>
              <a:gd name="connsiteY6-140" fmla="*/ 0 h 803483"/>
              <a:gd name="connsiteX0-141" fmla="*/ 1320314 w 13686915"/>
              <a:gd name="connsiteY0-142" fmla="*/ 0 h 803483"/>
              <a:gd name="connsiteX1-143" fmla="*/ 13512314 w 13686915"/>
              <a:gd name="connsiteY1-144" fmla="*/ 0 h 803483"/>
              <a:gd name="connsiteX2-145" fmla="*/ 13512314 w 13686915"/>
              <a:gd name="connsiteY2-146" fmla="*/ 792480 h 803483"/>
              <a:gd name="connsiteX3-147" fmla="*/ 11155194 w 13686915"/>
              <a:gd name="connsiteY3-148" fmla="*/ 457200 h 803483"/>
              <a:gd name="connsiteX4-149" fmla="*/ 10200154 w 13686915"/>
              <a:gd name="connsiteY4-150" fmla="*/ 375920 h 803483"/>
              <a:gd name="connsiteX5-151" fmla="*/ 1330474 w 13686915"/>
              <a:gd name="connsiteY5-152" fmla="*/ 345440 h 803483"/>
              <a:gd name="connsiteX6-153" fmla="*/ 1320314 w 13686915"/>
              <a:gd name="connsiteY6-154" fmla="*/ 0 h 803483"/>
              <a:gd name="connsiteX0-155" fmla="*/ 1320314 w 13512314"/>
              <a:gd name="connsiteY0-156" fmla="*/ 0 h 803483"/>
              <a:gd name="connsiteX1-157" fmla="*/ 13512314 w 13512314"/>
              <a:gd name="connsiteY1-158" fmla="*/ 0 h 803483"/>
              <a:gd name="connsiteX2-159" fmla="*/ 13512314 w 13512314"/>
              <a:gd name="connsiteY2-160" fmla="*/ 792480 h 803483"/>
              <a:gd name="connsiteX3-161" fmla="*/ 11155194 w 13512314"/>
              <a:gd name="connsiteY3-162" fmla="*/ 457200 h 803483"/>
              <a:gd name="connsiteX4-163" fmla="*/ 10200154 w 13512314"/>
              <a:gd name="connsiteY4-164" fmla="*/ 375920 h 803483"/>
              <a:gd name="connsiteX5-165" fmla="*/ 1330474 w 13512314"/>
              <a:gd name="connsiteY5-166" fmla="*/ 345440 h 803483"/>
              <a:gd name="connsiteX6-167" fmla="*/ 1320314 w 13512314"/>
              <a:gd name="connsiteY6-168" fmla="*/ 0 h 803483"/>
              <a:gd name="connsiteX0-169" fmla="*/ 1320314 w 13512314"/>
              <a:gd name="connsiteY0-170" fmla="*/ 0 h 847119"/>
              <a:gd name="connsiteX1-171" fmla="*/ 13512314 w 13512314"/>
              <a:gd name="connsiteY1-172" fmla="*/ 0 h 847119"/>
              <a:gd name="connsiteX2-173" fmla="*/ 13512314 w 13512314"/>
              <a:gd name="connsiteY2-174" fmla="*/ 792480 h 847119"/>
              <a:gd name="connsiteX3-175" fmla="*/ 11368554 w 13512314"/>
              <a:gd name="connsiteY3-176" fmla="*/ 792480 h 847119"/>
              <a:gd name="connsiteX4-177" fmla="*/ 10200154 w 13512314"/>
              <a:gd name="connsiteY4-178" fmla="*/ 375920 h 847119"/>
              <a:gd name="connsiteX5-179" fmla="*/ 1330474 w 13512314"/>
              <a:gd name="connsiteY5-180" fmla="*/ 345440 h 847119"/>
              <a:gd name="connsiteX6-181" fmla="*/ 1320314 w 13512314"/>
              <a:gd name="connsiteY6-182" fmla="*/ 0 h 847119"/>
              <a:gd name="connsiteX0-183" fmla="*/ 1320314 w 13512314"/>
              <a:gd name="connsiteY0-184" fmla="*/ 0 h 869791"/>
              <a:gd name="connsiteX1-185" fmla="*/ 13512314 w 13512314"/>
              <a:gd name="connsiteY1-186" fmla="*/ 0 h 869791"/>
              <a:gd name="connsiteX2-187" fmla="*/ 13512314 w 13512314"/>
              <a:gd name="connsiteY2-188" fmla="*/ 792480 h 869791"/>
              <a:gd name="connsiteX3-189" fmla="*/ 11368554 w 13512314"/>
              <a:gd name="connsiteY3-190" fmla="*/ 792480 h 869791"/>
              <a:gd name="connsiteX4-191" fmla="*/ 10200154 w 13512314"/>
              <a:gd name="connsiteY4-192" fmla="*/ 375920 h 869791"/>
              <a:gd name="connsiteX5-193" fmla="*/ 1330474 w 13512314"/>
              <a:gd name="connsiteY5-194" fmla="*/ 345440 h 869791"/>
              <a:gd name="connsiteX6-195" fmla="*/ 1320314 w 13512314"/>
              <a:gd name="connsiteY6-196" fmla="*/ 0 h 869791"/>
              <a:gd name="connsiteX0-197" fmla="*/ 1320314 w 13512314"/>
              <a:gd name="connsiteY0-198" fmla="*/ 0 h 851182"/>
              <a:gd name="connsiteX1-199" fmla="*/ 13512314 w 13512314"/>
              <a:gd name="connsiteY1-200" fmla="*/ 0 h 851182"/>
              <a:gd name="connsiteX2-201" fmla="*/ 13512314 w 13512314"/>
              <a:gd name="connsiteY2-202" fmla="*/ 792480 h 851182"/>
              <a:gd name="connsiteX3-203" fmla="*/ 11368554 w 13512314"/>
              <a:gd name="connsiteY3-204" fmla="*/ 792480 h 851182"/>
              <a:gd name="connsiteX4-205" fmla="*/ 10200154 w 13512314"/>
              <a:gd name="connsiteY4-206" fmla="*/ 375920 h 851182"/>
              <a:gd name="connsiteX5-207" fmla="*/ 1330474 w 13512314"/>
              <a:gd name="connsiteY5-208" fmla="*/ 345440 h 851182"/>
              <a:gd name="connsiteX6-209" fmla="*/ 1320314 w 13512314"/>
              <a:gd name="connsiteY6-210" fmla="*/ 0 h 851182"/>
              <a:gd name="connsiteX0-211" fmla="*/ 1320314 w 13512314"/>
              <a:gd name="connsiteY0-212" fmla="*/ 0 h 806026"/>
              <a:gd name="connsiteX1-213" fmla="*/ 13512314 w 13512314"/>
              <a:gd name="connsiteY1-214" fmla="*/ 0 h 806026"/>
              <a:gd name="connsiteX2-215" fmla="*/ 13512314 w 13512314"/>
              <a:gd name="connsiteY2-216" fmla="*/ 792480 h 806026"/>
              <a:gd name="connsiteX3-217" fmla="*/ 11368554 w 13512314"/>
              <a:gd name="connsiteY3-218" fmla="*/ 792480 h 806026"/>
              <a:gd name="connsiteX4-219" fmla="*/ 10200154 w 13512314"/>
              <a:gd name="connsiteY4-220" fmla="*/ 375920 h 806026"/>
              <a:gd name="connsiteX5-221" fmla="*/ 1330474 w 13512314"/>
              <a:gd name="connsiteY5-222" fmla="*/ 345440 h 806026"/>
              <a:gd name="connsiteX6-223" fmla="*/ 1320314 w 13512314"/>
              <a:gd name="connsiteY6-224" fmla="*/ 0 h 806026"/>
              <a:gd name="connsiteX0-225" fmla="*/ 1320314 w 13512314"/>
              <a:gd name="connsiteY0-226" fmla="*/ 0 h 806026"/>
              <a:gd name="connsiteX1-227" fmla="*/ 13512314 w 13512314"/>
              <a:gd name="connsiteY1-228" fmla="*/ 0 h 806026"/>
              <a:gd name="connsiteX2-229" fmla="*/ 13512314 w 13512314"/>
              <a:gd name="connsiteY2-230" fmla="*/ 792480 h 806026"/>
              <a:gd name="connsiteX3-231" fmla="*/ 11368554 w 13512314"/>
              <a:gd name="connsiteY3-232" fmla="*/ 792480 h 806026"/>
              <a:gd name="connsiteX4-233" fmla="*/ 10200154 w 13512314"/>
              <a:gd name="connsiteY4-234" fmla="*/ 375920 h 806026"/>
              <a:gd name="connsiteX5-235" fmla="*/ 1330474 w 13512314"/>
              <a:gd name="connsiteY5-236" fmla="*/ 345440 h 806026"/>
              <a:gd name="connsiteX6-237" fmla="*/ 1320314 w 13512314"/>
              <a:gd name="connsiteY6-238" fmla="*/ 0 h 806026"/>
              <a:gd name="connsiteX0-239" fmla="*/ 1320314 w 13512314"/>
              <a:gd name="connsiteY0-240" fmla="*/ 0 h 806026"/>
              <a:gd name="connsiteX1-241" fmla="*/ 13512314 w 13512314"/>
              <a:gd name="connsiteY1-242" fmla="*/ 0 h 806026"/>
              <a:gd name="connsiteX2-243" fmla="*/ 13512314 w 13512314"/>
              <a:gd name="connsiteY2-244" fmla="*/ 792480 h 806026"/>
              <a:gd name="connsiteX3-245" fmla="*/ 11368554 w 13512314"/>
              <a:gd name="connsiteY3-246" fmla="*/ 792480 h 806026"/>
              <a:gd name="connsiteX4-247" fmla="*/ 10200154 w 13512314"/>
              <a:gd name="connsiteY4-248" fmla="*/ 375920 h 806026"/>
              <a:gd name="connsiteX5-249" fmla="*/ 1330474 w 13512314"/>
              <a:gd name="connsiteY5-250" fmla="*/ 345440 h 806026"/>
              <a:gd name="connsiteX6-251" fmla="*/ 1320314 w 13512314"/>
              <a:gd name="connsiteY6-252" fmla="*/ 0 h 806026"/>
              <a:gd name="connsiteX0-253" fmla="*/ 1320314 w 13512314"/>
              <a:gd name="connsiteY0-254" fmla="*/ 0 h 806026"/>
              <a:gd name="connsiteX1-255" fmla="*/ 13512314 w 13512314"/>
              <a:gd name="connsiteY1-256" fmla="*/ 0 h 806026"/>
              <a:gd name="connsiteX2-257" fmla="*/ 13512314 w 13512314"/>
              <a:gd name="connsiteY2-258" fmla="*/ 792480 h 806026"/>
              <a:gd name="connsiteX3-259" fmla="*/ 11368554 w 13512314"/>
              <a:gd name="connsiteY3-260" fmla="*/ 792480 h 806026"/>
              <a:gd name="connsiteX4-261" fmla="*/ 10200154 w 13512314"/>
              <a:gd name="connsiteY4-262" fmla="*/ 375920 h 806026"/>
              <a:gd name="connsiteX5-263" fmla="*/ 1330474 w 13512314"/>
              <a:gd name="connsiteY5-264" fmla="*/ 345440 h 806026"/>
              <a:gd name="connsiteX6-265" fmla="*/ 1320314 w 13512314"/>
              <a:gd name="connsiteY6-266" fmla="*/ 0 h 806026"/>
              <a:gd name="connsiteX0-267" fmla="*/ 1320314 w 13512314"/>
              <a:gd name="connsiteY0-268" fmla="*/ 0 h 806026"/>
              <a:gd name="connsiteX1-269" fmla="*/ 13512314 w 13512314"/>
              <a:gd name="connsiteY1-270" fmla="*/ 0 h 806026"/>
              <a:gd name="connsiteX2-271" fmla="*/ 13512314 w 13512314"/>
              <a:gd name="connsiteY2-272" fmla="*/ 792480 h 806026"/>
              <a:gd name="connsiteX3-273" fmla="*/ 11368554 w 13512314"/>
              <a:gd name="connsiteY3-274" fmla="*/ 792480 h 806026"/>
              <a:gd name="connsiteX4-275" fmla="*/ 10200154 w 13512314"/>
              <a:gd name="connsiteY4-276" fmla="*/ 375920 h 806026"/>
              <a:gd name="connsiteX5-277" fmla="*/ 1330474 w 13512314"/>
              <a:gd name="connsiteY5-278" fmla="*/ 345440 h 806026"/>
              <a:gd name="connsiteX6-279" fmla="*/ 1320314 w 13512314"/>
              <a:gd name="connsiteY6-280" fmla="*/ 0 h 806026"/>
              <a:gd name="connsiteX0-281" fmla="*/ 1320314 w 13512314"/>
              <a:gd name="connsiteY0-282" fmla="*/ 0 h 806026"/>
              <a:gd name="connsiteX1-283" fmla="*/ 13512314 w 13512314"/>
              <a:gd name="connsiteY1-284" fmla="*/ 0 h 806026"/>
              <a:gd name="connsiteX2-285" fmla="*/ 13512314 w 13512314"/>
              <a:gd name="connsiteY2-286" fmla="*/ 792480 h 806026"/>
              <a:gd name="connsiteX3-287" fmla="*/ 11368554 w 13512314"/>
              <a:gd name="connsiteY3-288" fmla="*/ 792480 h 806026"/>
              <a:gd name="connsiteX4-289" fmla="*/ 10200154 w 13512314"/>
              <a:gd name="connsiteY4-290" fmla="*/ 375920 h 806026"/>
              <a:gd name="connsiteX5-291" fmla="*/ 1330474 w 13512314"/>
              <a:gd name="connsiteY5-292" fmla="*/ 345440 h 806026"/>
              <a:gd name="connsiteX6-293" fmla="*/ 1320314 w 13512314"/>
              <a:gd name="connsiteY6-294" fmla="*/ 0 h 806026"/>
              <a:gd name="connsiteX0-295" fmla="*/ 1320314 w 13512314"/>
              <a:gd name="connsiteY0-296" fmla="*/ 0 h 806026"/>
              <a:gd name="connsiteX1-297" fmla="*/ 13512314 w 13512314"/>
              <a:gd name="connsiteY1-298" fmla="*/ 0 h 806026"/>
              <a:gd name="connsiteX2-299" fmla="*/ 13512314 w 13512314"/>
              <a:gd name="connsiteY2-300" fmla="*/ 792480 h 806026"/>
              <a:gd name="connsiteX3-301" fmla="*/ 11368554 w 13512314"/>
              <a:gd name="connsiteY3-302" fmla="*/ 792480 h 806026"/>
              <a:gd name="connsiteX4-303" fmla="*/ 10200154 w 13512314"/>
              <a:gd name="connsiteY4-304" fmla="*/ 375920 h 806026"/>
              <a:gd name="connsiteX5-305" fmla="*/ 1330474 w 13512314"/>
              <a:gd name="connsiteY5-306" fmla="*/ 345440 h 806026"/>
              <a:gd name="connsiteX6-307" fmla="*/ 1320314 w 13512314"/>
              <a:gd name="connsiteY6-308" fmla="*/ 0 h 806026"/>
              <a:gd name="connsiteX0-309" fmla="*/ 649073 w 12841073"/>
              <a:gd name="connsiteY0-310" fmla="*/ 59 h 806085"/>
              <a:gd name="connsiteX1-311" fmla="*/ 12841073 w 12841073"/>
              <a:gd name="connsiteY1-312" fmla="*/ 59 h 806085"/>
              <a:gd name="connsiteX2-313" fmla="*/ 12841073 w 12841073"/>
              <a:gd name="connsiteY2-314" fmla="*/ 792539 h 806085"/>
              <a:gd name="connsiteX3-315" fmla="*/ 10697313 w 12841073"/>
              <a:gd name="connsiteY3-316" fmla="*/ 792539 h 806085"/>
              <a:gd name="connsiteX4-317" fmla="*/ 9528913 w 12841073"/>
              <a:gd name="connsiteY4-318" fmla="*/ 375979 h 806085"/>
              <a:gd name="connsiteX5-319" fmla="*/ 659233 w 12841073"/>
              <a:gd name="connsiteY5-320" fmla="*/ 345499 h 806085"/>
              <a:gd name="connsiteX6-321" fmla="*/ 649073 w 12841073"/>
              <a:gd name="connsiteY6-322" fmla="*/ 59 h 806085"/>
              <a:gd name="connsiteX0-323" fmla="*/ 0 w 12192000"/>
              <a:gd name="connsiteY0-324" fmla="*/ 59 h 806085"/>
              <a:gd name="connsiteX1-325" fmla="*/ 12192000 w 12192000"/>
              <a:gd name="connsiteY1-326" fmla="*/ 59 h 806085"/>
              <a:gd name="connsiteX2-327" fmla="*/ 12192000 w 12192000"/>
              <a:gd name="connsiteY2-328" fmla="*/ 792539 h 806085"/>
              <a:gd name="connsiteX3-329" fmla="*/ 10048240 w 12192000"/>
              <a:gd name="connsiteY3-330" fmla="*/ 792539 h 806085"/>
              <a:gd name="connsiteX4-331" fmla="*/ 8879840 w 12192000"/>
              <a:gd name="connsiteY4-332" fmla="*/ 375979 h 806085"/>
              <a:gd name="connsiteX5-333" fmla="*/ 10160 w 12192000"/>
              <a:gd name="connsiteY5-334" fmla="*/ 345499 h 806085"/>
              <a:gd name="connsiteX6-335" fmla="*/ 0 w 12192000"/>
              <a:gd name="connsiteY6-336" fmla="*/ 59 h 806085"/>
              <a:gd name="connsiteX0-337" fmla="*/ 0 w 12196549"/>
              <a:gd name="connsiteY0-338" fmla="*/ 59 h 806085"/>
              <a:gd name="connsiteX1-339" fmla="*/ 12196549 w 12196549"/>
              <a:gd name="connsiteY1-340" fmla="*/ 59 h 806085"/>
              <a:gd name="connsiteX2-341" fmla="*/ 12196549 w 12196549"/>
              <a:gd name="connsiteY2-342" fmla="*/ 792539 h 806085"/>
              <a:gd name="connsiteX3-343" fmla="*/ 10052789 w 12196549"/>
              <a:gd name="connsiteY3-344" fmla="*/ 792539 h 806085"/>
              <a:gd name="connsiteX4-345" fmla="*/ 8884389 w 12196549"/>
              <a:gd name="connsiteY4-346" fmla="*/ 375979 h 806085"/>
              <a:gd name="connsiteX5-347" fmla="*/ 14709 w 12196549"/>
              <a:gd name="connsiteY5-348" fmla="*/ 345499 h 806085"/>
              <a:gd name="connsiteX6-349" fmla="*/ 0 w 12196549"/>
              <a:gd name="connsiteY6-350" fmla="*/ 59 h 806085"/>
              <a:gd name="connsiteX0-351" fmla="*/ 0 w 12196549"/>
              <a:gd name="connsiteY0-352" fmla="*/ 58 h 806084"/>
              <a:gd name="connsiteX1-353" fmla="*/ 12196549 w 12196549"/>
              <a:gd name="connsiteY1-354" fmla="*/ 58 h 806084"/>
              <a:gd name="connsiteX2-355" fmla="*/ 12196549 w 12196549"/>
              <a:gd name="connsiteY2-356" fmla="*/ 792538 h 806084"/>
              <a:gd name="connsiteX3-357" fmla="*/ 10052789 w 12196549"/>
              <a:gd name="connsiteY3-358" fmla="*/ 792538 h 806084"/>
              <a:gd name="connsiteX4-359" fmla="*/ 8884389 w 12196549"/>
              <a:gd name="connsiteY4-360" fmla="*/ 375978 h 806084"/>
              <a:gd name="connsiteX5-361" fmla="*/ 3512 w 12196549"/>
              <a:gd name="connsiteY5-362" fmla="*/ 352962 h 806084"/>
              <a:gd name="connsiteX6-363" fmla="*/ 0 w 12196549"/>
              <a:gd name="connsiteY6-364" fmla="*/ 58 h 806084"/>
              <a:gd name="connsiteX0-365" fmla="*/ 0 w 12200281"/>
              <a:gd name="connsiteY0-366" fmla="*/ 3733 h 806026"/>
              <a:gd name="connsiteX1-367" fmla="*/ 12200281 w 12200281"/>
              <a:gd name="connsiteY1-368" fmla="*/ 0 h 806026"/>
              <a:gd name="connsiteX2-369" fmla="*/ 12200281 w 12200281"/>
              <a:gd name="connsiteY2-370" fmla="*/ 792480 h 806026"/>
              <a:gd name="connsiteX3-371" fmla="*/ 10056521 w 12200281"/>
              <a:gd name="connsiteY3-372" fmla="*/ 792480 h 806026"/>
              <a:gd name="connsiteX4-373" fmla="*/ 8888121 w 12200281"/>
              <a:gd name="connsiteY4-374" fmla="*/ 375920 h 806026"/>
              <a:gd name="connsiteX5-375" fmla="*/ 7244 w 12200281"/>
              <a:gd name="connsiteY5-376" fmla="*/ 352904 h 806026"/>
              <a:gd name="connsiteX6-377" fmla="*/ 0 w 12200281"/>
              <a:gd name="connsiteY6-378" fmla="*/ 3733 h 806026"/>
              <a:gd name="connsiteX0-379" fmla="*/ 0 w 12200281"/>
              <a:gd name="connsiteY0-380" fmla="*/ 3733 h 795992"/>
              <a:gd name="connsiteX1-381" fmla="*/ 12200281 w 12200281"/>
              <a:gd name="connsiteY1-382" fmla="*/ 0 h 795992"/>
              <a:gd name="connsiteX2-383" fmla="*/ 12200281 w 12200281"/>
              <a:gd name="connsiteY2-384" fmla="*/ 792480 h 795992"/>
              <a:gd name="connsiteX3-385" fmla="*/ 10056521 w 12200281"/>
              <a:gd name="connsiteY3-386" fmla="*/ 792480 h 795992"/>
              <a:gd name="connsiteX4-387" fmla="*/ 8888121 w 12200281"/>
              <a:gd name="connsiteY4-388" fmla="*/ 375920 h 795992"/>
              <a:gd name="connsiteX5-389" fmla="*/ 7244 w 12200281"/>
              <a:gd name="connsiteY5-390" fmla="*/ 352904 h 795992"/>
              <a:gd name="connsiteX6-391" fmla="*/ 0 w 12200281"/>
              <a:gd name="connsiteY6-392" fmla="*/ 3733 h 795992"/>
              <a:gd name="connsiteX0-393" fmla="*/ 0 w 12202789"/>
              <a:gd name="connsiteY0-394" fmla="*/ 3733 h 795992"/>
              <a:gd name="connsiteX1-395" fmla="*/ 12200281 w 12202789"/>
              <a:gd name="connsiteY1-396" fmla="*/ 0 h 795992"/>
              <a:gd name="connsiteX2-397" fmla="*/ 12200281 w 12202789"/>
              <a:gd name="connsiteY2-398" fmla="*/ 792480 h 795992"/>
              <a:gd name="connsiteX3-399" fmla="*/ 10056521 w 12202789"/>
              <a:gd name="connsiteY3-400" fmla="*/ 792480 h 795992"/>
              <a:gd name="connsiteX4-401" fmla="*/ 8888121 w 12202789"/>
              <a:gd name="connsiteY4-402" fmla="*/ 375920 h 795992"/>
              <a:gd name="connsiteX5-403" fmla="*/ 7244 w 12202789"/>
              <a:gd name="connsiteY5-404" fmla="*/ 352904 h 795992"/>
              <a:gd name="connsiteX6-405" fmla="*/ 0 w 12202789"/>
              <a:gd name="connsiteY6-406" fmla="*/ 3733 h 795992"/>
              <a:gd name="connsiteX0-407" fmla="*/ 0 w 12202789"/>
              <a:gd name="connsiteY0-408" fmla="*/ 3733 h 795992"/>
              <a:gd name="connsiteX1-409" fmla="*/ 12200281 w 12202789"/>
              <a:gd name="connsiteY1-410" fmla="*/ 0 h 795992"/>
              <a:gd name="connsiteX2-411" fmla="*/ 12200281 w 12202789"/>
              <a:gd name="connsiteY2-412" fmla="*/ 792480 h 795992"/>
              <a:gd name="connsiteX3-413" fmla="*/ 10056521 w 12202789"/>
              <a:gd name="connsiteY3-414" fmla="*/ 792480 h 795992"/>
              <a:gd name="connsiteX4-415" fmla="*/ 8888121 w 12202789"/>
              <a:gd name="connsiteY4-416" fmla="*/ 375920 h 795992"/>
              <a:gd name="connsiteX5-417" fmla="*/ 7244 w 12202789"/>
              <a:gd name="connsiteY5-418" fmla="*/ 352904 h 795992"/>
              <a:gd name="connsiteX6-419" fmla="*/ 0 w 12202789"/>
              <a:gd name="connsiteY6-420" fmla="*/ 3733 h 7959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  <a:cxn ang="0">
                <a:pos x="connsiteX6-97" y="connsiteY6-98"/>
              </a:cxn>
            </a:cxnLst>
            <a:rect l="l" t="t" r="r" b="b"/>
            <a:pathLst>
              <a:path w="12202789" h="795992">
                <a:moveTo>
                  <a:pt x="0" y="3733"/>
                </a:moveTo>
                <a:cubicBezTo>
                  <a:pt x="843" y="9005"/>
                  <a:pt x="8133521" y="1244"/>
                  <a:pt x="12200281" y="0"/>
                </a:cubicBezTo>
                <a:cubicBezTo>
                  <a:pt x="12200281" y="264160"/>
                  <a:pt x="12205925" y="195298"/>
                  <a:pt x="12200281" y="792480"/>
                </a:cubicBezTo>
                <a:cubicBezTo>
                  <a:pt x="12197459" y="800382"/>
                  <a:pt x="11128401" y="792480"/>
                  <a:pt x="10056521" y="792480"/>
                </a:cubicBezTo>
                <a:cubicBezTo>
                  <a:pt x="9504494" y="723053"/>
                  <a:pt x="9560470" y="364162"/>
                  <a:pt x="8888121" y="375920"/>
                </a:cubicBezTo>
                <a:cubicBezTo>
                  <a:pt x="8848376" y="358923"/>
                  <a:pt x="2963804" y="363064"/>
                  <a:pt x="7244" y="352904"/>
                </a:cubicBezTo>
                <a:cubicBezTo>
                  <a:pt x="-1234" y="347814"/>
                  <a:pt x="7897" y="-1515"/>
                  <a:pt x="0" y="3733"/>
                </a:cubicBezTo>
                <a:close/>
              </a:path>
            </a:pathLst>
          </a:custGeom>
          <a:solidFill>
            <a:srgbClr val="4256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-14605" y="6693535"/>
            <a:ext cx="12218035" cy="173990"/>
          </a:xfrm>
          <a:prstGeom prst="rect">
            <a:avLst/>
          </a:prstGeom>
          <a:solidFill>
            <a:srgbClr val="42563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304800" y="565785"/>
            <a:ext cx="1505585" cy="549275"/>
          </a:xfrm>
          <a:prstGeom prst="roundRect">
            <a:avLst/>
          </a:prstGeom>
          <a:noFill/>
          <a:ln w="12700" cap="flat" cmpd="sng" algn="ctr">
            <a:solidFill>
              <a:srgbClr val="42563E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algn="ctr"/>
            <a:r>
              <a:rPr lang="zh-CN" altLang="en-US" sz="2400">
                <a:solidFill>
                  <a:srgbClr val="42563E"/>
                </a:solidFill>
                <a:latin typeface="思源黑体 CN" charset="0"/>
                <a:ea typeface="思源黑体 CN" charset="0"/>
              </a:rPr>
              <a:t>基本流程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3315335" y="1369060"/>
            <a:ext cx="53905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/>
            <a:r>
              <a:rPr lang="zh-CN" sz="2800" b="0">
                <a:solidFill>
                  <a:schemeClr val="accent6"/>
                </a:solidFill>
                <a:latin typeface="华康俪金黑W8(P)" panose="020B0800000000000000" charset="-122"/>
                <a:ea typeface="华康俪金黑W8(P)" panose="020B0800000000000000" charset="-122"/>
              </a:rPr>
              <a:t>智能物联系统开发的基本流程</a:t>
            </a:r>
            <a:endParaRPr lang="zh-CN" altLang="en-US" sz="2800" b="0">
              <a:solidFill>
                <a:schemeClr val="accent6"/>
              </a:solidFill>
              <a:latin typeface="华康俪金黑W8(P)" panose="020B0800000000000000" charset="-122"/>
              <a:ea typeface="华康俪金黑W8(P)" panose="020B0800000000000000" charset="-122"/>
            </a:endParaRPr>
          </a:p>
        </p:txBody>
      </p:sp>
      <p:grpSp>
        <p:nvGrpSpPr>
          <p:cNvPr id="41" name="组合 40"/>
          <p:cNvGrpSpPr/>
          <p:nvPr>
            <p:custDataLst>
              <p:tags r:id="rId2"/>
            </p:custDataLst>
          </p:nvPr>
        </p:nvGrpSpPr>
        <p:grpSpPr>
          <a:xfrm>
            <a:off x="606425" y="2381250"/>
            <a:ext cx="1846580" cy="1846580"/>
            <a:chOff x="932" y="5120"/>
            <a:chExt cx="2908" cy="2908"/>
          </a:xfrm>
        </p:grpSpPr>
        <p:sp>
          <p:nvSpPr>
            <p:cNvPr id="42" name="椭圆 41"/>
            <p:cNvSpPr/>
            <p:nvPr>
              <p:custDataLst>
                <p:tags r:id="rId38"/>
              </p:custDataLst>
            </p:nvPr>
          </p:nvSpPr>
          <p:spPr>
            <a:xfrm>
              <a:off x="1243" y="5427"/>
              <a:ext cx="2288" cy="2287"/>
            </a:xfrm>
            <a:prstGeom prst="ellipse">
              <a:avLst/>
            </a:prstGeom>
            <a:solidFill>
              <a:srgbClr val="376FFF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椭圆 42"/>
            <p:cNvSpPr/>
            <p:nvPr>
              <p:custDataLst>
                <p:tags r:id="rId39"/>
              </p:custDataLst>
            </p:nvPr>
          </p:nvSpPr>
          <p:spPr>
            <a:xfrm>
              <a:off x="1361" y="5546"/>
              <a:ext cx="2052" cy="2052"/>
            </a:xfrm>
            <a:prstGeom prst="ellipse">
              <a:avLst/>
            </a:prstGeom>
            <a:solidFill>
              <a:srgbClr val="376FFF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52400">
                <a:srgbClr val="376FFF">
                  <a:lumMod val="20000"/>
                  <a:lumOff val="80000"/>
                  <a:alpha val="60000"/>
                </a:srgbClr>
              </a:innerShdw>
            </a:effectLst>
          </p:spPr>
          <p:txBody>
            <a:bodyPr vertOverflow="overflow" horzOverflow="overflow" vert="horz" wrap="square" tIns="252095" bIns="0" numCol="1" spcCol="0" rtlCol="0" fromWordArt="0" anchor="t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6" name="椭圆 45"/>
            <p:cNvSpPr/>
            <p:nvPr>
              <p:custDataLst>
                <p:tags r:id="rId40"/>
              </p:custDataLst>
            </p:nvPr>
          </p:nvSpPr>
          <p:spPr>
            <a:xfrm>
              <a:off x="1468" y="5651"/>
              <a:ext cx="1838" cy="1838"/>
            </a:xfrm>
            <a:prstGeom prst="ellipse">
              <a:avLst/>
            </a:prstGeom>
            <a:noFill/>
            <a:ln w="12700" cap="flat" cmpd="sng" algn="ctr">
              <a:gradFill>
                <a:gsLst>
                  <a:gs pos="0">
                    <a:srgbClr val="FFFFFF">
                      <a:alpha val="45000"/>
                    </a:srgbClr>
                  </a:gs>
                  <a:gs pos="100000">
                    <a:srgbClr val="FFFFFF">
                      <a:alpha val="45000"/>
                    </a:srgbClr>
                  </a:gs>
                  <a:gs pos="75000">
                    <a:srgbClr val="FFFFFF">
                      <a:alpha val="0"/>
                    </a:srgbClr>
                  </a:gs>
                  <a:gs pos="25000">
                    <a:srgbClr val="FFFFF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dist="12700" dir="5400000" algn="t" rotWithShape="0">
                <a:srgbClr val="376FFF">
                  <a:lumMod val="75000"/>
                  <a:alpha val="30000"/>
                </a:srgbClr>
              </a:outerShdw>
            </a:effectLst>
          </p:spPr>
          <p:txBody>
            <a:bodyPr vertOverflow="overflow" horzOverflow="overflow" vert="horz" wrap="square" tIns="45720" numCol="1" spcCol="0" rtlCol="0" fromWordArt="0" anchor="ctr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" name="弧形 46"/>
            <p:cNvSpPr/>
            <p:nvPr>
              <p:custDataLst>
                <p:tags r:id="rId41"/>
              </p:custDataLst>
            </p:nvPr>
          </p:nvSpPr>
          <p:spPr>
            <a:xfrm flipV="1">
              <a:off x="932" y="5120"/>
              <a:ext cx="2909" cy="2909"/>
            </a:xfrm>
            <a:prstGeom prst="arc">
              <a:avLst>
                <a:gd name="adj1" fmla="val 1352946"/>
                <a:gd name="adj2" fmla="val 10848491"/>
              </a:avLst>
            </a:prstGeom>
            <a:noFill/>
            <a:ln w="44450" cap="rnd" cmpd="sng" algn="ctr">
              <a:solidFill>
                <a:srgbClr val="376FFF">
                  <a:alpha val="50000"/>
                </a:srgbClr>
              </a:solidFill>
              <a:prstDash val="solid"/>
              <a:miter lim="800000"/>
              <a:headEnd type="triangle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9" name="图片 15" descr="343439383331313b343532303033313bd3a6d3c3c9ccb3c7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2203" y="6036"/>
              <a:ext cx="397" cy="397"/>
            </a:xfrm>
            <a:prstGeom prst="rect">
              <a:avLst/>
            </a:prstGeom>
          </p:spPr>
        </p:pic>
        <p:sp>
          <p:nvSpPr>
            <p:cNvPr id="50" name="矩形 49"/>
            <p:cNvSpPr/>
            <p:nvPr>
              <p:custDataLst>
                <p:tags r:id="rId43"/>
              </p:custDataLst>
            </p:nvPr>
          </p:nvSpPr>
          <p:spPr>
            <a:xfrm>
              <a:off x="1466" y="6460"/>
              <a:ext cx="1842" cy="812"/>
            </a:xfrm>
            <a:prstGeom prst="rect">
              <a:avLst/>
            </a:prstGeom>
            <a:noFill/>
          </p:spPr>
          <p:txBody>
            <a:bodyPr wrap="square" lIns="36195" tIns="36195" rIns="36195" bIns="36195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</a:rPr>
                <a:t>需求分析</a:t>
              </a:r>
            </a:p>
          </p:txBody>
        </p:sp>
      </p:grpSp>
      <p:grpSp>
        <p:nvGrpSpPr>
          <p:cNvPr id="52" name="组合 51"/>
          <p:cNvGrpSpPr/>
          <p:nvPr>
            <p:custDataLst>
              <p:tags r:id="rId3"/>
            </p:custDataLst>
          </p:nvPr>
        </p:nvGrpSpPr>
        <p:grpSpPr>
          <a:xfrm>
            <a:off x="2433320" y="2381250"/>
            <a:ext cx="1846580" cy="1846580"/>
            <a:chOff x="3809" y="5120"/>
            <a:chExt cx="2908" cy="2908"/>
          </a:xfrm>
        </p:grpSpPr>
        <p:sp>
          <p:nvSpPr>
            <p:cNvPr id="59" name="椭圆 58"/>
            <p:cNvSpPr/>
            <p:nvPr>
              <p:custDataLst>
                <p:tags r:id="rId32"/>
              </p:custDataLst>
            </p:nvPr>
          </p:nvSpPr>
          <p:spPr>
            <a:xfrm>
              <a:off x="4120" y="5427"/>
              <a:ext cx="2288" cy="2287"/>
            </a:xfrm>
            <a:prstGeom prst="ellipse">
              <a:avLst/>
            </a:prstGeom>
            <a:solidFill>
              <a:srgbClr val="17D594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椭圆 59"/>
            <p:cNvSpPr/>
            <p:nvPr>
              <p:custDataLst>
                <p:tags r:id="rId33"/>
              </p:custDataLst>
            </p:nvPr>
          </p:nvSpPr>
          <p:spPr>
            <a:xfrm>
              <a:off x="4238" y="5546"/>
              <a:ext cx="2052" cy="2052"/>
            </a:xfrm>
            <a:prstGeom prst="ellipse">
              <a:avLst/>
            </a:prstGeom>
            <a:solidFill>
              <a:srgbClr val="17D594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52400">
                <a:srgbClr val="17D594">
                  <a:lumMod val="20000"/>
                  <a:lumOff val="80000"/>
                  <a:alpha val="60000"/>
                </a:srgbClr>
              </a:innerShdw>
            </a:effectLst>
          </p:spPr>
          <p:txBody>
            <a:bodyPr vertOverflow="overflow" horzOverflow="overflow" vert="horz" wrap="square" tIns="252095" bIns="0" numCol="1" spcCol="0" rtlCol="0" fromWordArt="0" anchor="t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" name="椭圆 60"/>
            <p:cNvSpPr/>
            <p:nvPr>
              <p:custDataLst>
                <p:tags r:id="rId34"/>
              </p:custDataLst>
            </p:nvPr>
          </p:nvSpPr>
          <p:spPr>
            <a:xfrm>
              <a:off x="4345" y="5651"/>
              <a:ext cx="1838" cy="1838"/>
            </a:xfrm>
            <a:prstGeom prst="ellipse">
              <a:avLst/>
            </a:prstGeom>
            <a:noFill/>
            <a:ln w="12700" cap="flat" cmpd="sng" algn="ctr">
              <a:gradFill>
                <a:gsLst>
                  <a:gs pos="0">
                    <a:srgbClr val="FFFFFF">
                      <a:alpha val="45000"/>
                    </a:srgbClr>
                  </a:gs>
                  <a:gs pos="100000">
                    <a:srgbClr val="FFFFFF">
                      <a:alpha val="45000"/>
                    </a:srgbClr>
                  </a:gs>
                  <a:gs pos="75000">
                    <a:srgbClr val="FFFFFF">
                      <a:alpha val="0"/>
                    </a:srgbClr>
                  </a:gs>
                  <a:gs pos="25000">
                    <a:srgbClr val="FFFFF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dist="12700" dir="5400000" algn="t" rotWithShape="0">
                <a:srgbClr val="17D594">
                  <a:lumMod val="75000"/>
                  <a:alpha val="30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弧形 61"/>
            <p:cNvSpPr/>
            <p:nvPr>
              <p:custDataLst>
                <p:tags r:id="rId35"/>
              </p:custDataLst>
            </p:nvPr>
          </p:nvSpPr>
          <p:spPr>
            <a:xfrm flipV="1">
              <a:off x="3809" y="5120"/>
              <a:ext cx="2909" cy="2909"/>
            </a:xfrm>
            <a:prstGeom prst="arc">
              <a:avLst>
                <a:gd name="adj1" fmla="val 10822527"/>
                <a:gd name="adj2" fmla="val 20157622"/>
              </a:avLst>
            </a:prstGeom>
            <a:noFill/>
            <a:ln w="44450" cap="rnd" cmpd="sng" algn="ctr">
              <a:solidFill>
                <a:srgbClr val="17D594">
                  <a:alpha val="50000"/>
                </a:srgbClr>
              </a:solidFill>
              <a:prstDash val="solid"/>
              <a:miter lim="800000"/>
              <a:headEnd type="none"/>
              <a:tailEnd type="triangle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63" name="图片 19" descr="343435383038363b343532323339393bd6b4d0d0d5aad2aa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5069" y="5995"/>
              <a:ext cx="397" cy="397"/>
            </a:xfrm>
            <a:prstGeom prst="rect">
              <a:avLst/>
            </a:prstGeom>
          </p:spPr>
        </p:pic>
        <p:sp>
          <p:nvSpPr>
            <p:cNvPr id="64" name="矩形 63"/>
            <p:cNvSpPr/>
            <p:nvPr>
              <p:custDataLst>
                <p:tags r:id="rId37"/>
              </p:custDataLst>
            </p:nvPr>
          </p:nvSpPr>
          <p:spPr>
            <a:xfrm>
              <a:off x="4343" y="6460"/>
              <a:ext cx="1842" cy="812"/>
            </a:xfrm>
            <a:prstGeom prst="rect">
              <a:avLst/>
            </a:prstGeom>
            <a:noFill/>
          </p:spPr>
          <p:txBody>
            <a:bodyPr wrap="square" lIns="36195" tIns="36195" rIns="36195" bIns="36195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>
                  <a:solidFill>
                    <a:srgbClr val="FFFFFF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</a:rPr>
                <a:t>整体设计</a:t>
              </a:r>
            </a:p>
          </p:txBody>
        </p:sp>
      </p:grpSp>
      <p:grpSp>
        <p:nvGrpSpPr>
          <p:cNvPr id="65" name="组合 64"/>
          <p:cNvGrpSpPr/>
          <p:nvPr>
            <p:custDataLst>
              <p:tags r:id="rId4"/>
            </p:custDataLst>
          </p:nvPr>
        </p:nvGrpSpPr>
        <p:grpSpPr>
          <a:xfrm>
            <a:off x="4258945" y="2381250"/>
            <a:ext cx="1846580" cy="1846580"/>
            <a:chOff x="6684" y="5120"/>
            <a:chExt cx="2908" cy="2908"/>
          </a:xfrm>
        </p:grpSpPr>
        <p:sp>
          <p:nvSpPr>
            <p:cNvPr id="66" name="椭圆 65"/>
            <p:cNvSpPr/>
            <p:nvPr>
              <p:custDataLst>
                <p:tags r:id="rId26"/>
              </p:custDataLst>
            </p:nvPr>
          </p:nvSpPr>
          <p:spPr>
            <a:xfrm>
              <a:off x="6995" y="5427"/>
              <a:ext cx="2288" cy="2287"/>
            </a:xfrm>
            <a:prstGeom prst="ellipse">
              <a:avLst/>
            </a:prstGeom>
            <a:solidFill>
              <a:srgbClr val="FFC000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椭圆 66"/>
            <p:cNvSpPr/>
            <p:nvPr>
              <p:custDataLst>
                <p:tags r:id="rId27"/>
              </p:custDataLst>
            </p:nvPr>
          </p:nvSpPr>
          <p:spPr>
            <a:xfrm>
              <a:off x="7113" y="5546"/>
              <a:ext cx="2052" cy="2052"/>
            </a:xfrm>
            <a:prstGeom prst="ellipse">
              <a:avLst/>
            </a:prstGeom>
            <a:solidFill>
              <a:srgbClr val="FFC000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52400">
                <a:srgbClr val="FFC000">
                  <a:lumMod val="20000"/>
                  <a:lumOff val="80000"/>
                  <a:alpha val="60000"/>
                </a:srgbClr>
              </a:innerShdw>
            </a:effectLst>
          </p:spPr>
          <p:txBody>
            <a:bodyPr vertOverflow="overflow" horzOverflow="overflow" vert="horz" wrap="square" tIns="252095" bIns="0" numCol="1" spcCol="0" rtlCol="0" fromWordArt="0" anchor="t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8" name="椭圆 67"/>
            <p:cNvSpPr/>
            <p:nvPr>
              <p:custDataLst>
                <p:tags r:id="rId28"/>
              </p:custDataLst>
            </p:nvPr>
          </p:nvSpPr>
          <p:spPr>
            <a:xfrm>
              <a:off x="7220" y="5651"/>
              <a:ext cx="1838" cy="1838"/>
            </a:xfrm>
            <a:prstGeom prst="ellipse">
              <a:avLst/>
            </a:prstGeom>
            <a:noFill/>
            <a:ln w="12700" cap="flat" cmpd="sng" algn="ctr">
              <a:gradFill>
                <a:gsLst>
                  <a:gs pos="0">
                    <a:srgbClr val="FFFFFF">
                      <a:alpha val="45000"/>
                    </a:srgbClr>
                  </a:gs>
                  <a:gs pos="100000">
                    <a:srgbClr val="FFFFFF">
                      <a:alpha val="45000"/>
                    </a:srgbClr>
                  </a:gs>
                  <a:gs pos="75000">
                    <a:srgbClr val="FFFFFF">
                      <a:alpha val="0"/>
                    </a:srgbClr>
                  </a:gs>
                  <a:gs pos="25000">
                    <a:srgbClr val="FFFFF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dist="12700" dir="5400000" algn="t" rotWithShape="0">
                <a:srgbClr val="FFC000">
                  <a:lumMod val="75000"/>
                  <a:alpha val="30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9" name="弧形 68"/>
            <p:cNvSpPr/>
            <p:nvPr>
              <p:custDataLst>
                <p:tags r:id="rId29"/>
              </p:custDataLst>
            </p:nvPr>
          </p:nvSpPr>
          <p:spPr>
            <a:xfrm flipV="1">
              <a:off x="6684" y="5120"/>
              <a:ext cx="2909" cy="2909"/>
            </a:xfrm>
            <a:prstGeom prst="arc">
              <a:avLst>
                <a:gd name="adj1" fmla="val 1352946"/>
                <a:gd name="adj2" fmla="val 10848491"/>
              </a:avLst>
            </a:prstGeom>
            <a:noFill/>
            <a:ln w="44450" cap="rnd" cmpd="sng" algn="ctr">
              <a:solidFill>
                <a:srgbClr val="FFC000">
                  <a:alpha val="50000"/>
                </a:srgbClr>
              </a:solidFill>
              <a:prstDash val="solid"/>
              <a:miter lim="800000"/>
              <a:headEnd type="triangle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0" name="图片 11" descr="343439383331313b343532303032373bbfcdbba7b5b5b0b8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7958" y="6024"/>
              <a:ext cx="397" cy="397"/>
            </a:xfrm>
            <a:prstGeom prst="rect">
              <a:avLst/>
            </a:prstGeom>
          </p:spPr>
        </p:pic>
        <p:sp>
          <p:nvSpPr>
            <p:cNvPr id="71" name="矩形 70"/>
            <p:cNvSpPr/>
            <p:nvPr>
              <p:custDataLst>
                <p:tags r:id="rId31"/>
              </p:custDataLst>
            </p:nvPr>
          </p:nvSpPr>
          <p:spPr>
            <a:xfrm>
              <a:off x="7218" y="6460"/>
              <a:ext cx="1842" cy="812"/>
            </a:xfrm>
            <a:prstGeom prst="rect">
              <a:avLst/>
            </a:prstGeom>
            <a:noFill/>
          </p:spPr>
          <p:txBody>
            <a:bodyPr wrap="square" lIns="36195" tIns="36195" rIns="36195" bIns="36195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>
                  <a:solidFill>
                    <a:srgbClr val="FFFFFF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</a:rPr>
                <a:t>硬件搭建</a:t>
              </a:r>
            </a:p>
          </p:txBody>
        </p:sp>
      </p:grpSp>
      <p:grpSp>
        <p:nvGrpSpPr>
          <p:cNvPr id="72" name="组合 71"/>
          <p:cNvGrpSpPr/>
          <p:nvPr>
            <p:custDataLst>
              <p:tags r:id="rId5"/>
            </p:custDataLst>
          </p:nvPr>
        </p:nvGrpSpPr>
        <p:grpSpPr>
          <a:xfrm>
            <a:off x="6085840" y="2381250"/>
            <a:ext cx="1846580" cy="1846580"/>
            <a:chOff x="9561" y="5120"/>
            <a:chExt cx="2908" cy="2908"/>
          </a:xfrm>
        </p:grpSpPr>
        <p:sp>
          <p:nvSpPr>
            <p:cNvPr id="73" name="椭圆 72"/>
            <p:cNvSpPr/>
            <p:nvPr>
              <p:custDataLst>
                <p:tags r:id="rId20"/>
              </p:custDataLst>
            </p:nvPr>
          </p:nvSpPr>
          <p:spPr>
            <a:xfrm>
              <a:off x="9872" y="5427"/>
              <a:ext cx="2288" cy="2287"/>
            </a:xfrm>
            <a:prstGeom prst="ellipse">
              <a:avLst/>
            </a:prstGeom>
            <a:solidFill>
              <a:srgbClr val="FF7429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椭圆 73"/>
            <p:cNvSpPr/>
            <p:nvPr>
              <p:custDataLst>
                <p:tags r:id="rId21"/>
              </p:custDataLst>
            </p:nvPr>
          </p:nvSpPr>
          <p:spPr>
            <a:xfrm>
              <a:off x="9990" y="5546"/>
              <a:ext cx="2052" cy="2052"/>
            </a:xfrm>
            <a:prstGeom prst="ellipse">
              <a:avLst/>
            </a:prstGeom>
            <a:solidFill>
              <a:srgbClr val="FF7429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52400">
                <a:srgbClr val="FF7429">
                  <a:lumMod val="20000"/>
                  <a:lumOff val="80000"/>
                  <a:alpha val="60000"/>
                </a:srgbClr>
              </a:innerShdw>
            </a:effectLst>
          </p:spPr>
          <p:txBody>
            <a:bodyPr vertOverflow="overflow" horzOverflow="overflow" vert="horz" wrap="square" tIns="252095" bIns="0" numCol="1" spcCol="0" rtlCol="0" fromWordArt="0" anchor="t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5" name="椭圆 74"/>
            <p:cNvSpPr/>
            <p:nvPr>
              <p:custDataLst>
                <p:tags r:id="rId22"/>
              </p:custDataLst>
            </p:nvPr>
          </p:nvSpPr>
          <p:spPr>
            <a:xfrm>
              <a:off x="10097" y="5651"/>
              <a:ext cx="1838" cy="1838"/>
            </a:xfrm>
            <a:prstGeom prst="ellipse">
              <a:avLst/>
            </a:prstGeom>
            <a:noFill/>
            <a:ln w="12700" cap="flat" cmpd="sng" algn="ctr">
              <a:gradFill>
                <a:gsLst>
                  <a:gs pos="0">
                    <a:srgbClr val="FFFFFF">
                      <a:alpha val="45000"/>
                    </a:srgbClr>
                  </a:gs>
                  <a:gs pos="100000">
                    <a:srgbClr val="FFFFFF">
                      <a:alpha val="45000"/>
                    </a:srgbClr>
                  </a:gs>
                  <a:gs pos="75000">
                    <a:srgbClr val="FFFFFF">
                      <a:alpha val="0"/>
                    </a:srgbClr>
                  </a:gs>
                  <a:gs pos="25000">
                    <a:srgbClr val="FFFFF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dist="12700" dir="5400000" algn="t" rotWithShape="0">
                <a:srgbClr val="FF7429">
                  <a:lumMod val="75000"/>
                  <a:alpha val="30000"/>
                </a:srgbClr>
              </a:outerShdw>
            </a:effectLst>
          </p:spPr>
          <p:txBody>
            <a:bodyPr vertOverflow="overflow" horzOverflow="overflow" vert="horz" wrap="square" tIns="45720" numCol="1" spcCol="0" rtlCol="0" fromWordArt="0" anchor="ctr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6" name="弧形 75"/>
            <p:cNvSpPr/>
            <p:nvPr>
              <p:custDataLst>
                <p:tags r:id="rId23"/>
              </p:custDataLst>
            </p:nvPr>
          </p:nvSpPr>
          <p:spPr>
            <a:xfrm flipV="1">
              <a:off x="9561" y="5120"/>
              <a:ext cx="2909" cy="2909"/>
            </a:xfrm>
            <a:prstGeom prst="arc">
              <a:avLst>
                <a:gd name="adj1" fmla="val 10822527"/>
                <a:gd name="adj2" fmla="val 20157622"/>
              </a:avLst>
            </a:prstGeom>
            <a:noFill/>
            <a:ln w="44450" cap="rnd" cmpd="sng" algn="ctr">
              <a:solidFill>
                <a:srgbClr val="FF7429">
                  <a:alpha val="50000"/>
                </a:srgbClr>
              </a:solidFill>
              <a:prstDash val="solid"/>
              <a:miter lim="800000"/>
              <a:headEnd type="none"/>
              <a:tailEnd type="triangle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77" name="图片 12" descr="343439383331313b343532303032383bbfcdbba7b9dcc0ed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10813" y="6003"/>
              <a:ext cx="397" cy="397"/>
            </a:xfrm>
            <a:prstGeom prst="rect">
              <a:avLst/>
            </a:prstGeom>
          </p:spPr>
        </p:pic>
        <p:sp>
          <p:nvSpPr>
            <p:cNvPr id="78" name="矩形 77"/>
            <p:cNvSpPr/>
            <p:nvPr>
              <p:custDataLst>
                <p:tags r:id="rId25"/>
              </p:custDataLst>
            </p:nvPr>
          </p:nvSpPr>
          <p:spPr>
            <a:xfrm>
              <a:off x="10095" y="6460"/>
              <a:ext cx="1842" cy="812"/>
            </a:xfrm>
            <a:prstGeom prst="rect">
              <a:avLst/>
            </a:prstGeom>
            <a:noFill/>
          </p:spPr>
          <p:txBody>
            <a:bodyPr wrap="square" lIns="36195" tIns="36195" rIns="36195" bIns="36195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>
                  <a:solidFill>
                    <a:srgbClr val="FFFFFF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</a:rPr>
                <a:t>软件编写</a:t>
              </a:r>
            </a:p>
          </p:txBody>
        </p:sp>
      </p:grpSp>
      <p:grpSp>
        <p:nvGrpSpPr>
          <p:cNvPr id="79" name="组合 78"/>
          <p:cNvGrpSpPr/>
          <p:nvPr>
            <p:custDataLst>
              <p:tags r:id="rId6"/>
            </p:custDataLst>
          </p:nvPr>
        </p:nvGrpSpPr>
        <p:grpSpPr>
          <a:xfrm>
            <a:off x="7913370" y="2381250"/>
            <a:ext cx="1846580" cy="1846580"/>
            <a:chOff x="12439" y="5120"/>
            <a:chExt cx="2908" cy="2908"/>
          </a:xfrm>
        </p:grpSpPr>
        <p:sp>
          <p:nvSpPr>
            <p:cNvPr id="80" name="椭圆 79"/>
            <p:cNvSpPr/>
            <p:nvPr>
              <p:custDataLst>
                <p:tags r:id="rId14"/>
              </p:custDataLst>
            </p:nvPr>
          </p:nvSpPr>
          <p:spPr>
            <a:xfrm>
              <a:off x="12750" y="5427"/>
              <a:ext cx="2288" cy="2287"/>
            </a:xfrm>
            <a:prstGeom prst="ellipse">
              <a:avLst/>
            </a:prstGeom>
            <a:solidFill>
              <a:srgbClr val="F84949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椭圆 80"/>
            <p:cNvSpPr/>
            <p:nvPr>
              <p:custDataLst>
                <p:tags r:id="rId15"/>
              </p:custDataLst>
            </p:nvPr>
          </p:nvSpPr>
          <p:spPr>
            <a:xfrm>
              <a:off x="12868" y="5546"/>
              <a:ext cx="2052" cy="2052"/>
            </a:xfrm>
            <a:prstGeom prst="ellipse">
              <a:avLst/>
            </a:prstGeom>
            <a:solidFill>
              <a:srgbClr val="F84949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52400">
                <a:srgbClr val="376FFF">
                  <a:lumMod val="20000"/>
                  <a:lumOff val="80000"/>
                  <a:alpha val="60000"/>
                </a:srgbClr>
              </a:innerShdw>
            </a:effectLst>
          </p:spPr>
          <p:txBody>
            <a:bodyPr vertOverflow="overflow" horzOverflow="overflow" vert="horz" wrap="square" tIns="252095" bIns="0" numCol="1" spcCol="0" rtlCol="0" fromWordArt="0" anchor="t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2" name="椭圆 81"/>
            <p:cNvSpPr/>
            <p:nvPr>
              <p:custDataLst>
                <p:tags r:id="rId16"/>
              </p:custDataLst>
            </p:nvPr>
          </p:nvSpPr>
          <p:spPr>
            <a:xfrm>
              <a:off x="12975" y="5651"/>
              <a:ext cx="1838" cy="1838"/>
            </a:xfrm>
            <a:prstGeom prst="ellipse">
              <a:avLst/>
            </a:prstGeom>
            <a:noFill/>
            <a:ln w="12700" cap="flat" cmpd="sng" algn="ctr">
              <a:gradFill>
                <a:gsLst>
                  <a:gs pos="0">
                    <a:srgbClr val="FFFFFF">
                      <a:alpha val="45000"/>
                    </a:srgbClr>
                  </a:gs>
                  <a:gs pos="100000">
                    <a:srgbClr val="FFFFFF">
                      <a:alpha val="45000"/>
                    </a:srgbClr>
                  </a:gs>
                  <a:gs pos="75000">
                    <a:srgbClr val="FFFFFF">
                      <a:alpha val="0"/>
                    </a:srgbClr>
                  </a:gs>
                  <a:gs pos="25000">
                    <a:srgbClr val="FFFFF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dist="12700" dir="5400000" algn="t" rotWithShape="0">
                <a:srgbClr val="F84949">
                  <a:lumMod val="75000"/>
                  <a:alpha val="30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3" name="弧形 82"/>
            <p:cNvSpPr/>
            <p:nvPr>
              <p:custDataLst>
                <p:tags r:id="rId17"/>
              </p:custDataLst>
            </p:nvPr>
          </p:nvSpPr>
          <p:spPr>
            <a:xfrm flipV="1">
              <a:off x="12439" y="5120"/>
              <a:ext cx="2909" cy="2909"/>
            </a:xfrm>
            <a:prstGeom prst="arc">
              <a:avLst>
                <a:gd name="adj1" fmla="val 1352946"/>
                <a:gd name="adj2" fmla="val 10848491"/>
              </a:avLst>
            </a:prstGeom>
            <a:noFill/>
            <a:ln w="44450" cap="rnd" cmpd="sng" algn="ctr">
              <a:solidFill>
                <a:srgbClr val="F84949">
                  <a:alpha val="50000"/>
                </a:srgbClr>
              </a:solidFill>
              <a:prstDash val="solid"/>
              <a:miter lim="800000"/>
              <a:headEnd type="triangle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标题"/>
            <p:cNvSpPr txBox="1"/>
            <p:nvPr>
              <p:custDataLst>
                <p:tags r:id="rId18"/>
              </p:custDataLst>
            </p:nvPr>
          </p:nvSpPr>
          <p:spPr>
            <a:xfrm>
              <a:off x="12973" y="6460"/>
              <a:ext cx="1842" cy="812"/>
            </a:xfrm>
            <a:prstGeom prst="rect">
              <a:avLst/>
            </a:prstGeom>
            <a:noFill/>
          </p:spPr>
          <p:txBody>
            <a:bodyPr wrap="square" lIns="36195" tIns="36195" rIns="36195" bIns="36195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系统调试与完善</a:t>
              </a:r>
            </a:p>
          </p:txBody>
        </p:sp>
        <p:pic>
          <p:nvPicPr>
            <p:cNvPr id="85" name="图片 16" descr="343439383331313b343532303033323bd3a6d3c3b9dcc0ed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3710" y="6022"/>
              <a:ext cx="397" cy="397"/>
            </a:xfrm>
            <a:prstGeom prst="rect">
              <a:avLst/>
            </a:prstGeom>
          </p:spPr>
        </p:pic>
      </p:grpSp>
      <p:grpSp>
        <p:nvGrpSpPr>
          <p:cNvPr id="86" name="组合 85"/>
          <p:cNvGrpSpPr/>
          <p:nvPr>
            <p:custDataLst>
              <p:tags r:id="rId7"/>
            </p:custDataLst>
          </p:nvPr>
        </p:nvGrpSpPr>
        <p:grpSpPr>
          <a:xfrm>
            <a:off x="9770110" y="2328545"/>
            <a:ext cx="1846580" cy="1846580"/>
            <a:chOff x="15363" y="5037"/>
            <a:chExt cx="2908" cy="2908"/>
          </a:xfrm>
        </p:grpSpPr>
        <p:sp>
          <p:nvSpPr>
            <p:cNvPr id="87" name="椭圆 86"/>
            <p:cNvSpPr/>
            <p:nvPr>
              <p:custDataLst>
                <p:tags r:id="rId8"/>
              </p:custDataLst>
            </p:nvPr>
          </p:nvSpPr>
          <p:spPr>
            <a:xfrm>
              <a:off x="15674" y="5344"/>
              <a:ext cx="2288" cy="2287"/>
            </a:xfrm>
            <a:prstGeom prst="ellipse">
              <a:avLst/>
            </a:prstGeom>
            <a:solidFill>
              <a:srgbClr val="8830FE">
                <a:alpha val="1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椭圆 87"/>
            <p:cNvSpPr/>
            <p:nvPr>
              <p:custDataLst>
                <p:tags r:id="rId9"/>
              </p:custDataLst>
            </p:nvPr>
          </p:nvSpPr>
          <p:spPr>
            <a:xfrm>
              <a:off x="15792" y="5463"/>
              <a:ext cx="2052" cy="2052"/>
            </a:xfrm>
            <a:prstGeom prst="ellipse">
              <a:avLst/>
            </a:prstGeom>
            <a:solidFill>
              <a:srgbClr val="8830FE"/>
            </a:solidFill>
            <a:ln w="12700" cap="flat" cmpd="sng" algn="ctr">
              <a:noFill/>
              <a:prstDash val="solid"/>
              <a:miter lim="800000"/>
            </a:ln>
            <a:effectLst>
              <a:innerShdw blurRad="152400">
                <a:srgbClr val="FF7429">
                  <a:lumMod val="20000"/>
                  <a:lumOff val="80000"/>
                  <a:alpha val="60000"/>
                </a:srgbClr>
              </a:innerShdw>
            </a:effectLst>
          </p:spPr>
          <p:txBody>
            <a:bodyPr vertOverflow="overflow" horzOverflow="overflow" vert="horz" wrap="square" tIns="252095" bIns="0" numCol="1" spcCol="0" rtlCol="0" fromWordArt="0" anchor="t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9" name="椭圆 88"/>
            <p:cNvSpPr/>
            <p:nvPr>
              <p:custDataLst>
                <p:tags r:id="rId10"/>
              </p:custDataLst>
            </p:nvPr>
          </p:nvSpPr>
          <p:spPr>
            <a:xfrm>
              <a:off x="15899" y="5568"/>
              <a:ext cx="1838" cy="1838"/>
            </a:xfrm>
            <a:prstGeom prst="ellipse">
              <a:avLst/>
            </a:prstGeom>
            <a:noFill/>
            <a:ln w="12700" cap="flat" cmpd="sng" algn="ctr">
              <a:gradFill>
                <a:gsLst>
                  <a:gs pos="0">
                    <a:srgbClr val="FFFFFF">
                      <a:alpha val="45000"/>
                    </a:srgbClr>
                  </a:gs>
                  <a:gs pos="100000">
                    <a:srgbClr val="FFFFFF">
                      <a:alpha val="45000"/>
                    </a:srgbClr>
                  </a:gs>
                  <a:gs pos="75000">
                    <a:srgbClr val="FFFFFF">
                      <a:alpha val="0"/>
                    </a:srgbClr>
                  </a:gs>
                  <a:gs pos="25000">
                    <a:srgbClr val="FFFFFF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>
              <a:outerShdw dist="12700" dir="5400000" algn="t" rotWithShape="0">
                <a:srgbClr val="8830FE">
                  <a:lumMod val="75000"/>
                  <a:alpha val="30000"/>
                </a:srgbClr>
              </a:outerShdw>
            </a:effectLst>
          </p:spPr>
          <p:txBody>
            <a:bodyPr vertOverflow="overflow" horzOverflow="overflow" vert="horz" wrap="square" numCol="1" spcCol="0" rtlCol="0" fromWordArt="0" anchor="ctr" anchorCtr="0" forceAA="0" compatLnSpc="1">
              <a:norm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90" name="弧形 89"/>
            <p:cNvSpPr/>
            <p:nvPr>
              <p:custDataLst>
                <p:tags r:id="rId11"/>
              </p:custDataLst>
            </p:nvPr>
          </p:nvSpPr>
          <p:spPr>
            <a:xfrm flipV="1">
              <a:off x="15363" y="5037"/>
              <a:ext cx="2909" cy="2909"/>
            </a:xfrm>
            <a:prstGeom prst="arc">
              <a:avLst>
                <a:gd name="adj1" fmla="val 10822527"/>
                <a:gd name="adj2" fmla="val 20157622"/>
              </a:avLst>
            </a:prstGeom>
            <a:noFill/>
            <a:ln w="44450" cap="rnd" cmpd="sng" algn="ctr">
              <a:solidFill>
                <a:srgbClr val="8830FE">
                  <a:alpha val="50000"/>
                </a:srgbClr>
              </a:solidFill>
              <a:prstDash val="solid"/>
              <a:miter lim="800000"/>
              <a:headEnd type="none"/>
              <a:tailEnd type="triangle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1" name="图片 8" descr="343439383331313b343532303032343bb7a2b2bcb9dcc0ed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16590" y="5932"/>
              <a:ext cx="397" cy="397"/>
            </a:xfrm>
            <a:prstGeom prst="rect">
              <a:avLst/>
            </a:prstGeom>
          </p:spPr>
        </p:pic>
        <p:sp>
          <p:nvSpPr>
            <p:cNvPr id="92" name="标题"/>
            <p:cNvSpPr txBox="1"/>
            <p:nvPr>
              <p:custDataLst>
                <p:tags r:id="rId13"/>
              </p:custDataLst>
            </p:nvPr>
          </p:nvSpPr>
          <p:spPr>
            <a:xfrm>
              <a:off x="15910" y="6461"/>
              <a:ext cx="1842" cy="812"/>
            </a:xfrm>
            <a:prstGeom prst="rect">
              <a:avLst/>
            </a:prstGeom>
            <a:noFill/>
          </p:spPr>
          <p:txBody>
            <a:bodyPr wrap="square" lIns="36195" tIns="36195" rIns="36195" bIns="36195" rtlCol="0" anchor="t" anchorCtr="0">
              <a:noAutofit/>
            </a:bodyPr>
            <a:lstStyle/>
            <a:p>
              <a:pPr algn="ctr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系统运行和发布</a:t>
              </a:r>
            </a:p>
          </p:txBody>
        </p:sp>
      </p:grpSp>
      <p:sp>
        <p:nvSpPr>
          <p:cNvPr id="93" name="文本框 92"/>
          <p:cNvSpPr txBox="1"/>
          <p:nvPr/>
        </p:nvSpPr>
        <p:spPr>
          <a:xfrm>
            <a:off x="2181860" y="5088890"/>
            <a:ext cx="3402330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accent6"/>
                </a:solidFill>
                <a:latin typeface="黑体" panose="02010609060101010101" charset="-122"/>
                <a:ea typeface="黑体" panose="02010609060101010101" charset="-122"/>
              </a:rPr>
              <a:t>确定系统要构建的模块</a:t>
            </a:r>
          </a:p>
        </p:txBody>
      </p:sp>
      <p:sp>
        <p:nvSpPr>
          <p:cNvPr id="94" name="下箭头 93"/>
          <p:cNvSpPr/>
          <p:nvPr/>
        </p:nvSpPr>
        <p:spPr>
          <a:xfrm>
            <a:off x="3233420" y="4581525"/>
            <a:ext cx="406400" cy="507365"/>
          </a:xfrm>
          <a:prstGeom prst="downArrow">
            <a:avLst/>
          </a:prstGeom>
          <a:solidFill>
            <a:srgbClr val="17D594"/>
          </a:solidFill>
          <a:ln w="12700" cap="flat" cmpd="sng" algn="ctr">
            <a:solidFill>
              <a:srgbClr val="70AD4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思源黑体 CN" charset="0"/>
              <a:ea typeface="思源黑体 CN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9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/>
          <p:cNvSpPr/>
          <p:nvPr>
            <p:custDataLst>
              <p:tags r:id="rId1"/>
            </p:custDataLst>
          </p:nvPr>
        </p:nvSpPr>
        <p:spPr>
          <a:xfrm>
            <a:off x="-15240" y="-71755"/>
            <a:ext cx="12218035" cy="702310"/>
          </a:xfrm>
          <a:custGeom>
            <a:avLst/>
            <a:gdLst>
              <a:gd name="connsiteX0" fmla="*/ 0 w 12192000"/>
              <a:gd name="connsiteY0" fmla="*/ 0 h 792480"/>
              <a:gd name="connsiteX1" fmla="*/ 12192000 w 12192000"/>
              <a:gd name="connsiteY1" fmla="*/ 0 h 792480"/>
              <a:gd name="connsiteX2" fmla="*/ 12192000 w 12192000"/>
              <a:gd name="connsiteY2" fmla="*/ 792480 h 792480"/>
              <a:gd name="connsiteX3" fmla="*/ 0 w 12192000"/>
              <a:gd name="connsiteY3" fmla="*/ 792480 h 792480"/>
              <a:gd name="connsiteX4" fmla="*/ 0 w 12192000"/>
              <a:gd name="connsiteY4" fmla="*/ 0 h 792480"/>
              <a:gd name="connsiteX0-1" fmla="*/ 0 w 12192000"/>
              <a:gd name="connsiteY0-2" fmla="*/ 0 h 792480"/>
              <a:gd name="connsiteX1-3" fmla="*/ 12192000 w 12192000"/>
              <a:gd name="connsiteY1-4" fmla="*/ 0 h 792480"/>
              <a:gd name="connsiteX2-5" fmla="*/ 12192000 w 12192000"/>
              <a:gd name="connsiteY2-6" fmla="*/ 792480 h 792480"/>
              <a:gd name="connsiteX3-7" fmla="*/ 10160 w 12192000"/>
              <a:gd name="connsiteY3-8" fmla="*/ 345440 h 792480"/>
              <a:gd name="connsiteX4-9" fmla="*/ 0 w 12192000"/>
              <a:gd name="connsiteY4-10" fmla="*/ 0 h 792480"/>
              <a:gd name="connsiteX0-11" fmla="*/ 0 w 12192000"/>
              <a:gd name="connsiteY0-12" fmla="*/ 0 h 792480"/>
              <a:gd name="connsiteX1-13" fmla="*/ 12192000 w 12192000"/>
              <a:gd name="connsiteY1-14" fmla="*/ 0 h 792480"/>
              <a:gd name="connsiteX2-15" fmla="*/ 12192000 w 12192000"/>
              <a:gd name="connsiteY2-16" fmla="*/ 792480 h 792480"/>
              <a:gd name="connsiteX3-17" fmla="*/ 10160 w 12192000"/>
              <a:gd name="connsiteY3-18" fmla="*/ 345440 h 792480"/>
              <a:gd name="connsiteX4-19" fmla="*/ 0 w 12192000"/>
              <a:gd name="connsiteY4-20" fmla="*/ 0 h 792480"/>
              <a:gd name="connsiteX0-21" fmla="*/ 0 w 12192000"/>
              <a:gd name="connsiteY0-22" fmla="*/ 0 h 914446"/>
              <a:gd name="connsiteX1-23" fmla="*/ 12192000 w 12192000"/>
              <a:gd name="connsiteY1-24" fmla="*/ 0 h 914446"/>
              <a:gd name="connsiteX2-25" fmla="*/ 12192000 w 12192000"/>
              <a:gd name="connsiteY2-26" fmla="*/ 792480 h 914446"/>
              <a:gd name="connsiteX3-27" fmla="*/ 10160 w 12192000"/>
              <a:gd name="connsiteY3-28" fmla="*/ 345440 h 914446"/>
              <a:gd name="connsiteX4-29" fmla="*/ 0 w 12192000"/>
              <a:gd name="connsiteY4-30" fmla="*/ 0 h 914446"/>
              <a:gd name="connsiteX0-31" fmla="*/ 0 w 12192000"/>
              <a:gd name="connsiteY0-32" fmla="*/ 0 h 855886"/>
              <a:gd name="connsiteX1-33" fmla="*/ 12192000 w 12192000"/>
              <a:gd name="connsiteY1-34" fmla="*/ 0 h 855886"/>
              <a:gd name="connsiteX2-35" fmla="*/ 12192000 w 12192000"/>
              <a:gd name="connsiteY2-36" fmla="*/ 792480 h 855886"/>
              <a:gd name="connsiteX3-37" fmla="*/ 10160 w 12192000"/>
              <a:gd name="connsiteY3-38" fmla="*/ 345440 h 855886"/>
              <a:gd name="connsiteX4-39" fmla="*/ 0 w 12192000"/>
              <a:gd name="connsiteY4-40" fmla="*/ 0 h 855886"/>
              <a:gd name="connsiteX0-41" fmla="*/ 0 w 12192000"/>
              <a:gd name="connsiteY0-42" fmla="*/ 0 h 792508"/>
              <a:gd name="connsiteX1-43" fmla="*/ 12192000 w 12192000"/>
              <a:gd name="connsiteY1-44" fmla="*/ 0 h 792508"/>
              <a:gd name="connsiteX2-45" fmla="*/ 12192000 w 12192000"/>
              <a:gd name="connsiteY2-46" fmla="*/ 792480 h 792508"/>
              <a:gd name="connsiteX3-47" fmla="*/ 10160 w 12192000"/>
              <a:gd name="connsiteY3-48" fmla="*/ 345440 h 792508"/>
              <a:gd name="connsiteX4-49" fmla="*/ 0 w 12192000"/>
              <a:gd name="connsiteY4-50" fmla="*/ 0 h 792508"/>
              <a:gd name="connsiteX0-51" fmla="*/ 0 w 12192000"/>
              <a:gd name="connsiteY0-52" fmla="*/ 0 h 833387"/>
              <a:gd name="connsiteX1-53" fmla="*/ 12192000 w 12192000"/>
              <a:gd name="connsiteY1-54" fmla="*/ 0 h 833387"/>
              <a:gd name="connsiteX2-55" fmla="*/ 12192000 w 12192000"/>
              <a:gd name="connsiteY2-56" fmla="*/ 792480 h 833387"/>
              <a:gd name="connsiteX3-57" fmla="*/ 9215120 w 12192000"/>
              <a:gd name="connsiteY3-58" fmla="*/ 680720 h 833387"/>
              <a:gd name="connsiteX4-59" fmla="*/ 10160 w 12192000"/>
              <a:gd name="connsiteY4-60" fmla="*/ 345440 h 833387"/>
              <a:gd name="connsiteX5" fmla="*/ 0 w 12192000"/>
              <a:gd name="connsiteY5" fmla="*/ 0 h 833387"/>
              <a:gd name="connsiteX0-61" fmla="*/ 0 w 12192000"/>
              <a:gd name="connsiteY0-62" fmla="*/ 0 h 810530"/>
              <a:gd name="connsiteX1-63" fmla="*/ 12192000 w 12192000"/>
              <a:gd name="connsiteY1-64" fmla="*/ 0 h 810530"/>
              <a:gd name="connsiteX2-65" fmla="*/ 12192000 w 12192000"/>
              <a:gd name="connsiteY2-66" fmla="*/ 792480 h 810530"/>
              <a:gd name="connsiteX3-67" fmla="*/ 8879840 w 12192000"/>
              <a:gd name="connsiteY3-68" fmla="*/ 375920 h 810530"/>
              <a:gd name="connsiteX4-69" fmla="*/ 10160 w 12192000"/>
              <a:gd name="connsiteY4-70" fmla="*/ 345440 h 810530"/>
              <a:gd name="connsiteX5-71" fmla="*/ 0 w 12192000"/>
              <a:gd name="connsiteY5-72" fmla="*/ 0 h 810530"/>
              <a:gd name="connsiteX0-73" fmla="*/ 0 w 12192000"/>
              <a:gd name="connsiteY0-74" fmla="*/ 0 h 803483"/>
              <a:gd name="connsiteX1-75" fmla="*/ 12192000 w 12192000"/>
              <a:gd name="connsiteY1-76" fmla="*/ 0 h 803483"/>
              <a:gd name="connsiteX2-77" fmla="*/ 12192000 w 12192000"/>
              <a:gd name="connsiteY2-78" fmla="*/ 792480 h 803483"/>
              <a:gd name="connsiteX3-79" fmla="*/ 9834880 w 12192000"/>
              <a:gd name="connsiteY3-80" fmla="*/ 457200 h 803483"/>
              <a:gd name="connsiteX4-81" fmla="*/ 8879840 w 12192000"/>
              <a:gd name="connsiteY4-82" fmla="*/ 375920 h 803483"/>
              <a:gd name="connsiteX5-83" fmla="*/ 10160 w 12192000"/>
              <a:gd name="connsiteY5-84" fmla="*/ 345440 h 803483"/>
              <a:gd name="connsiteX6" fmla="*/ 0 w 12192000"/>
              <a:gd name="connsiteY6" fmla="*/ 0 h 803483"/>
              <a:gd name="connsiteX0-85" fmla="*/ 0 w 12192000"/>
              <a:gd name="connsiteY0-86" fmla="*/ 0 h 803483"/>
              <a:gd name="connsiteX1-87" fmla="*/ 12192000 w 12192000"/>
              <a:gd name="connsiteY1-88" fmla="*/ 0 h 803483"/>
              <a:gd name="connsiteX2-89" fmla="*/ 12192000 w 12192000"/>
              <a:gd name="connsiteY2-90" fmla="*/ 792480 h 803483"/>
              <a:gd name="connsiteX3-91" fmla="*/ 9834880 w 12192000"/>
              <a:gd name="connsiteY3-92" fmla="*/ 457200 h 803483"/>
              <a:gd name="connsiteX4-93" fmla="*/ 8879840 w 12192000"/>
              <a:gd name="connsiteY4-94" fmla="*/ 375920 h 803483"/>
              <a:gd name="connsiteX5-95" fmla="*/ 10160 w 12192000"/>
              <a:gd name="connsiteY5-96" fmla="*/ 345440 h 803483"/>
              <a:gd name="connsiteX6-97" fmla="*/ 0 w 12192000"/>
              <a:gd name="connsiteY6-98" fmla="*/ 0 h 803483"/>
              <a:gd name="connsiteX0-99" fmla="*/ 1320314 w 13512314"/>
              <a:gd name="connsiteY0-100" fmla="*/ 0 h 803483"/>
              <a:gd name="connsiteX1-101" fmla="*/ 13512314 w 13512314"/>
              <a:gd name="connsiteY1-102" fmla="*/ 0 h 803483"/>
              <a:gd name="connsiteX2-103" fmla="*/ 13512314 w 13512314"/>
              <a:gd name="connsiteY2-104" fmla="*/ 792480 h 803483"/>
              <a:gd name="connsiteX3-105" fmla="*/ 11155194 w 13512314"/>
              <a:gd name="connsiteY3-106" fmla="*/ 457200 h 803483"/>
              <a:gd name="connsiteX4-107" fmla="*/ 10200154 w 13512314"/>
              <a:gd name="connsiteY4-108" fmla="*/ 375920 h 803483"/>
              <a:gd name="connsiteX5-109" fmla="*/ 1330474 w 13512314"/>
              <a:gd name="connsiteY5-110" fmla="*/ 345440 h 803483"/>
              <a:gd name="connsiteX6-111" fmla="*/ 1320314 w 13512314"/>
              <a:gd name="connsiteY6-112" fmla="*/ 0 h 803483"/>
              <a:gd name="connsiteX0-113" fmla="*/ 1320314 w 14509230"/>
              <a:gd name="connsiteY0-114" fmla="*/ 0 h 803483"/>
              <a:gd name="connsiteX1-115" fmla="*/ 13512314 w 14509230"/>
              <a:gd name="connsiteY1-116" fmla="*/ 0 h 803483"/>
              <a:gd name="connsiteX2-117" fmla="*/ 13512314 w 14509230"/>
              <a:gd name="connsiteY2-118" fmla="*/ 792480 h 803483"/>
              <a:gd name="connsiteX3-119" fmla="*/ 11155194 w 14509230"/>
              <a:gd name="connsiteY3-120" fmla="*/ 457200 h 803483"/>
              <a:gd name="connsiteX4-121" fmla="*/ 10200154 w 14509230"/>
              <a:gd name="connsiteY4-122" fmla="*/ 375920 h 803483"/>
              <a:gd name="connsiteX5-123" fmla="*/ 1330474 w 14509230"/>
              <a:gd name="connsiteY5-124" fmla="*/ 345440 h 803483"/>
              <a:gd name="connsiteX6-125" fmla="*/ 1320314 w 14509230"/>
              <a:gd name="connsiteY6-126" fmla="*/ 0 h 803483"/>
              <a:gd name="connsiteX0-127" fmla="*/ 1320314 w 14511121"/>
              <a:gd name="connsiteY0-128" fmla="*/ 0 h 803483"/>
              <a:gd name="connsiteX1-129" fmla="*/ 13512314 w 14511121"/>
              <a:gd name="connsiteY1-130" fmla="*/ 0 h 803483"/>
              <a:gd name="connsiteX2-131" fmla="*/ 13512314 w 14511121"/>
              <a:gd name="connsiteY2-132" fmla="*/ 792480 h 803483"/>
              <a:gd name="connsiteX3-133" fmla="*/ 11155194 w 14511121"/>
              <a:gd name="connsiteY3-134" fmla="*/ 457200 h 803483"/>
              <a:gd name="connsiteX4-135" fmla="*/ 10200154 w 14511121"/>
              <a:gd name="connsiteY4-136" fmla="*/ 375920 h 803483"/>
              <a:gd name="connsiteX5-137" fmla="*/ 1330474 w 14511121"/>
              <a:gd name="connsiteY5-138" fmla="*/ 345440 h 803483"/>
              <a:gd name="connsiteX6-139" fmla="*/ 1320314 w 14511121"/>
              <a:gd name="connsiteY6-140" fmla="*/ 0 h 803483"/>
              <a:gd name="connsiteX0-141" fmla="*/ 1320314 w 13686915"/>
              <a:gd name="connsiteY0-142" fmla="*/ 0 h 803483"/>
              <a:gd name="connsiteX1-143" fmla="*/ 13512314 w 13686915"/>
              <a:gd name="connsiteY1-144" fmla="*/ 0 h 803483"/>
              <a:gd name="connsiteX2-145" fmla="*/ 13512314 w 13686915"/>
              <a:gd name="connsiteY2-146" fmla="*/ 792480 h 803483"/>
              <a:gd name="connsiteX3-147" fmla="*/ 11155194 w 13686915"/>
              <a:gd name="connsiteY3-148" fmla="*/ 457200 h 803483"/>
              <a:gd name="connsiteX4-149" fmla="*/ 10200154 w 13686915"/>
              <a:gd name="connsiteY4-150" fmla="*/ 375920 h 803483"/>
              <a:gd name="connsiteX5-151" fmla="*/ 1330474 w 13686915"/>
              <a:gd name="connsiteY5-152" fmla="*/ 345440 h 803483"/>
              <a:gd name="connsiteX6-153" fmla="*/ 1320314 w 13686915"/>
              <a:gd name="connsiteY6-154" fmla="*/ 0 h 803483"/>
              <a:gd name="connsiteX0-155" fmla="*/ 1320314 w 13512314"/>
              <a:gd name="connsiteY0-156" fmla="*/ 0 h 803483"/>
              <a:gd name="connsiteX1-157" fmla="*/ 13512314 w 13512314"/>
              <a:gd name="connsiteY1-158" fmla="*/ 0 h 803483"/>
              <a:gd name="connsiteX2-159" fmla="*/ 13512314 w 13512314"/>
              <a:gd name="connsiteY2-160" fmla="*/ 792480 h 803483"/>
              <a:gd name="connsiteX3-161" fmla="*/ 11155194 w 13512314"/>
              <a:gd name="connsiteY3-162" fmla="*/ 457200 h 803483"/>
              <a:gd name="connsiteX4-163" fmla="*/ 10200154 w 13512314"/>
              <a:gd name="connsiteY4-164" fmla="*/ 375920 h 803483"/>
              <a:gd name="connsiteX5-165" fmla="*/ 1330474 w 13512314"/>
              <a:gd name="connsiteY5-166" fmla="*/ 345440 h 803483"/>
              <a:gd name="connsiteX6-167" fmla="*/ 1320314 w 13512314"/>
              <a:gd name="connsiteY6-168" fmla="*/ 0 h 803483"/>
              <a:gd name="connsiteX0-169" fmla="*/ 1320314 w 13512314"/>
              <a:gd name="connsiteY0-170" fmla="*/ 0 h 847119"/>
              <a:gd name="connsiteX1-171" fmla="*/ 13512314 w 13512314"/>
              <a:gd name="connsiteY1-172" fmla="*/ 0 h 847119"/>
              <a:gd name="connsiteX2-173" fmla="*/ 13512314 w 13512314"/>
              <a:gd name="connsiteY2-174" fmla="*/ 792480 h 847119"/>
              <a:gd name="connsiteX3-175" fmla="*/ 11368554 w 13512314"/>
              <a:gd name="connsiteY3-176" fmla="*/ 792480 h 847119"/>
              <a:gd name="connsiteX4-177" fmla="*/ 10200154 w 13512314"/>
              <a:gd name="connsiteY4-178" fmla="*/ 375920 h 847119"/>
              <a:gd name="connsiteX5-179" fmla="*/ 1330474 w 13512314"/>
              <a:gd name="connsiteY5-180" fmla="*/ 345440 h 847119"/>
              <a:gd name="connsiteX6-181" fmla="*/ 1320314 w 13512314"/>
              <a:gd name="connsiteY6-182" fmla="*/ 0 h 847119"/>
              <a:gd name="connsiteX0-183" fmla="*/ 1320314 w 13512314"/>
              <a:gd name="connsiteY0-184" fmla="*/ 0 h 869791"/>
              <a:gd name="connsiteX1-185" fmla="*/ 13512314 w 13512314"/>
              <a:gd name="connsiteY1-186" fmla="*/ 0 h 869791"/>
              <a:gd name="connsiteX2-187" fmla="*/ 13512314 w 13512314"/>
              <a:gd name="connsiteY2-188" fmla="*/ 792480 h 869791"/>
              <a:gd name="connsiteX3-189" fmla="*/ 11368554 w 13512314"/>
              <a:gd name="connsiteY3-190" fmla="*/ 792480 h 869791"/>
              <a:gd name="connsiteX4-191" fmla="*/ 10200154 w 13512314"/>
              <a:gd name="connsiteY4-192" fmla="*/ 375920 h 869791"/>
              <a:gd name="connsiteX5-193" fmla="*/ 1330474 w 13512314"/>
              <a:gd name="connsiteY5-194" fmla="*/ 345440 h 869791"/>
              <a:gd name="connsiteX6-195" fmla="*/ 1320314 w 13512314"/>
              <a:gd name="connsiteY6-196" fmla="*/ 0 h 869791"/>
              <a:gd name="connsiteX0-197" fmla="*/ 1320314 w 13512314"/>
              <a:gd name="connsiteY0-198" fmla="*/ 0 h 851182"/>
              <a:gd name="connsiteX1-199" fmla="*/ 13512314 w 13512314"/>
              <a:gd name="connsiteY1-200" fmla="*/ 0 h 851182"/>
              <a:gd name="connsiteX2-201" fmla="*/ 13512314 w 13512314"/>
              <a:gd name="connsiteY2-202" fmla="*/ 792480 h 851182"/>
              <a:gd name="connsiteX3-203" fmla="*/ 11368554 w 13512314"/>
              <a:gd name="connsiteY3-204" fmla="*/ 792480 h 851182"/>
              <a:gd name="connsiteX4-205" fmla="*/ 10200154 w 13512314"/>
              <a:gd name="connsiteY4-206" fmla="*/ 375920 h 851182"/>
              <a:gd name="connsiteX5-207" fmla="*/ 1330474 w 13512314"/>
              <a:gd name="connsiteY5-208" fmla="*/ 345440 h 851182"/>
              <a:gd name="connsiteX6-209" fmla="*/ 1320314 w 13512314"/>
              <a:gd name="connsiteY6-210" fmla="*/ 0 h 851182"/>
              <a:gd name="connsiteX0-211" fmla="*/ 1320314 w 13512314"/>
              <a:gd name="connsiteY0-212" fmla="*/ 0 h 806026"/>
              <a:gd name="connsiteX1-213" fmla="*/ 13512314 w 13512314"/>
              <a:gd name="connsiteY1-214" fmla="*/ 0 h 806026"/>
              <a:gd name="connsiteX2-215" fmla="*/ 13512314 w 13512314"/>
              <a:gd name="connsiteY2-216" fmla="*/ 792480 h 806026"/>
              <a:gd name="connsiteX3-217" fmla="*/ 11368554 w 13512314"/>
              <a:gd name="connsiteY3-218" fmla="*/ 792480 h 806026"/>
              <a:gd name="connsiteX4-219" fmla="*/ 10200154 w 13512314"/>
              <a:gd name="connsiteY4-220" fmla="*/ 375920 h 806026"/>
              <a:gd name="connsiteX5-221" fmla="*/ 1330474 w 13512314"/>
              <a:gd name="connsiteY5-222" fmla="*/ 345440 h 806026"/>
              <a:gd name="connsiteX6-223" fmla="*/ 1320314 w 13512314"/>
              <a:gd name="connsiteY6-224" fmla="*/ 0 h 806026"/>
              <a:gd name="connsiteX0-225" fmla="*/ 1320314 w 13512314"/>
              <a:gd name="connsiteY0-226" fmla="*/ 0 h 806026"/>
              <a:gd name="connsiteX1-227" fmla="*/ 13512314 w 13512314"/>
              <a:gd name="connsiteY1-228" fmla="*/ 0 h 806026"/>
              <a:gd name="connsiteX2-229" fmla="*/ 13512314 w 13512314"/>
              <a:gd name="connsiteY2-230" fmla="*/ 792480 h 806026"/>
              <a:gd name="connsiteX3-231" fmla="*/ 11368554 w 13512314"/>
              <a:gd name="connsiteY3-232" fmla="*/ 792480 h 806026"/>
              <a:gd name="connsiteX4-233" fmla="*/ 10200154 w 13512314"/>
              <a:gd name="connsiteY4-234" fmla="*/ 375920 h 806026"/>
              <a:gd name="connsiteX5-235" fmla="*/ 1330474 w 13512314"/>
              <a:gd name="connsiteY5-236" fmla="*/ 345440 h 806026"/>
              <a:gd name="connsiteX6-237" fmla="*/ 1320314 w 13512314"/>
              <a:gd name="connsiteY6-238" fmla="*/ 0 h 806026"/>
              <a:gd name="connsiteX0-239" fmla="*/ 1320314 w 13512314"/>
              <a:gd name="connsiteY0-240" fmla="*/ 0 h 806026"/>
              <a:gd name="connsiteX1-241" fmla="*/ 13512314 w 13512314"/>
              <a:gd name="connsiteY1-242" fmla="*/ 0 h 806026"/>
              <a:gd name="connsiteX2-243" fmla="*/ 13512314 w 13512314"/>
              <a:gd name="connsiteY2-244" fmla="*/ 792480 h 806026"/>
              <a:gd name="connsiteX3-245" fmla="*/ 11368554 w 13512314"/>
              <a:gd name="connsiteY3-246" fmla="*/ 792480 h 806026"/>
              <a:gd name="connsiteX4-247" fmla="*/ 10200154 w 13512314"/>
              <a:gd name="connsiteY4-248" fmla="*/ 375920 h 806026"/>
              <a:gd name="connsiteX5-249" fmla="*/ 1330474 w 13512314"/>
              <a:gd name="connsiteY5-250" fmla="*/ 345440 h 806026"/>
              <a:gd name="connsiteX6-251" fmla="*/ 1320314 w 13512314"/>
              <a:gd name="connsiteY6-252" fmla="*/ 0 h 806026"/>
              <a:gd name="connsiteX0-253" fmla="*/ 1320314 w 13512314"/>
              <a:gd name="connsiteY0-254" fmla="*/ 0 h 806026"/>
              <a:gd name="connsiteX1-255" fmla="*/ 13512314 w 13512314"/>
              <a:gd name="connsiteY1-256" fmla="*/ 0 h 806026"/>
              <a:gd name="connsiteX2-257" fmla="*/ 13512314 w 13512314"/>
              <a:gd name="connsiteY2-258" fmla="*/ 792480 h 806026"/>
              <a:gd name="connsiteX3-259" fmla="*/ 11368554 w 13512314"/>
              <a:gd name="connsiteY3-260" fmla="*/ 792480 h 806026"/>
              <a:gd name="connsiteX4-261" fmla="*/ 10200154 w 13512314"/>
              <a:gd name="connsiteY4-262" fmla="*/ 375920 h 806026"/>
              <a:gd name="connsiteX5-263" fmla="*/ 1330474 w 13512314"/>
              <a:gd name="connsiteY5-264" fmla="*/ 345440 h 806026"/>
              <a:gd name="connsiteX6-265" fmla="*/ 1320314 w 13512314"/>
              <a:gd name="connsiteY6-266" fmla="*/ 0 h 806026"/>
              <a:gd name="connsiteX0-267" fmla="*/ 1320314 w 13512314"/>
              <a:gd name="connsiteY0-268" fmla="*/ 0 h 806026"/>
              <a:gd name="connsiteX1-269" fmla="*/ 13512314 w 13512314"/>
              <a:gd name="connsiteY1-270" fmla="*/ 0 h 806026"/>
              <a:gd name="connsiteX2-271" fmla="*/ 13512314 w 13512314"/>
              <a:gd name="connsiteY2-272" fmla="*/ 792480 h 806026"/>
              <a:gd name="connsiteX3-273" fmla="*/ 11368554 w 13512314"/>
              <a:gd name="connsiteY3-274" fmla="*/ 792480 h 806026"/>
              <a:gd name="connsiteX4-275" fmla="*/ 10200154 w 13512314"/>
              <a:gd name="connsiteY4-276" fmla="*/ 375920 h 806026"/>
              <a:gd name="connsiteX5-277" fmla="*/ 1330474 w 13512314"/>
              <a:gd name="connsiteY5-278" fmla="*/ 345440 h 806026"/>
              <a:gd name="connsiteX6-279" fmla="*/ 1320314 w 13512314"/>
              <a:gd name="connsiteY6-280" fmla="*/ 0 h 806026"/>
              <a:gd name="connsiteX0-281" fmla="*/ 1320314 w 13512314"/>
              <a:gd name="connsiteY0-282" fmla="*/ 0 h 806026"/>
              <a:gd name="connsiteX1-283" fmla="*/ 13512314 w 13512314"/>
              <a:gd name="connsiteY1-284" fmla="*/ 0 h 806026"/>
              <a:gd name="connsiteX2-285" fmla="*/ 13512314 w 13512314"/>
              <a:gd name="connsiteY2-286" fmla="*/ 792480 h 806026"/>
              <a:gd name="connsiteX3-287" fmla="*/ 11368554 w 13512314"/>
              <a:gd name="connsiteY3-288" fmla="*/ 792480 h 806026"/>
              <a:gd name="connsiteX4-289" fmla="*/ 10200154 w 13512314"/>
              <a:gd name="connsiteY4-290" fmla="*/ 375920 h 806026"/>
              <a:gd name="connsiteX5-291" fmla="*/ 1330474 w 13512314"/>
              <a:gd name="connsiteY5-292" fmla="*/ 345440 h 806026"/>
              <a:gd name="connsiteX6-293" fmla="*/ 1320314 w 13512314"/>
              <a:gd name="connsiteY6-294" fmla="*/ 0 h 806026"/>
              <a:gd name="connsiteX0-295" fmla="*/ 1320314 w 13512314"/>
              <a:gd name="connsiteY0-296" fmla="*/ 0 h 806026"/>
              <a:gd name="connsiteX1-297" fmla="*/ 13512314 w 13512314"/>
              <a:gd name="connsiteY1-298" fmla="*/ 0 h 806026"/>
              <a:gd name="connsiteX2-299" fmla="*/ 13512314 w 13512314"/>
              <a:gd name="connsiteY2-300" fmla="*/ 792480 h 806026"/>
              <a:gd name="connsiteX3-301" fmla="*/ 11368554 w 13512314"/>
              <a:gd name="connsiteY3-302" fmla="*/ 792480 h 806026"/>
              <a:gd name="connsiteX4-303" fmla="*/ 10200154 w 13512314"/>
              <a:gd name="connsiteY4-304" fmla="*/ 375920 h 806026"/>
              <a:gd name="connsiteX5-305" fmla="*/ 1330474 w 13512314"/>
              <a:gd name="connsiteY5-306" fmla="*/ 345440 h 806026"/>
              <a:gd name="connsiteX6-307" fmla="*/ 1320314 w 13512314"/>
              <a:gd name="connsiteY6-308" fmla="*/ 0 h 806026"/>
              <a:gd name="connsiteX0-309" fmla="*/ 649073 w 12841073"/>
              <a:gd name="connsiteY0-310" fmla="*/ 59 h 806085"/>
              <a:gd name="connsiteX1-311" fmla="*/ 12841073 w 12841073"/>
              <a:gd name="connsiteY1-312" fmla="*/ 59 h 806085"/>
              <a:gd name="connsiteX2-313" fmla="*/ 12841073 w 12841073"/>
              <a:gd name="connsiteY2-314" fmla="*/ 792539 h 806085"/>
              <a:gd name="connsiteX3-315" fmla="*/ 10697313 w 12841073"/>
              <a:gd name="connsiteY3-316" fmla="*/ 792539 h 806085"/>
              <a:gd name="connsiteX4-317" fmla="*/ 9528913 w 12841073"/>
              <a:gd name="connsiteY4-318" fmla="*/ 375979 h 806085"/>
              <a:gd name="connsiteX5-319" fmla="*/ 659233 w 12841073"/>
              <a:gd name="connsiteY5-320" fmla="*/ 345499 h 806085"/>
              <a:gd name="connsiteX6-321" fmla="*/ 649073 w 12841073"/>
              <a:gd name="connsiteY6-322" fmla="*/ 59 h 806085"/>
              <a:gd name="connsiteX0-323" fmla="*/ 0 w 12192000"/>
              <a:gd name="connsiteY0-324" fmla="*/ 59 h 806085"/>
              <a:gd name="connsiteX1-325" fmla="*/ 12192000 w 12192000"/>
              <a:gd name="connsiteY1-326" fmla="*/ 59 h 806085"/>
              <a:gd name="connsiteX2-327" fmla="*/ 12192000 w 12192000"/>
              <a:gd name="connsiteY2-328" fmla="*/ 792539 h 806085"/>
              <a:gd name="connsiteX3-329" fmla="*/ 10048240 w 12192000"/>
              <a:gd name="connsiteY3-330" fmla="*/ 792539 h 806085"/>
              <a:gd name="connsiteX4-331" fmla="*/ 8879840 w 12192000"/>
              <a:gd name="connsiteY4-332" fmla="*/ 375979 h 806085"/>
              <a:gd name="connsiteX5-333" fmla="*/ 10160 w 12192000"/>
              <a:gd name="connsiteY5-334" fmla="*/ 345499 h 806085"/>
              <a:gd name="connsiteX6-335" fmla="*/ 0 w 12192000"/>
              <a:gd name="connsiteY6-336" fmla="*/ 59 h 806085"/>
              <a:gd name="connsiteX0-337" fmla="*/ 0 w 12196549"/>
              <a:gd name="connsiteY0-338" fmla="*/ 59 h 806085"/>
              <a:gd name="connsiteX1-339" fmla="*/ 12196549 w 12196549"/>
              <a:gd name="connsiteY1-340" fmla="*/ 59 h 806085"/>
              <a:gd name="connsiteX2-341" fmla="*/ 12196549 w 12196549"/>
              <a:gd name="connsiteY2-342" fmla="*/ 792539 h 806085"/>
              <a:gd name="connsiteX3-343" fmla="*/ 10052789 w 12196549"/>
              <a:gd name="connsiteY3-344" fmla="*/ 792539 h 806085"/>
              <a:gd name="connsiteX4-345" fmla="*/ 8884389 w 12196549"/>
              <a:gd name="connsiteY4-346" fmla="*/ 375979 h 806085"/>
              <a:gd name="connsiteX5-347" fmla="*/ 14709 w 12196549"/>
              <a:gd name="connsiteY5-348" fmla="*/ 345499 h 806085"/>
              <a:gd name="connsiteX6-349" fmla="*/ 0 w 12196549"/>
              <a:gd name="connsiteY6-350" fmla="*/ 59 h 806085"/>
              <a:gd name="connsiteX0-351" fmla="*/ 0 w 12196549"/>
              <a:gd name="connsiteY0-352" fmla="*/ 58 h 806084"/>
              <a:gd name="connsiteX1-353" fmla="*/ 12196549 w 12196549"/>
              <a:gd name="connsiteY1-354" fmla="*/ 58 h 806084"/>
              <a:gd name="connsiteX2-355" fmla="*/ 12196549 w 12196549"/>
              <a:gd name="connsiteY2-356" fmla="*/ 792538 h 806084"/>
              <a:gd name="connsiteX3-357" fmla="*/ 10052789 w 12196549"/>
              <a:gd name="connsiteY3-358" fmla="*/ 792538 h 806084"/>
              <a:gd name="connsiteX4-359" fmla="*/ 8884389 w 12196549"/>
              <a:gd name="connsiteY4-360" fmla="*/ 375978 h 806084"/>
              <a:gd name="connsiteX5-361" fmla="*/ 3512 w 12196549"/>
              <a:gd name="connsiteY5-362" fmla="*/ 352962 h 806084"/>
              <a:gd name="connsiteX6-363" fmla="*/ 0 w 12196549"/>
              <a:gd name="connsiteY6-364" fmla="*/ 58 h 806084"/>
              <a:gd name="connsiteX0-365" fmla="*/ 0 w 12200281"/>
              <a:gd name="connsiteY0-366" fmla="*/ 3733 h 806026"/>
              <a:gd name="connsiteX1-367" fmla="*/ 12200281 w 12200281"/>
              <a:gd name="connsiteY1-368" fmla="*/ 0 h 806026"/>
              <a:gd name="connsiteX2-369" fmla="*/ 12200281 w 12200281"/>
              <a:gd name="connsiteY2-370" fmla="*/ 792480 h 806026"/>
              <a:gd name="connsiteX3-371" fmla="*/ 10056521 w 12200281"/>
              <a:gd name="connsiteY3-372" fmla="*/ 792480 h 806026"/>
              <a:gd name="connsiteX4-373" fmla="*/ 8888121 w 12200281"/>
              <a:gd name="connsiteY4-374" fmla="*/ 375920 h 806026"/>
              <a:gd name="connsiteX5-375" fmla="*/ 7244 w 12200281"/>
              <a:gd name="connsiteY5-376" fmla="*/ 352904 h 806026"/>
              <a:gd name="connsiteX6-377" fmla="*/ 0 w 12200281"/>
              <a:gd name="connsiteY6-378" fmla="*/ 3733 h 806026"/>
              <a:gd name="connsiteX0-379" fmla="*/ 0 w 12200281"/>
              <a:gd name="connsiteY0-380" fmla="*/ 3733 h 795992"/>
              <a:gd name="connsiteX1-381" fmla="*/ 12200281 w 12200281"/>
              <a:gd name="connsiteY1-382" fmla="*/ 0 h 795992"/>
              <a:gd name="connsiteX2-383" fmla="*/ 12200281 w 12200281"/>
              <a:gd name="connsiteY2-384" fmla="*/ 792480 h 795992"/>
              <a:gd name="connsiteX3-385" fmla="*/ 10056521 w 12200281"/>
              <a:gd name="connsiteY3-386" fmla="*/ 792480 h 795992"/>
              <a:gd name="connsiteX4-387" fmla="*/ 8888121 w 12200281"/>
              <a:gd name="connsiteY4-388" fmla="*/ 375920 h 795992"/>
              <a:gd name="connsiteX5-389" fmla="*/ 7244 w 12200281"/>
              <a:gd name="connsiteY5-390" fmla="*/ 352904 h 795992"/>
              <a:gd name="connsiteX6-391" fmla="*/ 0 w 12200281"/>
              <a:gd name="connsiteY6-392" fmla="*/ 3733 h 795992"/>
              <a:gd name="connsiteX0-393" fmla="*/ 0 w 12202789"/>
              <a:gd name="connsiteY0-394" fmla="*/ 3733 h 795992"/>
              <a:gd name="connsiteX1-395" fmla="*/ 12200281 w 12202789"/>
              <a:gd name="connsiteY1-396" fmla="*/ 0 h 795992"/>
              <a:gd name="connsiteX2-397" fmla="*/ 12200281 w 12202789"/>
              <a:gd name="connsiteY2-398" fmla="*/ 792480 h 795992"/>
              <a:gd name="connsiteX3-399" fmla="*/ 10056521 w 12202789"/>
              <a:gd name="connsiteY3-400" fmla="*/ 792480 h 795992"/>
              <a:gd name="connsiteX4-401" fmla="*/ 8888121 w 12202789"/>
              <a:gd name="connsiteY4-402" fmla="*/ 375920 h 795992"/>
              <a:gd name="connsiteX5-403" fmla="*/ 7244 w 12202789"/>
              <a:gd name="connsiteY5-404" fmla="*/ 352904 h 795992"/>
              <a:gd name="connsiteX6-405" fmla="*/ 0 w 12202789"/>
              <a:gd name="connsiteY6-406" fmla="*/ 3733 h 795992"/>
              <a:gd name="connsiteX0-407" fmla="*/ 0 w 12202789"/>
              <a:gd name="connsiteY0-408" fmla="*/ 3733 h 795992"/>
              <a:gd name="connsiteX1-409" fmla="*/ 12200281 w 12202789"/>
              <a:gd name="connsiteY1-410" fmla="*/ 0 h 795992"/>
              <a:gd name="connsiteX2-411" fmla="*/ 12200281 w 12202789"/>
              <a:gd name="connsiteY2-412" fmla="*/ 792480 h 795992"/>
              <a:gd name="connsiteX3-413" fmla="*/ 10056521 w 12202789"/>
              <a:gd name="connsiteY3-414" fmla="*/ 792480 h 795992"/>
              <a:gd name="connsiteX4-415" fmla="*/ 8888121 w 12202789"/>
              <a:gd name="connsiteY4-416" fmla="*/ 375920 h 795992"/>
              <a:gd name="connsiteX5-417" fmla="*/ 7244 w 12202789"/>
              <a:gd name="connsiteY5-418" fmla="*/ 352904 h 795992"/>
              <a:gd name="connsiteX6-419" fmla="*/ 0 w 12202789"/>
              <a:gd name="connsiteY6-420" fmla="*/ 3733 h 7959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  <a:cxn ang="0">
                <a:pos x="connsiteX6-97" y="connsiteY6-98"/>
              </a:cxn>
            </a:cxnLst>
            <a:rect l="l" t="t" r="r" b="b"/>
            <a:pathLst>
              <a:path w="12202789" h="795992">
                <a:moveTo>
                  <a:pt x="0" y="3733"/>
                </a:moveTo>
                <a:cubicBezTo>
                  <a:pt x="843" y="9005"/>
                  <a:pt x="8133521" y="1244"/>
                  <a:pt x="12200281" y="0"/>
                </a:cubicBezTo>
                <a:cubicBezTo>
                  <a:pt x="12200281" y="264160"/>
                  <a:pt x="12205925" y="195298"/>
                  <a:pt x="12200281" y="792480"/>
                </a:cubicBezTo>
                <a:cubicBezTo>
                  <a:pt x="12197459" y="800382"/>
                  <a:pt x="11128401" y="792480"/>
                  <a:pt x="10056521" y="792480"/>
                </a:cubicBezTo>
                <a:cubicBezTo>
                  <a:pt x="9504494" y="723053"/>
                  <a:pt x="9560470" y="364162"/>
                  <a:pt x="8888121" y="375920"/>
                </a:cubicBezTo>
                <a:cubicBezTo>
                  <a:pt x="8848376" y="358923"/>
                  <a:pt x="2963804" y="363064"/>
                  <a:pt x="7244" y="352904"/>
                </a:cubicBezTo>
                <a:cubicBezTo>
                  <a:pt x="-1234" y="347814"/>
                  <a:pt x="7897" y="-1515"/>
                  <a:pt x="0" y="3733"/>
                </a:cubicBezTo>
                <a:close/>
              </a:path>
            </a:pathLst>
          </a:custGeom>
          <a:solidFill>
            <a:srgbClr val="4256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-14605" y="6693535"/>
            <a:ext cx="12218035" cy="173990"/>
          </a:xfrm>
          <a:prstGeom prst="rect">
            <a:avLst/>
          </a:prstGeom>
          <a:solidFill>
            <a:srgbClr val="42563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304800" y="565785"/>
            <a:ext cx="1505585" cy="549275"/>
          </a:xfrm>
          <a:prstGeom prst="roundRect">
            <a:avLst/>
          </a:prstGeom>
          <a:noFill/>
          <a:ln w="12700" cap="flat" cmpd="sng" algn="ctr">
            <a:solidFill>
              <a:srgbClr val="42563E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algn="ctr"/>
            <a:r>
              <a:rPr lang="zh-CN" altLang="en-US" sz="2400">
                <a:solidFill>
                  <a:srgbClr val="42563E"/>
                </a:solidFill>
                <a:latin typeface="思源黑体 CN" charset="0"/>
                <a:ea typeface="思源黑体 CN" charset="0"/>
              </a:rPr>
              <a:t>整体设计</a:t>
            </a:r>
          </a:p>
        </p:txBody>
      </p:sp>
      <p:pic>
        <p:nvPicPr>
          <p:cNvPr id="4" name="图片 3" descr="思考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505" y="1536700"/>
            <a:ext cx="914400" cy="914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810385" y="1764030"/>
            <a:ext cx="94532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>
                <a:solidFill>
                  <a:schemeClr val="accent6"/>
                </a:solidFill>
                <a:latin typeface="黑体" panose="02010609060101010101" charset="-122"/>
                <a:ea typeface="黑体" panose="02010609060101010101" charset="-122"/>
              </a:rPr>
              <a:t>智能校园数字气象站系统中的各种数据，是如何进行</a:t>
            </a:r>
            <a:r>
              <a:rPr lang="zh-CN" altLang="en-US" sz="2400" b="1">
                <a:solidFill>
                  <a:schemeClr val="accent6"/>
                </a:solidFill>
                <a:latin typeface="黑体" panose="02010609060101010101" charset="-122"/>
                <a:ea typeface="黑体" panose="02010609060101010101" charset="-122"/>
              </a:rPr>
              <a:t>数据流转</a:t>
            </a:r>
            <a:r>
              <a:rPr lang="zh-CN" altLang="en-US" sz="2400">
                <a:solidFill>
                  <a:schemeClr val="accent6"/>
                </a:solidFill>
                <a:latin typeface="黑体" panose="02010609060101010101" charset="-122"/>
                <a:ea typeface="黑体" panose="02010609060101010101" charset="-122"/>
              </a:rPr>
              <a:t>的呢？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1421130" y="3033395"/>
            <a:ext cx="1477010" cy="1758315"/>
            <a:chOff x="2238" y="4777"/>
            <a:chExt cx="2326" cy="2769"/>
          </a:xfrm>
        </p:grpSpPr>
        <p:pic>
          <p:nvPicPr>
            <p:cNvPr id="6" name="图片 5" descr="电子元件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51" y="4777"/>
              <a:ext cx="1440" cy="1440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2238" y="6918"/>
              <a:ext cx="232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>
                  <a:solidFill>
                    <a:schemeClr val="accent6"/>
                  </a:solidFill>
                  <a:latin typeface="黑体" panose="02010609060101010101" charset="-122"/>
                  <a:ea typeface="黑体" panose="02010609060101010101" charset="-122"/>
                </a:rPr>
                <a:t>传感器</a:t>
              </a:r>
              <a:r>
                <a:rPr lang="zh-CN" altLang="en-US" sz="2000" b="1">
                  <a:solidFill>
                    <a:schemeClr val="accent6"/>
                  </a:solidFill>
                  <a:latin typeface="黑体" panose="02010609060101010101" charset="-122"/>
                  <a:ea typeface="黑体" panose="02010609060101010101" charset="-122"/>
                </a:rPr>
                <a:t>采集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957830" y="3033395"/>
            <a:ext cx="2948305" cy="1758315"/>
            <a:chOff x="4658" y="4777"/>
            <a:chExt cx="4643" cy="2769"/>
          </a:xfrm>
        </p:grpSpPr>
        <p:pic>
          <p:nvPicPr>
            <p:cNvPr id="7" name="图片 6" descr="广域网络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916" y="4777"/>
              <a:ext cx="1440" cy="1440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6473" y="6918"/>
              <a:ext cx="282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>
                  <a:solidFill>
                    <a:schemeClr val="accent6"/>
                  </a:solidFill>
                  <a:latin typeface="黑体" panose="02010609060101010101" charset="-122"/>
                  <a:ea typeface="黑体" panose="02010609060101010101" charset="-122"/>
                </a:rPr>
                <a:t>网络设备</a:t>
              </a:r>
              <a:r>
                <a:rPr lang="zh-CN" altLang="en-US" sz="2000" b="1">
                  <a:solidFill>
                    <a:schemeClr val="accent6"/>
                  </a:solidFill>
                  <a:latin typeface="黑体" panose="02010609060101010101" charset="-122"/>
                  <a:ea typeface="黑体" panose="02010609060101010101" charset="-122"/>
                </a:rPr>
                <a:t>传输</a:t>
              </a:r>
            </a:p>
          </p:txBody>
        </p:sp>
        <p:cxnSp>
          <p:nvCxnSpPr>
            <p:cNvPr id="15" name="曲线连接符 14"/>
            <p:cNvCxnSpPr/>
            <p:nvPr/>
          </p:nvCxnSpPr>
          <p:spPr>
            <a:xfrm>
              <a:off x="4658" y="5525"/>
              <a:ext cx="1849" cy="320"/>
            </a:xfrm>
            <a:prstGeom prst="curvedConnector3">
              <a:avLst>
                <a:gd name="adj1" fmla="val 50027"/>
              </a:avLst>
            </a:prstGeom>
            <a:noFill/>
            <a:ln w="12700" cap="flat" cmpd="sng" algn="ctr">
              <a:solidFill>
                <a:schemeClr val="bg2">
                  <a:lumMod val="50000"/>
                </a:schemeClr>
              </a:solidFill>
              <a:prstDash val="solid"/>
              <a:miter lim="800000"/>
              <a:tailEnd type="arrow"/>
            </a:ln>
            <a:effectLst/>
          </p:spPr>
        </p:cxnSp>
      </p:grpSp>
      <p:grpSp>
        <p:nvGrpSpPr>
          <p:cNvPr id="22" name="组合 21"/>
          <p:cNvGrpSpPr/>
          <p:nvPr/>
        </p:nvGrpSpPr>
        <p:grpSpPr>
          <a:xfrm>
            <a:off x="5501640" y="3033395"/>
            <a:ext cx="2832100" cy="2066290"/>
            <a:chOff x="8664" y="4777"/>
            <a:chExt cx="4460" cy="3254"/>
          </a:xfrm>
        </p:grpSpPr>
        <p:pic>
          <p:nvPicPr>
            <p:cNvPr id="8" name="图片 7" descr="云平台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141" y="4777"/>
              <a:ext cx="1440" cy="1440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10597" y="6918"/>
              <a:ext cx="2527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>
                  <a:solidFill>
                    <a:schemeClr val="accent6"/>
                  </a:solidFill>
                  <a:latin typeface="黑体" panose="02010609060101010101" charset="-122"/>
                  <a:ea typeface="黑体" panose="02010609060101010101" charset="-122"/>
                </a:rPr>
                <a:t>物联网平台分析</a:t>
              </a:r>
              <a:r>
                <a:rPr lang="zh-CN" altLang="en-US" sz="2000" b="1">
                  <a:solidFill>
                    <a:schemeClr val="accent6"/>
                  </a:solidFill>
                  <a:latin typeface="黑体" panose="02010609060101010101" charset="-122"/>
                  <a:ea typeface="黑体" panose="02010609060101010101" charset="-122"/>
                </a:rPr>
                <a:t>处理</a:t>
              </a:r>
            </a:p>
          </p:txBody>
        </p:sp>
        <p:cxnSp>
          <p:nvCxnSpPr>
            <p:cNvPr id="10" name="曲线连接符 9"/>
            <p:cNvCxnSpPr/>
            <p:nvPr/>
          </p:nvCxnSpPr>
          <p:spPr>
            <a:xfrm flipV="1">
              <a:off x="8664" y="5388"/>
              <a:ext cx="2022" cy="314"/>
            </a:xfrm>
            <a:prstGeom prst="curvedConnector3">
              <a:avLst>
                <a:gd name="adj1" fmla="val 50049"/>
              </a:avLst>
            </a:prstGeom>
            <a:noFill/>
            <a:ln w="12700" cap="flat" cmpd="sng" algn="ctr">
              <a:solidFill>
                <a:srgbClr val="42563E"/>
              </a:solidFill>
              <a:prstDash val="solid"/>
              <a:miter lim="800000"/>
              <a:tailEnd type="arrow"/>
            </a:ln>
            <a:effectLst/>
          </p:spPr>
        </p:cxnSp>
      </p:grpSp>
      <p:grpSp>
        <p:nvGrpSpPr>
          <p:cNvPr id="23" name="组合 22"/>
          <p:cNvGrpSpPr/>
          <p:nvPr/>
        </p:nvGrpSpPr>
        <p:grpSpPr>
          <a:xfrm>
            <a:off x="8304530" y="3033395"/>
            <a:ext cx="2959100" cy="1758315"/>
            <a:chOff x="13078" y="4777"/>
            <a:chExt cx="4660" cy="2769"/>
          </a:xfrm>
        </p:grpSpPr>
        <p:pic>
          <p:nvPicPr>
            <p:cNvPr id="14" name="图片 13" descr="电脑屏幕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5366" y="4777"/>
              <a:ext cx="1440" cy="1440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4924" y="6918"/>
              <a:ext cx="281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>
                  <a:solidFill>
                    <a:schemeClr val="accent6"/>
                  </a:solidFill>
                  <a:latin typeface="黑体" panose="02010609060101010101" charset="-122"/>
                  <a:ea typeface="黑体" panose="02010609060101010101" charset="-122"/>
                </a:rPr>
                <a:t>终端设备</a:t>
              </a:r>
              <a:r>
                <a:rPr lang="zh-CN" altLang="en-US" sz="2000" b="1">
                  <a:solidFill>
                    <a:schemeClr val="accent6"/>
                  </a:solidFill>
                  <a:latin typeface="黑体" panose="02010609060101010101" charset="-122"/>
                  <a:ea typeface="黑体" panose="02010609060101010101" charset="-122"/>
                </a:rPr>
                <a:t>呈现</a:t>
              </a:r>
            </a:p>
          </p:txBody>
        </p:sp>
        <p:cxnSp>
          <p:nvCxnSpPr>
            <p:cNvPr id="18" name="曲线连接符 17"/>
            <p:cNvCxnSpPr/>
            <p:nvPr/>
          </p:nvCxnSpPr>
          <p:spPr>
            <a:xfrm>
              <a:off x="13078" y="5525"/>
              <a:ext cx="1849" cy="320"/>
            </a:xfrm>
            <a:prstGeom prst="curvedConnector3">
              <a:avLst>
                <a:gd name="adj1" fmla="val 50027"/>
              </a:avLst>
            </a:prstGeom>
            <a:noFill/>
            <a:ln w="12700" cap="flat" cmpd="sng" algn="ctr">
              <a:solidFill>
                <a:srgbClr val="42563E"/>
              </a:solidFill>
              <a:prstDash val="solid"/>
              <a:miter lim="800000"/>
              <a:tailEnd type="arrow"/>
            </a:ln>
            <a:effectLst/>
          </p:spPr>
        </p:cxnSp>
      </p:grpSp>
      <p:grpSp>
        <p:nvGrpSpPr>
          <p:cNvPr id="24" name="组合 23"/>
          <p:cNvGrpSpPr/>
          <p:nvPr/>
        </p:nvGrpSpPr>
        <p:grpSpPr>
          <a:xfrm>
            <a:off x="5116195" y="5473065"/>
            <a:ext cx="2436495" cy="837565"/>
            <a:chOff x="7260" y="8927"/>
            <a:chExt cx="3837" cy="1319"/>
          </a:xfrm>
        </p:grpSpPr>
        <p:cxnSp>
          <p:nvCxnSpPr>
            <p:cNvPr id="19" name="直接箭头连接符 18"/>
            <p:cNvCxnSpPr/>
            <p:nvPr/>
          </p:nvCxnSpPr>
          <p:spPr>
            <a:xfrm>
              <a:off x="7260" y="8927"/>
              <a:ext cx="3837" cy="0"/>
            </a:xfrm>
            <a:prstGeom prst="straightConnector1">
              <a:avLst/>
            </a:prstGeom>
            <a:noFill/>
            <a:ln w="28575" cap="flat" cmpd="sng" algn="ctr">
              <a:solidFill>
                <a:srgbClr val="42563E"/>
              </a:solidFill>
              <a:prstDash val="solid"/>
              <a:miter lim="800000"/>
              <a:tailEnd type="arrow"/>
            </a:ln>
            <a:effectLst/>
          </p:spPr>
        </p:cxnSp>
        <p:sp>
          <p:nvSpPr>
            <p:cNvPr id="25" name="文本框 24"/>
            <p:cNvSpPr txBox="1"/>
            <p:nvPr/>
          </p:nvSpPr>
          <p:spPr>
            <a:xfrm>
              <a:off x="8045" y="9521"/>
              <a:ext cx="226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accent6"/>
                  </a:solidFill>
                </a:rPr>
                <a:t>数据流向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/>
          <p:cNvSpPr/>
          <p:nvPr>
            <p:custDataLst>
              <p:tags r:id="rId1"/>
            </p:custDataLst>
          </p:nvPr>
        </p:nvSpPr>
        <p:spPr>
          <a:xfrm>
            <a:off x="-15240" y="-71755"/>
            <a:ext cx="12218035" cy="702310"/>
          </a:xfrm>
          <a:custGeom>
            <a:avLst/>
            <a:gdLst>
              <a:gd name="connsiteX0" fmla="*/ 0 w 12192000"/>
              <a:gd name="connsiteY0" fmla="*/ 0 h 792480"/>
              <a:gd name="connsiteX1" fmla="*/ 12192000 w 12192000"/>
              <a:gd name="connsiteY1" fmla="*/ 0 h 792480"/>
              <a:gd name="connsiteX2" fmla="*/ 12192000 w 12192000"/>
              <a:gd name="connsiteY2" fmla="*/ 792480 h 792480"/>
              <a:gd name="connsiteX3" fmla="*/ 0 w 12192000"/>
              <a:gd name="connsiteY3" fmla="*/ 792480 h 792480"/>
              <a:gd name="connsiteX4" fmla="*/ 0 w 12192000"/>
              <a:gd name="connsiteY4" fmla="*/ 0 h 792480"/>
              <a:gd name="connsiteX0-1" fmla="*/ 0 w 12192000"/>
              <a:gd name="connsiteY0-2" fmla="*/ 0 h 792480"/>
              <a:gd name="connsiteX1-3" fmla="*/ 12192000 w 12192000"/>
              <a:gd name="connsiteY1-4" fmla="*/ 0 h 792480"/>
              <a:gd name="connsiteX2-5" fmla="*/ 12192000 w 12192000"/>
              <a:gd name="connsiteY2-6" fmla="*/ 792480 h 792480"/>
              <a:gd name="connsiteX3-7" fmla="*/ 10160 w 12192000"/>
              <a:gd name="connsiteY3-8" fmla="*/ 345440 h 792480"/>
              <a:gd name="connsiteX4-9" fmla="*/ 0 w 12192000"/>
              <a:gd name="connsiteY4-10" fmla="*/ 0 h 792480"/>
              <a:gd name="connsiteX0-11" fmla="*/ 0 w 12192000"/>
              <a:gd name="connsiteY0-12" fmla="*/ 0 h 792480"/>
              <a:gd name="connsiteX1-13" fmla="*/ 12192000 w 12192000"/>
              <a:gd name="connsiteY1-14" fmla="*/ 0 h 792480"/>
              <a:gd name="connsiteX2-15" fmla="*/ 12192000 w 12192000"/>
              <a:gd name="connsiteY2-16" fmla="*/ 792480 h 792480"/>
              <a:gd name="connsiteX3-17" fmla="*/ 10160 w 12192000"/>
              <a:gd name="connsiteY3-18" fmla="*/ 345440 h 792480"/>
              <a:gd name="connsiteX4-19" fmla="*/ 0 w 12192000"/>
              <a:gd name="connsiteY4-20" fmla="*/ 0 h 792480"/>
              <a:gd name="connsiteX0-21" fmla="*/ 0 w 12192000"/>
              <a:gd name="connsiteY0-22" fmla="*/ 0 h 914446"/>
              <a:gd name="connsiteX1-23" fmla="*/ 12192000 w 12192000"/>
              <a:gd name="connsiteY1-24" fmla="*/ 0 h 914446"/>
              <a:gd name="connsiteX2-25" fmla="*/ 12192000 w 12192000"/>
              <a:gd name="connsiteY2-26" fmla="*/ 792480 h 914446"/>
              <a:gd name="connsiteX3-27" fmla="*/ 10160 w 12192000"/>
              <a:gd name="connsiteY3-28" fmla="*/ 345440 h 914446"/>
              <a:gd name="connsiteX4-29" fmla="*/ 0 w 12192000"/>
              <a:gd name="connsiteY4-30" fmla="*/ 0 h 914446"/>
              <a:gd name="connsiteX0-31" fmla="*/ 0 w 12192000"/>
              <a:gd name="connsiteY0-32" fmla="*/ 0 h 855886"/>
              <a:gd name="connsiteX1-33" fmla="*/ 12192000 w 12192000"/>
              <a:gd name="connsiteY1-34" fmla="*/ 0 h 855886"/>
              <a:gd name="connsiteX2-35" fmla="*/ 12192000 w 12192000"/>
              <a:gd name="connsiteY2-36" fmla="*/ 792480 h 855886"/>
              <a:gd name="connsiteX3-37" fmla="*/ 10160 w 12192000"/>
              <a:gd name="connsiteY3-38" fmla="*/ 345440 h 855886"/>
              <a:gd name="connsiteX4-39" fmla="*/ 0 w 12192000"/>
              <a:gd name="connsiteY4-40" fmla="*/ 0 h 855886"/>
              <a:gd name="connsiteX0-41" fmla="*/ 0 w 12192000"/>
              <a:gd name="connsiteY0-42" fmla="*/ 0 h 792508"/>
              <a:gd name="connsiteX1-43" fmla="*/ 12192000 w 12192000"/>
              <a:gd name="connsiteY1-44" fmla="*/ 0 h 792508"/>
              <a:gd name="connsiteX2-45" fmla="*/ 12192000 w 12192000"/>
              <a:gd name="connsiteY2-46" fmla="*/ 792480 h 792508"/>
              <a:gd name="connsiteX3-47" fmla="*/ 10160 w 12192000"/>
              <a:gd name="connsiteY3-48" fmla="*/ 345440 h 792508"/>
              <a:gd name="connsiteX4-49" fmla="*/ 0 w 12192000"/>
              <a:gd name="connsiteY4-50" fmla="*/ 0 h 792508"/>
              <a:gd name="connsiteX0-51" fmla="*/ 0 w 12192000"/>
              <a:gd name="connsiteY0-52" fmla="*/ 0 h 833387"/>
              <a:gd name="connsiteX1-53" fmla="*/ 12192000 w 12192000"/>
              <a:gd name="connsiteY1-54" fmla="*/ 0 h 833387"/>
              <a:gd name="connsiteX2-55" fmla="*/ 12192000 w 12192000"/>
              <a:gd name="connsiteY2-56" fmla="*/ 792480 h 833387"/>
              <a:gd name="connsiteX3-57" fmla="*/ 9215120 w 12192000"/>
              <a:gd name="connsiteY3-58" fmla="*/ 680720 h 833387"/>
              <a:gd name="connsiteX4-59" fmla="*/ 10160 w 12192000"/>
              <a:gd name="connsiteY4-60" fmla="*/ 345440 h 833387"/>
              <a:gd name="connsiteX5" fmla="*/ 0 w 12192000"/>
              <a:gd name="connsiteY5" fmla="*/ 0 h 833387"/>
              <a:gd name="connsiteX0-61" fmla="*/ 0 w 12192000"/>
              <a:gd name="connsiteY0-62" fmla="*/ 0 h 810530"/>
              <a:gd name="connsiteX1-63" fmla="*/ 12192000 w 12192000"/>
              <a:gd name="connsiteY1-64" fmla="*/ 0 h 810530"/>
              <a:gd name="connsiteX2-65" fmla="*/ 12192000 w 12192000"/>
              <a:gd name="connsiteY2-66" fmla="*/ 792480 h 810530"/>
              <a:gd name="connsiteX3-67" fmla="*/ 8879840 w 12192000"/>
              <a:gd name="connsiteY3-68" fmla="*/ 375920 h 810530"/>
              <a:gd name="connsiteX4-69" fmla="*/ 10160 w 12192000"/>
              <a:gd name="connsiteY4-70" fmla="*/ 345440 h 810530"/>
              <a:gd name="connsiteX5-71" fmla="*/ 0 w 12192000"/>
              <a:gd name="connsiteY5-72" fmla="*/ 0 h 810530"/>
              <a:gd name="connsiteX0-73" fmla="*/ 0 w 12192000"/>
              <a:gd name="connsiteY0-74" fmla="*/ 0 h 803483"/>
              <a:gd name="connsiteX1-75" fmla="*/ 12192000 w 12192000"/>
              <a:gd name="connsiteY1-76" fmla="*/ 0 h 803483"/>
              <a:gd name="connsiteX2-77" fmla="*/ 12192000 w 12192000"/>
              <a:gd name="connsiteY2-78" fmla="*/ 792480 h 803483"/>
              <a:gd name="connsiteX3-79" fmla="*/ 9834880 w 12192000"/>
              <a:gd name="connsiteY3-80" fmla="*/ 457200 h 803483"/>
              <a:gd name="connsiteX4-81" fmla="*/ 8879840 w 12192000"/>
              <a:gd name="connsiteY4-82" fmla="*/ 375920 h 803483"/>
              <a:gd name="connsiteX5-83" fmla="*/ 10160 w 12192000"/>
              <a:gd name="connsiteY5-84" fmla="*/ 345440 h 803483"/>
              <a:gd name="connsiteX6" fmla="*/ 0 w 12192000"/>
              <a:gd name="connsiteY6" fmla="*/ 0 h 803483"/>
              <a:gd name="connsiteX0-85" fmla="*/ 0 w 12192000"/>
              <a:gd name="connsiteY0-86" fmla="*/ 0 h 803483"/>
              <a:gd name="connsiteX1-87" fmla="*/ 12192000 w 12192000"/>
              <a:gd name="connsiteY1-88" fmla="*/ 0 h 803483"/>
              <a:gd name="connsiteX2-89" fmla="*/ 12192000 w 12192000"/>
              <a:gd name="connsiteY2-90" fmla="*/ 792480 h 803483"/>
              <a:gd name="connsiteX3-91" fmla="*/ 9834880 w 12192000"/>
              <a:gd name="connsiteY3-92" fmla="*/ 457200 h 803483"/>
              <a:gd name="connsiteX4-93" fmla="*/ 8879840 w 12192000"/>
              <a:gd name="connsiteY4-94" fmla="*/ 375920 h 803483"/>
              <a:gd name="connsiteX5-95" fmla="*/ 10160 w 12192000"/>
              <a:gd name="connsiteY5-96" fmla="*/ 345440 h 803483"/>
              <a:gd name="connsiteX6-97" fmla="*/ 0 w 12192000"/>
              <a:gd name="connsiteY6-98" fmla="*/ 0 h 803483"/>
              <a:gd name="connsiteX0-99" fmla="*/ 1320314 w 13512314"/>
              <a:gd name="connsiteY0-100" fmla="*/ 0 h 803483"/>
              <a:gd name="connsiteX1-101" fmla="*/ 13512314 w 13512314"/>
              <a:gd name="connsiteY1-102" fmla="*/ 0 h 803483"/>
              <a:gd name="connsiteX2-103" fmla="*/ 13512314 w 13512314"/>
              <a:gd name="connsiteY2-104" fmla="*/ 792480 h 803483"/>
              <a:gd name="connsiteX3-105" fmla="*/ 11155194 w 13512314"/>
              <a:gd name="connsiteY3-106" fmla="*/ 457200 h 803483"/>
              <a:gd name="connsiteX4-107" fmla="*/ 10200154 w 13512314"/>
              <a:gd name="connsiteY4-108" fmla="*/ 375920 h 803483"/>
              <a:gd name="connsiteX5-109" fmla="*/ 1330474 w 13512314"/>
              <a:gd name="connsiteY5-110" fmla="*/ 345440 h 803483"/>
              <a:gd name="connsiteX6-111" fmla="*/ 1320314 w 13512314"/>
              <a:gd name="connsiteY6-112" fmla="*/ 0 h 803483"/>
              <a:gd name="connsiteX0-113" fmla="*/ 1320314 w 14509230"/>
              <a:gd name="connsiteY0-114" fmla="*/ 0 h 803483"/>
              <a:gd name="connsiteX1-115" fmla="*/ 13512314 w 14509230"/>
              <a:gd name="connsiteY1-116" fmla="*/ 0 h 803483"/>
              <a:gd name="connsiteX2-117" fmla="*/ 13512314 w 14509230"/>
              <a:gd name="connsiteY2-118" fmla="*/ 792480 h 803483"/>
              <a:gd name="connsiteX3-119" fmla="*/ 11155194 w 14509230"/>
              <a:gd name="connsiteY3-120" fmla="*/ 457200 h 803483"/>
              <a:gd name="connsiteX4-121" fmla="*/ 10200154 w 14509230"/>
              <a:gd name="connsiteY4-122" fmla="*/ 375920 h 803483"/>
              <a:gd name="connsiteX5-123" fmla="*/ 1330474 w 14509230"/>
              <a:gd name="connsiteY5-124" fmla="*/ 345440 h 803483"/>
              <a:gd name="connsiteX6-125" fmla="*/ 1320314 w 14509230"/>
              <a:gd name="connsiteY6-126" fmla="*/ 0 h 803483"/>
              <a:gd name="connsiteX0-127" fmla="*/ 1320314 w 14511121"/>
              <a:gd name="connsiteY0-128" fmla="*/ 0 h 803483"/>
              <a:gd name="connsiteX1-129" fmla="*/ 13512314 w 14511121"/>
              <a:gd name="connsiteY1-130" fmla="*/ 0 h 803483"/>
              <a:gd name="connsiteX2-131" fmla="*/ 13512314 w 14511121"/>
              <a:gd name="connsiteY2-132" fmla="*/ 792480 h 803483"/>
              <a:gd name="connsiteX3-133" fmla="*/ 11155194 w 14511121"/>
              <a:gd name="connsiteY3-134" fmla="*/ 457200 h 803483"/>
              <a:gd name="connsiteX4-135" fmla="*/ 10200154 w 14511121"/>
              <a:gd name="connsiteY4-136" fmla="*/ 375920 h 803483"/>
              <a:gd name="connsiteX5-137" fmla="*/ 1330474 w 14511121"/>
              <a:gd name="connsiteY5-138" fmla="*/ 345440 h 803483"/>
              <a:gd name="connsiteX6-139" fmla="*/ 1320314 w 14511121"/>
              <a:gd name="connsiteY6-140" fmla="*/ 0 h 803483"/>
              <a:gd name="connsiteX0-141" fmla="*/ 1320314 w 13686915"/>
              <a:gd name="connsiteY0-142" fmla="*/ 0 h 803483"/>
              <a:gd name="connsiteX1-143" fmla="*/ 13512314 w 13686915"/>
              <a:gd name="connsiteY1-144" fmla="*/ 0 h 803483"/>
              <a:gd name="connsiteX2-145" fmla="*/ 13512314 w 13686915"/>
              <a:gd name="connsiteY2-146" fmla="*/ 792480 h 803483"/>
              <a:gd name="connsiteX3-147" fmla="*/ 11155194 w 13686915"/>
              <a:gd name="connsiteY3-148" fmla="*/ 457200 h 803483"/>
              <a:gd name="connsiteX4-149" fmla="*/ 10200154 w 13686915"/>
              <a:gd name="connsiteY4-150" fmla="*/ 375920 h 803483"/>
              <a:gd name="connsiteX5-151" fmla="*/ 1330474 w 13686915"/>
              <a:gd name="connsiteY5-152" fmla="*/ 345440 h 803483"/>
              <a:gd name="connsiteX6-153" fmla="*/ 1320314 w 13686915"/>
              <a:gd name="connsiteY6-154" fmla="*/ 0 h 803483"/>
              <a:gd name="connsiteX0-155" fmla="*/ 1320314 w 13512314"/>
              <a:gd name="connsiteY0-156" fmla="*/ 0 h 803483"/>
              <a:gd name="connsiteX1-157" fmla="*/ 13512314 w 13512314"/>
              <a:gd name="connsiteY1-158" fmla="*/ 0 h 803483"/>
              <a:gd name="connsiteX2-159" fmla="*/ 13512314 w 13512314"/>
              <a:gd name="connsiteY2-160" fmla="*/ 792480 h 803483"/>
              <a:gd name="connsiteX3-161" fmla="*/ 11155194 w 13512314"/>
              <a:gd name="connsiteY3-162" fmla="*/ 457200 h 803483"/>
              <a:gd name="connsiteX4-163" fmla="*/ 10200154 w 13512314"/>
              <a:gd name="connsiteY4-164" fmla="*/ 375920 h 803483"/>
              <a:gd name="connsiteX5-165" fmla="*/ 1330474 w 13512314"/>
              <a:gd name="connsiteY5-166" fmla="*/ 345440 h 803483"/>
              <a:gd name="connsiteX6-167" fmla="*/ 1320314 w 13512314"/>
              <a:gd name="connsiteY6-168" fmla="*/ 0 h 803483"/>
              <a:gd name="connsiteX0-169" fmla="*/ 1320314 w 13512314"/>
              <a:gd name="connsiteY0-170" fmla="*/ 0 h 847119"/>
              <a:gd name="connsiteX1-171" fmla="*/ 13512314 w 13512314"/>
              <a:gd name="connsiteY1-172" fmla="*/ 0 h 847119"/>
              <a:gd name="connsiteX2-173" fmla="*/ 13512314 w 13512314"/>
              <a:gd name="connsiteY2-174" fmla="*/ 792480 h 847119"/>
              <a:gd name="connsiteX3-175" fmla="*/ 11368554 w 13512314"/>
              <a:gd name="connsiteY3-176" fmla="*/ 792480 h 847119"/>
              <a:gd name="connsiteX4-177" fmla="*/ 10200154 w 13512314"/>
              <a:gd name="connsiteY4-178" fmla="*/ 375920 h 847119"/>
              <a:gd name="connsiteX5-179" fmla="*/ 1330474 w 13512314"/>
              <a:gd name="connsiteY5-180" fmla="*/ 345440 h 847119"/>
              <a:gd name="connsiteX6-181" fmla="*/ 1320314 w 13512314"/>
              <a:gd name="connsiteY6-182" fmla="*/ 0 h 847119"/>
              <a:gd name="connsiteX0-183" fmla="*/ 1320314 w 13512314"/>
              <a:gd name="connsiteY0-184" fmla="*/ 0 h 869791"/>
              <a:gd name="connsiteX1-185" fmla="*/ 13512314 w 13512314"/>
              <a:gd name="connsiteY1-186" fmla="*/ 0 h 869791"/>
              <a:gd name="connsiteX2-187" fmla="*/ 13512314 w 13512314"/>
              <a:gd name="connsiteY2-188" fmla="*/ 792480 h 869791"/>
              <a:gd name="connsiteX3-189" fmla="*/ 11368554 w 13512314"/>
              <a:gd name="connsiteY3-190" fmla="*/ 792480 h 869791"/>
              <a:gd name="connsiteX4-191" fmla="*/ 10200154 w 13512314"/>
              <a:gd name="connsiteY4-192" fmla="*/ 375920 h 869791"/>
              <a:gd name="connsiteX5-193" fmla="*/ 1330474 w 13512314"/>
              <a:gd name="connsiteY5-194" fmla="*/ 345440 h 869791"/>
              <a:gd name="connsiteX6-195" fmla="*/ 1320314 w 13512314"/>
              <a:gd name="connsiteY6-196" fmla="*/ 0 h 869791"/>
              <a:gd name="connsiteX0-197" fmla="*/ 1320314 w 13512314"/>
              <a:gd name="connsiteY0-198" fmla="*/ 0 h 851182"/>
              <a:gd name="connsiteX1-199" fmla="*/ 13512314 w 13512314"/>
              <a:gd name="connsiteY1-200" fmla="*/ 0 h 851182"/>
              <a:gd name="connsiteX2-201" fmla="*/ 13512314 w 13512314"/>
              <a:gd name="connsiteY2-202" fmla="*/ 792480 h 851182"/>
              <a:gd name="connsiteX3-203" fmla="*/ 11368554 w 13512314"/>
              <a:gd name="connsiteY3-204" fmla="*/ 792480 h 851182"/>
              <a:gd name="connsiteX4-205" fmla="*/ 10200154 w 13512314"/>
              <a:gd name="connsiteY4-206" fmla="*/ 375920 h 851182"/>
              <a:gd name="connsiteX5-207" fmla="*/ 1330474 w 13512314"/>
              <a:gd name="connsiteY5-208" fmla="*/ 345440 h 851182"/>
              <a:gd name="connsiteX6-209" fmla="*/ 1320314 w 13512314"/>
              <a:gd name="connsiteY6-210" fmla="*/ 0 h 851182"/>
              <a:gd name="connsiteX0-211" fmla="*/ 1320314 w 13512314"/>
              <a:gd name="connsiteY0-212" fmla="*/ 0 h 806026"/>
              <a:gd name="connsiteX1-213" fmla="*/ 13512314 w 13512314"/>
              <a:gd name="connsiteY1-214" fmla="*/ 0 h 806026"/>
              <a:gd name="connsiteX2-215" fmla="*/ 13512314 w 13512314"/>
              <a:gd name="connsiteY2-216" fmla="*/ 792480 h 806026"/>
              <a:gd name="connsiteX3-217" fmla="*/ 11368554 w 13512314"/>
              <a:gd name="connsiteY3-218" fmla="*/ 792480 h 806026"/>
              <a:gd name="connsiteX4-219" fmla="*/ 10200154 w 13512314"/>
              <a:gd name="connsiteY4-220" fmla="*/ 375920 h 806026"/>
              <a:gd name="connsiteX5-221" fmla="*/ 1330474 w 13512314"/>
              <a:gd name="connsiteY5-222" fmla="*/ 345440 h 806026"/>
              <a:gd name="connsiteX6-223" fmla="*/ 1320314 w 13512314"/>
              <a:gd name="connsiteY6-224" fmla="*/ 0 h 806026"/>
              <a:gd name="connsiteX0-225" fmla="*/ 1320314 w 13512314"/>
              <a:gd name="connsiteY0-226" fmla="*/ 0 h 806026"/>
              <a:gd name="connsiteX1-227" fmla="*/ 13512314 w 13512314"/>
              <a:gd name="connsiteY1-228" fmla="*/ 0 h 806026"/>
              <a:gd name="connsiteX2-229" fmla="*/ 13512314 w 13512314"/>
              <a:gd name="connsiteY2-230" fmla="*/ 792480 h 806026"/>
              <a:gd name="connsiteX3-231" fmla="*/ 11368554 w 13512314"/>
              <a:gd name="connsiteY3-232" fmla="*/ 792480 h 806026"/>
              <a:gd name="connsiteX4-233" fmla="*/ 10200154 w 13512314"/>
              <a:gd name="connsiteY4-234" fmla="*/ 375920 h 806026"/>
              <a:gd name="connsiteX5-235" fmla="*/ 1330474 w 13512314"/>
              <a:gd name="connsiteY5-236" fmla="*/ 345440 h 806026"/>
              <a:gd name="connsiteX6-237" fmla="*/ 1320314 w 13512314"/>
              <a:gd name="connsiteY6-238" fmla="*/ 0 h 806026"/>
              <a:gd name="connsiteX0-239" fmla="*/ 1320314 w 13512314"/>
              <a:gd name="connsiteY0-240" fmla="*/ 0 h 806026"/>
              <a:gd name="connsiteX1-241" fmla="*/ 13512314 w 13512314"/>
              <a:gd name="connsiteY1-242" fmla="*/ 0 h 806026"/>
              <a:gd name="connsiteX2-243" fmla="*/ 13512314 w 13512314"/>
              <a:gd name="connsiteY2-244" fmla="*/ 792480 h 806026"/>
              <a:gd name="connsiteX3-245" fmla="*/ 11368554 w 13512314"/>
              <a:gd name="connsiteY3-246" fmla="*/ 792480 h 806026"/>
              <a:gd name="connsiteX4-247" fmla="*/ 10200154 w 13512314"/>
              <a:gd name="connsiteY4-248" fmla="*/ 375920 h 806026"/>
              <a:gd name="connsiteX5-249" fmla="*/ 1330474 w 13512314"/>
              <a:gd name="connsiteY5-250" fmla="*/ 345440 h 806026"/>
              <a:gd name="connsiteX6-251" fmla="*/ 1320314 w 13512314"/>
              <a:gd name="connsiteY6-252" fmla="*/ 0 h 806026"/>
              <a:gd name="connsiteX0-253" fmla="*/ 1320314 w 13512314"/>
              <a:gd name="connsiteY0-254" fmla="*/ 0 h 806026"/>
              <a:gd name="connsiteX1-255" fmla="*/ 13512314 w 13512314"/>
              <a:gd name="connsiteY1-256" fmla="*/ 0 h 806026"/>
              <a:gd name="connsiteX2-257" fmla="*/ 13512314 w 13512314"/>
              <a:gd name="connsiteY2-258" fmla="*/ 792480 h 806026"/>
              <a:gd name="connsiteX3-259" fmla="*/ 11368554 w 13512314"/>
              <a:gd name="connsiteY3-260" fmla="*/ 792480 h 806026"/>
              <a:gd name="connsiteX4-261" fmla="*/ 10200154 w 13512314"/>
              <a:gd name="connsiteY4-262" fmla="*/ 375920 h 806026"/>
              <a:gd name="connsiteX5-263" fmla="*/ 1330474 w 13512314"/>
              <a:gd name="connsiteY5-264" fmla="*/ 345440 h 806026"/>
              <a:gd name="connsiteX6-265" fmla="*/ 1320314 w 13512314"/>
              <a:gd name="connsiteY6-266" fmla="*/ 0 h 806026"/>
              <a:gd name="connsiteX0-267" fmla="*/ 1320314 w 13512314"/>
              <a:gd name="connsiteY0-268" fmla="*/ 0 h 806026"/>
              <a:gd name="connsiteX1-269" fmla="*/ 13512314 w 13512314"/>
              <a:gd name="connsiteY1-270" fmla="*/ 0 h 806026"/>
              <a:gd name="connsiteX2-271" fmla="*/ 13512314 w 13512314"/>
              <a:gd name="connsiteY2-272" fmla="*/ 792480 h 806026"/>
              <a:gd name="connsiteX3-273" fmla="*/ 11368554 w 13512314"/>
              <a:gd name="connsiteY3-274" fmla="*/ 792480 h 806026"/>
              <a:gd name="connsiteX4-275" fmla="*/ 10200154 w 13512314"/>
              <a:gd name="connsiteY4-276" fmla="*/ 375920 h 806026"/>
              <a:gd name="connsiteX5-277" fmla="*/ 1330474 w 13512314"/>
              <a:gd name="connsiteY5-278" fmla="*/ 345440 h 806026"/>
              <a:gd name="connsiteX6-279" fmla="*/ 1320314 w 13512314"/>
              <a:gd name="connsiteY6-280" fmla="*/ 0 h 806026"/>
              <a:gd name="connsiteX0-281" fmla="*/ 1320314 w 13512314"/>
              <a:gd name="connsiteY0-282" fmla="*/ 0 h 806026"/>
              <a:gd name="connsiteX1-283" fmla="*/ 13512314 w 13512314"/>
              <a:gd name="connsiteY1-284" fmla="*/ 0 h 806026"/>
              <a:gd name="connsiteX2-285" fmla="*/ 13512314 w 13512314"/>
              <a:gd name="connsiteY2-286" fmla="*/ 792480 h 806026"/>
              <a:gd name="connsiteX3-287" fmla="*/ 11368554 w 13512314"/>
              <a:gd name="connsiteY3-288" fmla="*/ 792480 h 806026"/>
              <a:gd name="connsiteX4-289" fmla="*/ 10200154 w 13512314"/>
              <a:gd name="connsiteY4-290" fmla="*/ 375920 h 806026"/>
              <a:gd name="connsiteX5-291" fmla="*/ 1330474 w 13512314"/>
              <a:gd name="connsiteY5-292" fmla="*/ 345440 h 806026"/>
              <a:gd name="connsiteX6-293" fmla="*/ 1320314 w 13512314"/>
              <a:gd name="connsiteY6-294" fmla="*/ 0 h 806026"/>
              <a:gd name="connsiteX0-295" fmla="*/ 1320314 w 13512314"/>
              <a:gd name="connsiteY0-296" fmla="*/ 0 h 806026"/>
              <a:gd name="connsiteX1-297" fmla="*/ 13512314 w 13512314"/>
              <a:gd name="connsiteY1-298" fmla="*/ 0 h 806026"/>
              <a:gd name="connsiteX2-299" fmla="*/ 13512314 w 13512314"/>
              <a:gd name="connsiteY2-300" fmla="*/ 792480 h 806026"/>
              <a:gd name="connsiteX3-301" fmla="*/ 11368554 w 13512314"/>
              <a:gd name="connsiteY3-302" fmla="*/ 792480 h 806026"/>
              <a:gd name="connsiteX4-303" fmla="*/ 10200154 w 13512314"/>
              <a:gd name="connsiteY4-304" fmla="*/ 375920 h 806026"/>
              <a:gd name="connsiteX5-305" fmla="*/ 1330474 w 13512314"/>
              <a:gd name="connsiteY5-306" fmla="*/ 345440 h 806026"/>
              <a:gd name="connsiteX6-307" fmla="*/ 1320314 w 13512314"/>
              <a:gd name="connsiteY6-308" fmla="*/ 0 h 806026"/>
              <a:gd name="connsiteX0-309" fmla="*/ 649073 w 12841073"/>
              <a:gd name="connsiteY0-310" fmla="*/ 59 h 806085"/>
              <a:gd name="connsiteX1-311" fmla="*/ 12841073 w 12841073"/>
              <a:gd name="connsiteY1-312" fmla="*/ 59 h 806085"/>
              <a:gd name="connsiteX2-313" fmla="*/ 12841073 w 12841073"/>
              <a:gd name="connsiteY2-314" fmla="*/ 792539 h 806085"/>
              <a:gd name="connsiteX3-315" fmla="*/ 10697313 w 12841073"/>
              <a:gd name="connsiteY3-316" fmla="*/ 792539 h 806085"/>
              <a:gd name="connsiteX4-317" fmla="*/ 9528913 w 12841073"/>
              <a:gd name="connsiteY4-318" fmla="*/ 375979 h 806085"/>
              <a:gd name="connsiteX5-319" fmla="*/ 659233 w 12841073"/>
              <a:gd name="connsiteY5-320" fmla="*/ 345499 h 806085"/>
              <a:gd name="connsiteX6-321" fmla="*/ 649073 w 12841073"/>
              <a:gd name="connsiteY6-322" fmla="*/ 59 h 806085"/>
              <a:gd name="connsiteX0-323" fmla="*/ 0 w 12192000"/>
              <a:gd name="connsiteY0-324" fmla="*/ 59 h 806085"/>
              <a:gd name="connsiteX1-325" fmla="*/ 12192000 w 12192000"/>
              <a:gd name="connsiteY1-326" fmla="*/ 59 h 806085"/>
              <a:gd name="connsiteX2-327" fmla="*/ 12192000 w 12192000"/>
              <a:gd name="connsiteY2-328" fmla="*/ 792539 h 806085"/>
              <a:gd name="connsiteX3-329" fmla="*/ 10048240 w 12192000"/>
              <a:gd name="connsiteY3-330" fmla="*/ 792539 h 806085"/>
              <a:gd name="connsiteX4-331" fmla="*/ 8879840 w 12192000"/>
              <a:gd name="connsiteY4-332" fmla="*/ 375979 h 806085"/>
              <a:gd name="connsiteX5-333" fmla="*/ 10160 w 12192000"/>
              <a:gd name="connsiteY5-334" fmla="*/ 345499 h 806085"/>
              <a:gd name="connsiteX6-335" fmla="*/ 0 w 12192000"/>
              <a:gd name="connsiteY6-336" fmla="*/ 59 h 806085"/>
              <a:gd name="connsiteX0-337" fmla="*/ 0 w 12196549"/>
              <a:gd name="connsiteY0-338" fmla="*/ 59 h 806085"/>
              <a:gd name="connsiteX1-339" fmla="*/ 12196549 w 12196549"/>
              <a:gd name="connsiteY1-340" fmla="*/ 59 h 806085"/>
              <a:gd name="connsiteX2-341" fmla="*/ 12196549 w 12196549"/>
              <a:gd name="connsiteY2-342" fmla="*/ 792539 h 806085"/>
              <a:gd name="connsiteX3-343" fmla="*/ 10052789 w 12196549"/>
              <a:gd name="connsiteY3-344" fmla="*/ 792539 h 806085"/>
              <a:gd name="connsiteX4-345" fmla="*/ 8884389 w 12196549"/>
              <a:gd name="connsiteY4-346" fmla="*/ 375979 h 806085"/>
              <a:gd name="connsiteX5-347" fmla="*/ 14709 w 12196549"/>
              <a:gd name="connsiteY5-348" fmla="*/ 345499 h 806085"/>
              <a:gd name="connsiteX6-349" fmla="*/ 0 w 12196549"/>
              <a:gd name="connsiteY6-350" fmla="*/ 59 h 806085"/>
              <a:gd name="connsiteX0-351" fmla="*/ 0 w 12196549"/>
              <a:gd name="connsiteY0-352" fmla="*/ 58 h 806084"/>
              <a:gd name="connsiteX1-353" fmla="*/ 12196549 w 12196549"/>
              <a:gd name="connsiteY1-354" fmla="*/ 58 h 806084"/>
              <a:gd name="connsiteX2-355" fmla="*/ 12196549 w 12196549"/>
              <a:gd name="connsiteY2-356" fmla="*/ 792538 h 806084"/>
              <a:gd name="connsiteX3-357" fmla="*/ 10052789 w 12196549"/>
              <a:gd name="connsiteY3-358" fmla="*/ 792538 h 806084"/>
              <a:gd name="connsiteX4-359" fmla="*/ 8884389 w 12196549"/>
              <a:gd name="connsiteY4-360" fmla="*/ 375978 h 806084"/>
              <a:gd name="connsiteX5-361" fmla="*/ 3512 w 12196549"/>
              <a:gd name="connsiteY5-362" fmla="*/ 352962 h 806084"/>
              <a:gd name="connsiteX6-363" fmla="*/ 0 w 12196549"/>
              <a:gd name="connsiteY6-364" fmla="*/ 58 h 806084"/>
              <a:gd name="connsiteX0-365" fmla="*/ 0 w 12200281"/>
              <a:gd name="connsiteY0-366" fmla="*/ 3733 h 806026"/>
              <a:gd name="connsiteX1-367" fmla="*/ 12200281 w 12200281"/>
              <a:gd name="connsiteY1-368" fmla="*/ 0 h 806026"/>
              <a:gd name="connsiteX2-369" fmla="*/ 12200281 w 12200281"/>
              <a:gd name="connsiteY2-370" fmla="*/ 792480 h 806026"/>
              <a:gd name="connsiteX3-371" fmla="*/ 10056521 w 12200281"/>
              <a:gd name="connsiteY3-372" fmla="*/ 792480 h 806026"/>
              <a:gd name="connsiteX4-373" fmla="*/ 8888121 w 12200281"/>
              <a:gd name="connsiteY4-374" fmla="*/ 375920 h 806026"/>
              <a:gd name="connsiteX5-375" fmla="*/ 7244 w 12200281"/>
              <a:gd name="connsiteY5-376" fmla="*/ 352904 h 806026"/>
              <a:gd name="connsiteX6-377" fmla="*/ 0 w 12200281"/>
              <a:gd name="connsiteY6-378" fmla="*/ 3733 h 806026"/>
              <a:gd name="connsiteX0-379" fmla="*/ 0 w 12200281"/>
              <a:gd name="connsiteY0-380" fmla="*/ 3733 h 795992"/>
              <a:gd name="connsiteX1-381" fmla="*/ 12200281 w 12200281"/>
              <a:gd name="connsiteY1-382" fmla="*/ 0 h 795992"/>
              <a:gd name="connsiteX2-383" fmla="*/ 12200281 w 12200281"/>
              <a:gd name="connsiteY2-384" fmla="*/ 792480 h 795992"/>
              <a:gd name="connsiteX3-385" fmla="*/ 10056521 w 12200281"/>
              <a:gd name="connsiteY3-386" fmla="*/ 792480 h 795992"/>
              <a:gd name="connsiteX4-387" fmla="*/ 8888121 w 12200281"/>
              <a:gd name="connsiteY4-388" fmla="*/ 375920 h 795992"/>
              <a:gd name="connsiteX5-389" fmla="*/ 7244 w 12200281"/>
              <a:gd name="connsiteY5-390" fmla="*/ 352904 h 795992"/>
              <a:gd name="connsiteX6-391" fmla="*/ 0 w 12200281"/>
              <a:gd name="connsiteY6-392" fmla="*/ 3733 h 795992"/>
              <a:gd name="connsiteX0-393" fmla="*/ 0 w 12202789"/>
              <a:gd name="connsiteY0-394" fmla="*/ 3733 h 795992"/>
              <a:gd name="connsiteX1-395" fmla="*/ 12200281 w 12202789"/>
              <a:gd name="connsiteY1-396" fmla="*/ 0 h 795992"/>
              <a:gd name="connsiteX2-397" fmla="*/ 12200281 w 12202789"/>
              <a:gd name="connsiteY2-398" fmla="*/ 792480 h 795992"/>
              <a:gd name="connsiteX3-399" fmla="*/ 10056521 w 12202789"/>
              <a:gd name="connsiteY3-400" fmla="*/ 792480 h 795992"/>
              <a:gd name="connsiteX4-401" fmla="*/ 8888121 w 12202789"/>
              <a:gd name="connsiteY4-402" fmla="*/ 375920 h 795992"/>
              <a:gd name="connsiteX5-403" fmla="*/ 7244 w 12202789"/>
              <a:gd name="connsiteY5-404" fmla="*/ 352904 h 795992"/>
              <a:gd name="connsiteX6-405" fmla="*/ 0 w 12202789"/>
              <a:gd name="connsiteY6-406" fmla="*/ 3733 h 795992"/>
              <a:gd name="connsiteX0-407" fmla="*/ 0 w 12202789"/>
              <a:gd name="connsiteY0-408" fmla="*/ 3733 h 795992"/>
              <a:gd name="connsiteX1-409" fmla="*/ 12200281 w 12202789"/>
              <a:gd name="connsiteY1-410" fmla="*/ 0 h 795992"/>
              <a:gd name="connsiteX2-411" fmla="*/ 12200281 w 12202789"/>
              <a:gd name="connsiteY2-412" fmla="*/ 792480 h 795992"/>
              <a:gd name="connsiteX3-413" fmla="*/ 10056521 w 12202789"/>
              <a:gd name="connsiteY3-414" fmla="*/ 792480 h 795992"/>
              <a:gd name="connsiteX4-415" fmla="*/ 8888121 w 12202789"/>
              <a:gd name="connsiteY4-416" fmla="*/ 375920 h 795992"/>
              <a:gd name="connsiteX5-417" fmla="*/ 7244 w 12202789"/>
              <a:gd name="connsiteY5-418" fmla="*/ 352904 h 795992"/>
              <a:gd name="connsiteX6-419" fmla="*/ 0 w 12202789"/>
              <a:gd name="connsiteY6-420" fmla="*/ 3733 h 7959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  <a:cxn ang="0">
                <a:pos x="connsiteX6-97" y="connsiteY6-98"/>
              </a:cxn>
            </a:cxnLst>
            <a:rect l="l" t="t" r="r" b="b"/>
            <a:pathLst>
              <a:path w="12202789" h="795992">
                <a:moveTo>
                  <a:pt x="0" y="3733"/>
                </a:moveTo>
                <a:cubicBezTo>
                  <a:pt x="843" y="9005"/>
                  <a:pt x="8133521" y="1244"/>
                  <a:pt x="12200281" y="0"/>
                </a:cubicBezTo>
                <a:cubicBezTo>
                  <a:pt x="12200281" y="264160"/>
                  <a:pt x="12205925" y="195298"/>
                  <a:pt x="12200281" y="792480"/>
                </a:cubicBezTo>
                <a:cubicBezTo>
                  <a:pt x="12197459" y="800382"/>
                  <a:pt x="11128401" y="792480"/>
                  <a:pt x="10056521" y="792480"/>
                </a:cubicBezTo>
                <a:cubicBezTo>
                  <a:pt x="9504494" y="723053"/>
                  <a:pt x="9560470" y="364162"/>
                  <a:pt x="8888121" y="375920"/>
                </a:cubicBezTo>
                <a:cubicBezTo>
                  <a:pt x="8848376" y="358923"/>
                  <a:pt x="2963804" y="363064"/>
                  <a:pt x="7244" y="352904"/>
                </a:cubicBezTo>
                <a:cubicBezTo>
                  <a:pt x="-1234" y="347814"/>
                  <a:pt x="7897" y="-1515"/>
                  <a:pt x="0" y="3733"/>
                </a:cubicBezTo>
                <a:close/>
              </a:path>
            </a:pathLst>
          </a:custGeom>
          <a:solidFill>
            <a:srgbClr val="4256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-14605" y="6693535"/>
            <a:ext cx="12218035" cy="173990"/>
          </a:xfrm>
          <a:prstGeom prst="rect">
            <a:avLst/>
          </a:prstGeom>
          <a:solidFill>
            <a:srgbClr val="42563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3975735" y="652780"/>
            <a:ext cx="41713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lang="zh-CN" sz="2400" b="0">
                <a:solidFill>
                  <a:schemeClr val="accent6"/>
                </a:solidFill>
                <a:latin typeface="华康俪金黑W8(P)" panose="020B0800000000000000" charset="-122"/>
                <a:ea typeface="华康俪金黑W8(P)" panose="020B0800000000000000" charset="-122"/>
              </a:rPr>
              <a:t>校园数字气象站系统架构图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542290" y="1746250"/>
            <a:ext cx="11159490" cy="4744085"/>
            <a:chOff x="1008" y="2280"/>
            <a:chExt cx="17574" cy="7471"/>
          </a:xfrm>
        </p:grpSpPr>
        <p:sp>
          <p:nvSpPr>
            <p:cNvPr id="13" name="圆角矩形 12"/>
            <p:cNvSpPr/>
            <p:nvPr/>
          </p:nvSpPr>
          <p:spPr>
            <a:xfrm>
              <a:off x="1008" y="3096"/>
              <a:ext cx="1464" cy="936"/>
            </a:xfrm>
            <a:prstGeom prst="roundRect">
              <a:avLst/>
            </a:prstGeom>
            <a:solidFill>
              <a:srgbClr val="ED7D31"/>
            </a:solidFill>
            <a:ln w="19050" cap="flat" cmpd="sng" algn="ctr">
              <a:solidFill>
                <a:srgbClr val="ED7D3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sz="200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832" y="2280"/>
              <a:ext cx="15600" cy="2760"/>
            </a:xfrm>
            <a:prstGeom prst="rect">
              <a:avLst/>
            </a:prstGeom>
            <a:solidFill>
              <a:srgbClr val="ED7D31"/>
            </a:solidFill>
            <a:ln w="12700" cap="flat" cmpd="sng" algn="ctr">
              <a:solidFill>
                <a:srgbClr val="ED7D3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3216" y="2520"/>
              <a:ext cx="3455" cy="2281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</a:srgbClr>
              </a:solidFill>
              <a:prstDash val="sysDot"/>
              <a:miter lim="800000"/>
            </a:ln>
            <a:effectLst/>
          </p:spPr>
          <p:txBody>
            <a:bodyPr rtlCol="0" anchor="t" anchorCtr="0"/>
            <a:lstStyle/>
            <a:p>
              <a:pPr algn="ctr"/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采集数据</a:t>
              </a:r>
            </a:p>
            <a:p>
              <a:pPr algn="ctr"/>
              <a:endPara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圆角矩形 3"/>
            <p:cNvSpPr/>
            <p:nvPr/>
          </p:nvSpPr>
          <p:spPr>
            <a:xfrm>
              <a:off x="7064" y="2519"/>
              <a:ext cx="3455" cy="2281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</a:srgbClr>
              </a:solidFill>
              <a:prstDash val="sysDot"/>
              <a:miter lim="800000"/>
            </a:ln>
            <a:effectLst/>
          </p:spPr>
          <p:txBody>
            <a:bodyPr rtlCol="0" anchor="t" anchorCtr="0"/>
            <a:lstStyle/>
            <a:p>
              <a:pPr algn="ctr"/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传输数据</a:t>
              </a:r>
            </a:p>
            <a:p>
              <a:pPr algn="ctr"/>
              <a:endPara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10976" y="2519"/>
              <a:ext cx="3455" cy="2281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</a:srgbClr>
              </a:solidFill>
              <a:prstDash val="sysDot"/>
              <a:miter lim="800000"/>
            </a:ln>
            <a:effectLst/>
          </p:spPr>
          <p:txBody>
            <a:bodyPr rtlCol="0" anchor="t" anchorCtr="0"/>
            <a:lstStyle/>
            <a:p>
              <a:pPr algn="ctr"/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处理数据</a:t>
              </a:r>
            </a:p>
            <a:p>
              <a:pPr algn="ctr"/>
              <a:endPara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14682" y="2519"/>
              <a:ext cx="3455" cy="2281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</a:srgbClr>
              </a:solidFill>
              <a:prstDash val="sysDot"/>
              <a:miter lim="800000"/>
            </a:ln>
            <a:effectLst/>
          </p:spPr>
          <p:txBody>
            <a:bodyPr rtlCol="0" anchor="t" anchorCtr="0"/>
            <a:lstStyle/>
            <a:p>
              <a:pPr algn="ctr"/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呈现数据</a:t>
              </a:r>
            </a:p>
            <a:p>
              <a:pPr algn="ctr"/>
              <a:endPara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1032" y="6442"/>
              <a:ext cx="1464" cy="936"/>
            </a:xfrm>
            <a:prstGeom prst="roundRect">
              <a:avLst/>
            </a:prstGeom>
            <a:solidFill>
              <a:srgbClr val="92D050"/>
            </a:solidFill>
            <a:ln w="19050" cap="flat" cmpd="sng" algn="ctr">
              <a:solidFill>
                <a:srgbClr val="ED7D31">
                  <a:alpha val="94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zh-CN" sz="200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设备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2856" y="5626"/>
              <a:ext cx="15600" cy="2760"/>
            </a:xfrm>
            <a:prstGeom prst="rect">
              <a:avLst/>
            </a:prstGeom>
            <a:solidFill>
              <a:srgbClr val="92D050"/>
            </a:solidFill>
            <a:ln w="12700" cap="flat" cmpd="sng" algn="ctr">
              <a:solidFill>
                <a:srgbClr val="ED7D31">
                  <a:alpha val="94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altLang="zh-CN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3240" y="5866"/>
              <a:ext cx="3455" cy="2281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  <a:alpha val="94000"/>
                </a:srgbClr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圆角矩形 34"/>
            <p:cNvSpPr/>
            <p:nvPr/>
          </p:nvSpPr>
          <p:spPr>
            <a:xfrm>
              <a:off x="7088" y="5865"/>
              <a:ext cx="3455" cy="2281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  <a:alpha val="94000"/>
                </a:srgbClr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圆角矩形 35"/>
            <p:cNvSpPr/>
            <p:nvPr/>
          </p:nvSpPr>
          <p:spPr>
            <a:xfrm>
              <a:off x="11000" y="5865"/>
              <a:ext cx="3455" cy="2281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  <a:alpha val="94000"/>
                </a:srgbClr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圆角矩形 36"/>
            <p:cNvSpPr/>
            <p:nvPr/>
          </p:nvSpPr>
          <p:spPr>
            <a:xfrm>
              <a:off x="14706" y="5865"/>
              <a:ext cx="3455" cy="2281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  <a:alpha val="94000"/>
                </a:srgbClr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8" name="右箭头 37"/>
            <p:cNvSpPr/>
            <p:nvPr/>
          </p:nvSpPr>
          <p:spPr>
            <a:xfrm>
              <a:off x="1174" y="9138"/>
              <a:ext cx="17409" cy="432"/>
            </a:xfrm>
            <a:prstGeom prst="rightArrow">
              <a:avLst/>
            </a:prstGeom>
            <a:solidFill>
              <a:srgbClr val="ED7D31"/>
            </a:solidFill>
            <a:ln w="12700" cap="flat" cmpd="sng" algn="ctr">
              <a:solidFill>
                <a:srgbClr val="ED7D3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圆角矩形 38"/>
            <p:cNvSpPr/>
            <p:nvPr/>
          </p:nvSpPr>
          <p:spPr>
            <a:xfrm>
              <a:off x="3606" y="8979"/>
              <a:ext cx="1955" cy="772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2563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采集模块</a:t>
              </a:r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7814" y="8968"/>
              <a:ext cx="1955" cy="772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42563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传输模块</a:t>
              </a:r>
            </a:p>
          </p:txBody>
        </p:sp>
        <p:sp>
          <p:nvSpPr>
            <p:cNvPr id="41" name="圆角矩形 40"/>
            <p:cNvSpPr/>
            <p:nvPr/>
          </p:nvSpPr>
          <p:spPr>
            <a:xfrm>
              <a:off x="11750" y="8968"/>
              <a:ext cx="1955" cy="772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2E6539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处理模块</a:t>
              </a:r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15456" y="8979"/>
              <a:ext cx="1955" cy="772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2E6539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呈现模块</a:t>
              </a:r>
            </a:p>
          </p:txBody>
        </p:sp>
      </p:grpSp>
      <p:sp>
        <p:nvSpPr>
          <p:cNvPr id="5" name="圆角矩形 4"/>
          <p:cNvSpPr/>
          <p:nvPr/>
        </p:nvSpPr>
        <p:spPr>
          <a:xfrm>
            <a:off x="304800" y="565785"/>
            <a:ext cx="1505585" cy="549275"/>
          </a:xfrm>
          <a:prstGeom prst="roundRect">
            <a:avLst/>
          </a:prstGeom>
          <a:noFill/>
          <a:ln w="12700" cap="flat" cmpd="sng" algn="ctr">
            <a:solidFill>
              <a:srgbClr val="42563E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algn="ctr"/>
            <a:r>
              <a:rPr lang="zh-CN" altLang="en-US" sz="2400">
                <a:solidFill>
                  <a:srgbClr val="42563E"/>
                </a:solidFill>
                <a:latin typeface="思源黑体 CN" charset="0"/>
                <a:ea typeface="思源黑体 CN" charset="0"/>
              </a:rPr>
              <a:t>整体设计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/>
          <p:cNvSpPr/>
          <p:nvPr>
            <p:custDataLst>
              <p:tags r:id="rId1"/>
            </p:custDataLst>
          </p:nvPr>
        </p:nvSpPr>
        <p:spPr>
          <a:xfrm>
            <a:off x="-15240" y="-71755"/>
            <a:ext cx="12218035" cy="702310"/>
          </a:xfrm>
          <a:custGeom>
            <a:avLst/>
            <a:gdLst>
              <a:gd name="connsiteX0" fmla="*/ 0 w 12192000"/>
              <a:gd name="connsiteY0" fmla="*/ 0 h 792480"/>
              <a:gd name="connsiteX1" fmla="*/ 12192000 w 12192000"/>
              <a:gd name="connsiteY1" fmla="*/ 0 h 792480"/>
              <a:gd name="connsiteX2" fmla="*/ 12192000 w 12192000"/>
              <a:gd name="connsiteY2" fmla="*/ 792480 h 792480"/>
              <a:gd name="connsiteX3" fmla="*/ 0 w 12192000"/>
              <a:gd name="connsiteY3" fmla="*/ 792480 h 792480"/>
              <a:gd name="connsiteX4" fmla="*/ 0 w 12192000"/>
              <a:gd name="connsiteY4" fmla="*/ 0 h 792480"/>
              <a:gd name="connsiteX0-1" fmla="*/ 0 w 12192000"/>
              <a:gd name="connsiteY0-2" fmla="*/ 0 h 792480"/>
              <a:gd name="connsiteX1-3" fmla="*/ 12192000 w 12192000"/>
              <a:gd name="connsiteY1-4" fmla="*/ 0 h 792480"/>
              <a:gd name="connsiteX2-5" fmla="*/ 12192000 w 12192000"/>
              <a:gd name="connsiteY2-6" fmla="*/ 792480 h 792480"/>
              <a:gd name="connsiteX3-7" fmla="*/ 10160 w 12192000"/>
              <a:gd name="connsiteY3-8" fmla="*/ 345440 h 792480"/>
              <a:gd name="connsiteX4-9" fmla="*/ 0 w 12192000"/>
              <a:gd name="connsiteY4-10" fmla="*/ 0 h 792480"/>
              <a:gd name="connsiteX0-11" fmla="*/ 0 w 12192000"/>
              <a:gd name="connsiteY0-12" fmla="*/ 0 h 792480"/>
              <a:gd name="connsiteX1-13" fmla="*/ 12192000 w 12192000"/>
              <a:gd name="connsiteY1-14" fmla="*/ 0 h 792480"/>
              <a:gd name="connsiteX2-15" fmla="*/ 12192000 w 12192000"/>
              <a:gd name="connsiteY2-16" fmla="*/ 792480 h 792480"/>
              <a:gd name="connsiteX3-17" fmla="*/ 10160 w 12192000"/>
              <a:gd name="connsiteY3-18" fmla="*/ 345440 h 792480"/>
              <a:gd name="connsiteX4-19" fmla="*/ 0 w 12192000"/>
              <a:gd name="connsiteY4-20" fmla="*/ 0 h 792480"/>
              <a:gd name="connsiteX0-21" fmla="*/ 0 w 12192000"/>
              <a:gd name="connsiteY0-22" fmla="*/ 0 h 914446"/>
              <a:gd name="connsiteX1-23" fmla="*/ 12192000 w 12192000"/>
              <a:gd name="connsiteY1-24" fmla="*/ 0 h 914446"/>
              <a:gd name="connsiteX2-25" fmla="*/ 12192000 w 12192000"/>
              <a:gd name="connsiteY2-26" fmla="*/ 792480 h 914446"/>
              <a:gd name="connsiteX3-27" fmla="*/ 10160 w 12192000"/>
              <a:gd name="connsiteY3-28" fmla="*/ 345440 h 914446"/>
              <a:gd name="connsiteX4-29" fmla="*/ 0 w 12192000"/>
              <a:gd name="connsiteY4-30" fmla="*/ 0 h 914446"/>
              <a:gd name="connsiteX0-31" fmla="*/ 0 w 12192000"/>
              <a:gd name="connsiteY0-32" fmla="*/ 0 h 855886"/>
              <a:gd name="connsiteX1-33" fmla="*/ 12192000 w 12192000"/>
              <a:gd name="connsiteY1-34" fmla="*/ 0 h 855886"/>
              <a:gd name="connsiteX2-35" fmla="*/ 12192000 w 12192000"/>
              <a:gd name="connsiteY2-36" fmla="*/ 792480 h 855886"/>
              <a:gd name="connsiteX3-37" fmla="*/ 10160 w 12192000"/>
              <a:gd name="connsiteY3-38" fmla="*/ 345440 h 855886"/>
              <a:gd name="connsiteX4-39" fmla="*/ 0 w 12192000"/>
              <a:gd name="connsiteY4-40" fmla="*/ 0 h 855886"/>
              <a:gd name="connsiteX0-41" fmla="*/ 0 w 12192000"/>
              <a:gd name="connsiteY0-42" fmla="*/ 0 h 792508"/>
              <a:gd name="connsiteX1-43" fmla="*/ 12192000 w 12192000"/>
              <a:gd name="connsiteY1-44" fmla="*/ 0 h 792508"/>
              <a:gd name="connsiteX2-45" fmla="*/ 12192000 w 12192000"/>
              <a:gd name="connsiteY2-46" fmla="*/ 792480 h 792508"/>
              <a:gd name="connsiteX3-47" fmla="*/ 10160 w 12192000"/>
              <a:gd name="connsiteY3-48" fmla="*/ 345440 h 792508"/>
              <a:gd name="connsiteX4-49" fmla="*/ 0 w 12192000"/>
              <a:gd name="connsiteY4-50" fmla="*/ 0 h 792508"/>
              <a:gd name="connsiteX0-51" fmla="*/ 0 w 12192000"/>
              <a:gd name="connsiteY0-52" fmla="*/ 0 h 833387"/>
              <a:gd name="connsiteX1-53" fmla="*/ 12192000 w 12192000"/>
              <a:gd name="connsiteY1-54" fmla="*/ 0 h 833387"/>
              <a:gd name="connsiteX2-55" fmla="*/ 12192000 w 12192000"/>
              <a:gd name="connsiteY2-56" fmla="*/ 792480 h 833387"/>
              <a:gd name="connsiteX3-57" fmla="*/ 9215120 w 12192000"/>
              <a:gd name="connsiteY3-58" fmla="*/ 680720 h 833387"/>
              <a:gd name="connsiteX4-59" fmla="*/ 10160 w 12192000"/>
              <a:gd name="connsiteY4-60" fmla="*/ 345440 h 833387"/>
              <a:gd name="connsiteX5" fmla="*/ 0 w 12192000"/>
              <a:gd name="connsiteY5" fmla="*/ 0 h 833387"/>
              <a:gd name="connsiteX0-61" fmla="*/ 0 w 12192000"/>
              <a:gd name="connsiteY0-62" fmla="*/ 0 h 810530"/>
              <a:gd name="connsiteX1-63" fmla="*/ 12192000 w 12192000"/>
              <a:gd name="connsiteY1-64" fmla="*/ 0 h 810530"/>
              <a:gd name="connsiteX2-65" fmla="*/ 12192000 w 12192000"/>
              <a:gd name="connsiteY2-66" fmla="*/ 792480 h 810530"/>
              <a:gd name="connsiteX3-67" fmla="*/ 8879840 w 12192000"/>
              <a:gd name="connsiteY3-68" fmla="*/ 375920 h 810530"/>
              <a:gd name="connsiteX4-69" fmla="*/ 10160 w 12192000"/>
              <a:gd name="connsiteY4-70" fmla="*/ 345440 h 810530"/>
              <a:gd name="connsiteX5-71" fmla="*/ 0 w 12192000"/>
              <a:gd name="connsiteY5-72" fmla="*/ 0 h 810530"/>
              <a:gd name="connsiteX0-73" fmla="*/ 0 w 12192000"/>
              <a:gd name="connsiteY0-74" fmla="*/ 0 h 803483"/>
              <a:gd name="connsiteX1-75" fmla="*/ 12192000 w 12192000"/>
              <a:gd name="connsiteY1-76" fmla="*/ 0 h 803483"/>
              <a:gd name="connsiteX2-77" fmla="*/ 12192000 w 12192000"/>
              <a:gd name="connsiteY2-78" fmla="*/ 792480 h 803483"/>
              <a:gd name="connsiteX3-79" fmla="*/ 9834880 w 12192000"/>
              <a:gd name="connsiteY3-80" fmla="*/ 457200 h 803483"/>
              <a:gd name="connsiteX4-81" fmla="*/ 8879840 w 12192000"/>
              <a:gd name="connsiteY4-82" fmla="*/ 375920 h 803483"/>
              <a:gd name="connsiteX5-83" fmla="*/ 10160 w 12192000"/>
              <a:gd name="connsiteY5-84" fmla="*/ 345440 h 803483"/>
              <a:gd name="connsiteX6" fmla="*/ 0 w 12192000"/>
              <a:gd name="connsiteY6" fmla="*/ 0 h 803483"/>
              <a:gd name="connsiteX0-85" fmla="*/ 0 w 12192000"/>
              <a:gd name="connsiteY0-86" fmla="*/ 0 h 803483"/>
              <a:gd name="connsiteX1-87" fmla="*/ 12192000 w 12192000"/>
              <a:gd name="connsiteY1-88" fmla="*/ 0 h 803483"/>
              <a:gd name="connsiteX2-89" fmla="*/ 12192000 w 12192000"/>
              <a:gd name="connsiteY2-90" fmla="*/ 792480 h 803483"/>
              <a:gd name="connsiteX3-91" fmla="*/ 9834880 w 12192000"/>
              <a:gd name="connsiteY3-92" fmla="*/ 457200 h 803483"/>
              <a:gd name="connsiteX4-93" fmla="*/ 8879840 w 12192000"/>
              <a:gd name="connsiteY4-94" fmla="*/ 375920 h 803483"/>
              <a:gd name="connsiteX5-95" fmla="*/ 10160 w 12192000"/>
              <a:gd name="connsiteY5-96" fmla="*/ 345440 h 803483"/>
              <a:gd name="connsiteX6-97" fmla="*/ 0 w 12192000"/>
              <a:gd name="connsiteY6-98" fmla="*/ 0 h 803483"/>
              <a:gd name="connsiteX0-99" fmla="*/ 1320314 w 13512314"/>
              <a:gd name="connsiteY0-100" fmla="*/ 0 h 803483"/>
              <a:gd name="connsiteX1-101" fmla="*/ 13512314 w 13512314"/>
              <a:gd name="connsiteY1-102" fmla="*/ 0 h 803483"/>
              <a:gd name="connsiteX2-103" fmla="*/ 13512314 w 13512314"/>
              <a:gd name="connsiteY2-104" fmla="*/ 792480 h 803483"/>
              <a:gd name="connsiteX3-105" fmla="*/ 11155194 w 13512314"/>
              <a:gd name="connsiteY3-106" fmla="*/ 457200 h 803483"/>
              <a:gd name="connsiteX4-107" fmla="*/ 10200154 w 13512314"/>
              <a:gd name="connsiteY4-108" fmla="*/ 375920 h 803483"/>
              <a:gd name="connsiteX5-109" fmla="*/ 1330474 w 13512314"/>
              <a:gd name="connsiteY5-110" fmla="*/ 345440 h 803483"/>
              <a:gd name="connsiteX6-111" fmla="*/ 1320314 w 13512314"/>
              <a:gd name="connsiteY6-112" fmla="*/ 0 h 803483"/>
              <a:gd name="connsiteX0-113" fmla="*/ 1320314 w 14509230"/>
              <a:gd name="connsiteY0-114" fmla="*/ 0 h 803483"/>
              <a:gd name="connsiteX1-115" fmla="*/ 13512314 w 14509230"/>
              <a:gd name="connsiteY1-116" fmla="*/ 0 h 803483"/>
              <a:gd name="connsiteX2-117" fmla="*/ 13512314 w 14509230"/>
              <a:gd name="connsiteY2-118" fmla="*/ 792480 h 803483"/>
              <a:gd name="connsiteX3-119" fmla="*/ 11155194 w 14509230"/>
              <a:gd name="connsiteY3-120" fmla="*/ 457200 h 803483"/>
              <a:gd name="connsiteX4-121" fmla="*/ 10200154 w 14509230"/>
              <a:gd name="connsiteY4-122" fmla="*/ 375920 h 803483"/>
              <a:gd name="connsiteX5-123" fmla="*/ 1330474 w 14509230"/>
              <a:gd name="connsiteY5-124" fmla="*/ 345440 h 803483"/>
              <a:gd name="connsiteX6-125" fmla="*/ 1320314 w 14509230"/>
              <a:gd name="connsiteY6-126" fmla="*/ 0 h 803483"/>
              <a:gd name="connsiteX0-127" fmla="*/ 1320314 w 14511121"/>
              <a:gd name="connsiteY0-128" fmla="*/ 0 h 803483"/>
              <a:gd name="connsiteX1-129" fmla="*/ 13512314 w 14511121"/>
              <a:gd name="connsiteY1-130" fmla="*/ 0 h 803483"/>
              <a:gd name="connsiteX2-131" fmla="*/ 13512314 w 14511121"/>
              <a:gd name="connsiteY2-132" fmla="*/ 792480 h 803483"/>
              <a:gd name="connsiteX3-133" fmla="*/ 11155194 w 14511121"/>
              <a:gd name="connsiteY3-134" fmla="*/ 457200 h 803483"/>
              <a:gd name="connsiteX4-135" fmla="*/ 10200154 w 14511121"/>
              <a:gd name="connsiteY4-136" fmla="*/ 375920 h 803483"/>
              <a:gd name="connsiteX5-137" fmla="*/ 1330474 w 14511121"/>
              <a:gd name="connsiteY5-138" fmla="*/ 345440 h 803483"/>
              <a:gd name="connsiteX6-139" fmla="*/ 1320314 w 14511121"/>
              <a:gd name="connsiteY6-140" fmla="*/ 0 h 803483"/>
              <a:gd name="connsiteX0-141" fmla="*/ 1320314 w 13686915"/>
              <a:gd name="connsiteY0-142" fmla="*/ 0 h 803483"/>
              <a:gd name="connsiteX1-143" fmla="*/ 13512314 w 13686915"/>
              <a:gd name="connsiteY1-144" fmla="*/ 0 h 803483"/>
              <a:gd name="connsiteX2-145" fmla="*/ 13512314 w 13686915"/>
              <a:gd name="connsiteY2-146" fmla="*/ 792480 h 803483"/>
              <a:gd name="connsiteX3-147" fmla="*/ 11155194 w 13686915"/>
              <a:gd name="connsiteY3-148" fmla="*/ 457200 h 803483"/>
              <a:gd name="connsiteX4-149" fmla="*/ 10200154 w 13686915"/>
              <a:gd name="connsiteY4-150" fmla="*/ 375920 h 803483"/>
              <a:gd name="connsiteX5-151" fmla="*/ 1330474 w 13686915"/>
              <a:gd name="connsiteY5-152" fmla="*/ 345440 h 803483"/>
              <a:gd name="connsiteX6-153" fmla="*/ 1320314 w 13686915"/>
              <a:gd name="connsiteY6-154" fmla="*/ 0 h 803483"/>
              <a:gd name="connsiteX0-155" fmla="*/ 1320314 w 13512314"/>
              <a:gd name="connsiteY0-156" fmla="*/ 0 h 803483"/>
              <a:gd name="connsiteX1-157" fmla="*/ 13512314 w 13512314"/>
              <a:gd name="connsiteY1-158" fmla="*/ 0 h 803483"/>
              <a:gd name="connsiteX2-159" fmla="*/ 13512314 w 13512314"/>
              <a:gd name="connsiteY2-160" fmla="*/ 792480 h 803483"/>
              <a:gd name="connsiteX3-161" fmla="*/ 11155194 w 13512314"/>
              <a:gd name="connsiteY3-162" fmla="*/ 457200 h 803483"/>
              <a:gd name="connsiteX4-163" fmla="*/ 10200154 w 13512314"/>
              <a:gd name="connsiteY4-164" fmla="*/ 375920 h 803483"/>
              <a:gd name="connsiteX5-165" fmla="*/ 1330474 w 13512314"/>
              <a:gd name="connsiteY5-166" fmla="*/ 345440 h 803483"/>
              <a:gd name="connsiteX6-167" fmla="*/ 1320314 w 13512314"/>
              <a:gd name="connsiteY6-168" fmla="*/ 0 h 803483"/>
              <a:gd name="connsiteX0-169" fmla="*/ 1320314 w 13512314"/>
              <a:gd name="connsiteY0-170" fmla="*/ 0 h 847119"/>
              <a:gd name="connsiteX1-171" fmla="*/ 13512314 w 13512314"/>
              <a:gd name="connsiteY1-172" fmla="*/ 0 h 847119"/>
              <a:gd name="connsiteX2-173" fmla="*/ 13512314 w 13512314"/>
              <a:gd name="connsiteY2-174" fmla="*/ 792480 h 847119"/>
              <a:gd name="connsiteX3-175" fmla="*/ 11368554 w 13512314"/>
              <a:gd name="connsiteY3-176" fmla="*/ 792480 h 847119"/>
              <a:gd name="connsiteX4-177" fmla="*/ 10200154 w 13512314"/>
              <a:gd name="connsiteY4-178" fmla="*/ 375920 h 847119"/>
              <a:gd name="connsiteX5-179" fmla="*/ 1330474 w 13512314"/>
              <a:gd name="connsiteY5-180" fmla="*/ 345440 h 847119"/>
              <a:gd name="connsiteX6-181" fmla="*/ 1320314 w 13512314"/>
              <a:gd name="connsiteY6-182" fmla="*/ 0 h 847119"/>
              <a:gd name="connsiteX0-183" fmla="*/ 1320314 w 13512314"/>
              <a:gd name="connsiteY0-184" fmla="*/ 0 h 869791"/>
              <a:gd name="connsiteX1-185" fmla="*/ 13512314 w 13512314"/>
              <a:gd name="connsiteY1-186" fmla="*/ 0 h 869791"/>
              <a:gd name="connsiteX2-187" fmla="*/ 13512314 w 13512314"/>
              <a:gd name="connsiteY2-188" fmla="*/ 792480 h 869791"/>
              <a:gd name="connsiteX3-189" fmla="*/ 11368554 w 13512314"/>
              <a:gd name="connsiteY3-190" fmla="*/ 792480 h 869791"/>
              <a:gd name="connsiteX4-191" fmla="*/ 10200154 w 13512314"/>
              <a:gd name="connsiteY4-192" fmla="*/ 375920 h 869791"/>
              <a:gd name="connsiteX5-193" fmla="*/ 1330474 w 13512314"/>
              <a:gd name="connsiteY5-194" fmla="*/ 345440 h 869791"/>
              <a:gd name="connsiteX6-195" fmla="*/ 1320314 w 13512314"/>
              <a:gd name="connsiteY6-196" fmla="*/ 0 h 869791"/>
              <a:gd name="connsiteX0-197" fmla="*/ 1320314 w 13512314"/>
              <a:gd name="connsiteY0-198" fmla="*/ 0 h 851182"/>
              <a:gd name="connsiteX1-199" fmla="*/ 13512314 w 13512314"/>
              <a:gd name="connsiteY1-200" fmla="*/ 0 h 851182"/>
              <a:gd name="connsiteX2-201" fmla="*/ 13512314 w 13512314"/>
              <a:gd name="connsiteY2-202" fmla="*/ 792480 h 851182"/>
              <a:gd name="connsiteX3-203" fmla="*/ 11368554 w 13512314"/>
              <a:gd name="connsiteY3-204" fmla="*/ 792480 h 851182"/>
              <a:gd name="connsiteX4-205" fmla="*/ 10200154 w 13512314"/>
              <a:gd name="connsiteY4-206" fmla="*/ 375920 h 851182"/>
              <a:gd name="connsiteX5-207" fmla="*/ 1330474 w 13512314"/>
              <a:gd name="connsiteY5-208" fmla="*/ 345440 h 851182"/>
              <a:gd name="connsiteX6-209" fmla="*/ 1320314 w 13512314"/>
              <a:gd name="connsiteY6-210" fmla="*/ 0 h 851182"/>
              <a:gd name="connsiteX0-211" fmla="*/ 1320314 w 13512314"/>
              <a:gd name="connsiteY0-212" fmla="*/ 0 h 806026"/>
              <a:gd name="connsiteX1-213" fmla="*/ 13512314 w 13512314"/>
              <a:gd name="connsiteY1-214" fmla="*/ 0 h 806026"/>
              <a:gd name="connsiteX2-215" fmla="*/ 13512314 w 13512314"/>
              <a:gd name="connsiteY2-216" fmla="*/ 792480 h 806026"/>
              <a:gd name="connsiteX3-217" fmla="*/ 11368554 w 13512314"/>
              <a:gd name="connsiteY3-218" fmla="*/ 792480 h 806026"/>
              <a:gd name="connsiteX4-219" fmla="*/ 10200154 w 13512314"/>
              <a:gd name="connsiteY4-220" fmla="*/ 375920 h 806026"/>
              <a:gd name="connsiteX5-221" fmla="*/ 1330474 w 13512314"/>
              <a:gd name="connsiteY5-222" fmla="*/ 345440 h 806026"/>
              <a:gd name="connsiteX6-223" fmla="*/ 1320314 w 13512314"/>
              <a:gd name="connsiteY6-224" fmla="*/ 0 h 806026"/>
              <a:gd name="connsiteX0-225" fmla="*/ 1320314 w 13512314"/>
              <a:gd name="connsiteY0-226" fmla="*/ 0 h 806026"/>
              <a:gd name="connsiteX1-227" fmla="*/ 13512314 w 13512314"/>
              <a:gd name="connsiteY1-228" fmla="*/ 0 h 806026"/>
              <a:gd name="connsiteX2-229" fmla="*/ 13512314 w 13512314"/>
              <a:gd name="connsiteY2-230" fmla="*/ 792480 h 806026"/>
              <a:gd name="connsiteX3-231" fmla="*/ 11368554 w 13512314"/>
              <a:gd name="connsiteY3-232" fmla="*/ 792480 h 806026"/>
              <a:gd name="connsiteX4-233" fmla="*/ 10200154 w 13512314"/>
              <a:gd name="connsiteY4-234" fmla="*/ 375920 h 806026"/>
              <a:gd name="connsiteX5-235" fmla="*/ 1330474 w 13512314"/>
              <a:gd name="connsiteY5-236" fmla="*/ 345440 h 806026"/>
              <a:gd name="connsiteX6-237" fmla="*/ 1320314 w 13512314"/>
              <a:gd name="connsiteY6-238" fmla="*/ 0 h 806026"/>
              <a:gd name="connsiteX0-239" fmla="*/ 1320314 w 13512314"/>
              <a:gd name="connsiteY0-240" fmla="*/ 0 h 806026"/>
              <a:gd name="connsiteX1-241" fmla="*/ 13512314 w 13512314"/>
              <a:gd name="connsiteY1-242" fmla="*/ 0 h 806026"/>
              <a:gd name="connsiteX2-243" fmla="*/ 13512314 w 13512314"/>
              <a:gd name="connsiteY2-244" fmla="*/ 792480 h 806026"/>
              <a:gd name="connsiteX3-245" fmla="*/ 11368554 w 13512314"/>
              <a:gd name="connsiteY3-246" fmla="*/ 792480 h 806026"/>
              <a:gd name="connsiteX4-247" fmla="*/ 10200154 w 13512314"/>
              <a:gd name="connsiteY4-248" fmla="*/ 375920 h 806026"/>
              <a:gd name="connsiteX5-249" fmla="*/ 1330474 w 13512314"/>
              <a:gd name="connsiteY5-250" fmla="*/ 345440 h 806026"/>
              <a:gd name="connsiteX6-251" fmla="*/ 1320314 w 13512314"/>
              <a:gd name="connsiteY6-252" fmla="*/ 0 h 806026"/>
              <a:gd name="connsiteX0-253" fmla="*/ 1320314 w 13512314"/>
              <a:gd name="connsiteY0-254" fmla="*/ 0 h 806026"/>
              <a:gd name="connsiteX1-255" fmla="*/ 13512314 w 13512314"/>
              <a:gd name="connsiteY1-256" fmla="*/ 0 h 806026"/>
              <a:gd name="connsiteX2-257" fmla="*/ 13512314 w 13512314"/>
              <a:gd name="connsiteY2-258" fmla="*/ 792480 h 806026"/>
              <a:gd name="connsiteX3-259" fmla="*/ 11368554 w 13512314"/>
              <a:gd name="connsiteY3-260" fmla="*/ 792480 h 806026"/>
              <a:gd name="connsiteX4-261" fmla="*/ 10200154 w 13512314"/>
              <a:gd name="connsiteY4-262" fmla="*/ 375920 h 806026"/>
              <a:gd name="connsiteX5-263" fmla="*/ 1330474 w 13512314"/>
              <a:gd name="connsiteY5-264" fmla="*/ 345440 h 806026"/>
              <a:gd name="connsiteX6-265" fmla="*/ 1320314 w 13512314"/>
              <a:gd name="connsiteY6-266" fmla="*/ 0 h 806026"/>
              <a:gd name="connsiteX0-267" fmla="*/ 1320314 w 13512314"/>
              <a:gd name="connsiteY0-268" fmla="*/ 0 h 806026"/>
              <a:gd name="connsiteX1-269" fmla="*/ 13512314 w 13512314"/>
              <a:gd name="connsiteY1-270" fmla="*/ 0 h 806026"/>
              <a:gd name="connsiteX2-271" fmla="*/ 13512314 w 13512314"/>
              <a:gd name="connsiteY2-272" fmla="*/ 792480 h 806026"/>
              <a:gd name="connsiteX3-273" fmla="*/ 11368554 w 13512314"/>
              <a:gd name="connsiteY3-274" fmla="*/ 792480 h 806026"/>
              <a:gd name="connsiteX4-275" fmla="*/ 10200154 w 13512314"/>
              <a:gd name="connsiteY4-276" fmla="*/ 375920 h 806026"/>
              <a:gd name="connsiteX5-277" fmla="*/ 1330474 w 13512314"/>
              <a:gd name="connsiteY5-278" fmla="*/ 345440 h 806026"/>
              <a:gd name="connsiteX6-279" fmla="*/ 1320314 w 13512314"/>
              <a:gd name="connsiteY6-280" fmla="*/ 0 h 806026"/>
              <a:gd name="connsiteX0-281" fmla="*/ 1320314 w 13512314"/>
              <a:gd name="connsiteY0-282" fmla="*/ 0 h 806026"/>
              <a:gd name="connsiteX1-283" fmla="*/ 13512314 w 13512314"/>
              <a:gd name="connsiteY1-284" fmla="*/ 0 h 806026"/>
              <a:gd name="connsiteX2-285" fmla="*/ 13512314 w 13512314"/>
              <a:gd name="connsiteY2-286" fmla="*/ 792480 h 806026"/>
              <a:gd name="connsiteX3-287" fmla="*/ 11368554 w 13512314"/>
              <a:gd name="connsiteY3-288" fmla="*/ 792480 h 806026"/>
              <a:gd name="connsiteX4-289" fmla="*/ 10200154 w 13512314"/>
              <a:gd name="connsiteY4-290" fmla="*/ 375920 h 806026"/>
              <a:gd name="connsiteX5-291" fmla="*/ 1330474 w 13512314"/>
              <a:gd name="connsiteY5-292" fmla="*/ 345440 h 806026"/>
              <a:gd name="connsiteX6-293" fmla="*/ 1320314 w 13512314"/>
              <a:gd name="connsiteY6-294" fmla="*/ 0 h 806026"/>
              <a:gd name="connsiteX0-295" fmla="*/ 1320314 w 13512314"/>
              <a:gd name="connsiteY0-296" fmla="*/ 0 h 806026"/>
              <a:gd name="connsiteX1-297" fmla="*/ 13512314 w 13512314"/>
              <a:gd name="connsiteY1-298" fmla="*/ 0 h 806026"/>
              <a:gd name="connsiteX2-299" fmla="*/ 13512314 w 13512314"/>
              <a:gd name="connsiteY2-300" fmla="*/ 792480 h 806026"/>
              <a:gd name="connsiteX3-301" fmla="*/ 11368554 w 13512314"/>
              <a:gd name="connsiteY3-302" fmla="*/ 792480 h 806026"/>
              <a:gd name="connsiteX4-303" fmla="*/ 10200154 w 13512314"/>
              <a:gd name="connsiteY4-304" fmla="*/ 375920 h 806026"/>
              <a:gd name="connsiteX5-305" fmla="*/ 1330474 w 13512314"/>
              <a:gd name="connsiteY5-306" fmla="*/ 345440 h 806026"/>
              <a:gd name="connsiteX6-307" fmla="*/ 1320314 w 13512314"/>
              <a:gd name="connsiteY6-308" fmla="*/ 0 h 806026"/>
              <a:gd name="connsiteX0-309" fmla="*/ 649073 w 12841073"/>
              <a:gd name="connsiteY0-310" fmla="*/ 59 h 806085"/>
              <a:gd name="connsiteX1-311" fmla="*/ 12841073 w 12841073"/>
              <a:gd name="connsiteY1-312" fmla="*/ 59 h 806085"/>
              <a:gd name="connsiteX2-313" fmla="*/ 12841073 w 12841073"/>
              <a:gd name="connsiteY2-314" fmla="*/ 792539 h 806085"/>
              <a:gd name="connsiteX3-315" fmla="*/ 10697313 w 12841073"/>
              <a:gd name="connsiteY3-316" fmla="*/ 792539 h 806085"/>
              <a:gd name="connsiteX4-317" fmla="*/ 9528913 w 12841073"/>
              <a:gd name="connsiteY4-318" fmla="*/ 375979 h 806085"/>
              <a:gd name="connsiteX5-319" fmla="*/ 659233 w 12841073"/>
              <a:gd name="connsiteY5-320" fmla="*/ 345499 h 806085"/>
              <a:gd name="connsiteX6-321" fmla="*/ 649073 w 12841073"/>
              <a:gd name="connsiteY6-322" fmla="*/ 59 h 806085"/>
              <a:gd name="connsiteX0-323" fmla="*/ 0 w 12192000"/>
              <a:gd name="connsiteY0-324" fmla="*/ 59 h 806085"/>
              <a:gd name="connsiteX1-325" fmla="*/ 12192000 w 12192000"/>
              <a:gd name="connsiteY1-326" fmla="*/ 59 h 806085"/>
              <a:gd name="connsiteX2-327" fmla="*/ 12192000 w 12192000"/>
              <a:gd name="connsiteY2-328" fmla="*/ 792539 h 806085"/>
              <a:gd name="connsiteX3-329" fmla="*/ 10048240 w 12192000"/>
              <a:gd name="connsiteY3-330" fmla="*/ 792539 h 806085"/>
              <a:gd name="connsiteX4-331" fmla="*/ 8879840 w 12192000"/>
              <a:gd name="connsiteY4-332" fmla="*/ 375979 h 806085"/>
              <a:gd name="connsiteX5-333" fmla="*/ 10160 w 12192000"/>
              <a:gd name="connsiteY5-334" fmla="*/ 345499 h 806085"/>
              <a:gd name="connsiteX6-335" fmla="*/ 0 w 12192000"/>
              <a:gd name="connsiteY6-336" fmla="*/ 59 h 806085"/>
              <a:gd name="connsiteX0-337" fmla="*/ 0 w 12196549"/>
              <a:gd name="connsiteY0-338" fmla="*/ 59 h 806085"/>
              <a:gd name="connsiteX1-339" fmla="*/ 12196549 w 12196549"/>
              <a:gd name="connsiteY1-340" fmla="*/ 59 h 806085"/>
              <a:gd name="connsiteX2-341" fmla="*/ 12196549 w 12196549"/>
              <a:gd name="connsiteY2-342" fmla="*/ 792539 h 806085"/>
              <a:gd name="connsiteX3-343" fmla="*/ 10052789 w 12196549"/>
              <a:gd name="connsiteY3-344" fmla="*/ 792539 h 806085"/>
              <a:gd name="connsiteX4-345" fmla="*/ 8884389 w 12196549"/>
              <a:gd name="connsiteY4-346" fmla="*/ 375979 h 806085"/>
              <a:gd name="connsiteX5-347" fmla="*/ 14709 w 12196549"/>
              <a:gd name="connsiteY5-348" fmla="*/ 345499 h 806085"/>
              <a:gd name="connsiteX6-349" fmla="*/ 0 w 12196549"/>
              <a:gd name="connsiteY6-350" fmla="*/ 59 h 806085"/>
              <a:gd name="connsiteX0-351" fmla="*/ 0 w 12196549"/>
              <a:gd name="connsiteY0-352" fmla="*/ 58 h 806084"/>
              <a:gd name="connsiteX1-353" fmla="*/ 12196549 w 12196549"/>
              <a:gd name="connsiteY1-354" fmla="*/ 58 h 806084"/>
              <a:gd name="connsiteX2-355" fmla="*/ 12196549 w 12196549"/>
              <a:gd name="connsiteY2-356" fmla="*/ 792538 h 806084"/>
              <a:gd name="connsiteX3-357" fmla="*/ 10052789 w 12196549"/>
              <a:gd name="connsiteY3-358" fmla="*/ 792538 h 806084"/>
              <a:gd name="connsiteX4-359" fmla="*/ 8884389 w 12196549"/>
              <a:gd name="connsiteY4-360" fmla="*/ 375978 h 806084"/>
              <a:gd name="connsiteX5-361" fmla="*/ 3512 w 12196549"/>
              <a:gd name="connsiteY5-362" fmla="*/ 352962 h 806084"/>
              <a:gd name="connsiteX6-363" fmla="*/ 0 w 12196549"/>
              <a:gd name="connsiteY6-364" fmla="*/ 58 h 806084"/>
              <a:gd name="connsiteX0-365" fmla="*/ 0 w 12200281"/>
              <a:gd name="connsiteY0-366" fmla="*/ 3733 h 806026"/>
              <a:gd name="connsiteX1-367" fmla="*/ 12200281 w 12200281"/>
              <a:gd name="connsiteY1-368" fmla="*/ 0 h 806026"/>
              <a:gd name="connsiteX2-369" fmla="*/ 12200281 w 12200281"/>
              <a:gd name="connsiteY2-370" fmla="*/ 792480 h 806026"/>
              <a:gd name="connsiteX3-371" fmla="*/ 10056521 w 12200281"/>
              <a:gd name="connsiteY3-372" fmla="*/ 792480 h 806026"/>
              <a:gd name="connsiteX4-373" fmla="*/ 8888121 w 12200281"/>
              <a:gd name="connsiteY4-374" fmla="*/ 375920 h 806026"/>
              <a:gd name="connsiteX5-375" fmla="*/ 7244 w 12200281"/>
              <a:gd name="connsiteY5-376" fmla="*/ 352904 h 806026"/>
              <a:gd name="connsiteX6-377" fmla="*/ 0 w 12200281"/>
              <a:gd name="connsiteY6-378" fmla="*/ 3733 h 806026"/>
              <a:gd name="connsiteX0-379" fmla="*/ 0 w 12200281"/>
              <a:gd name="connsiteY0-380" fmla="*/ 3733 h 795992"/>
              <a:gd name="connsiteX1-381" fmla="*/ 12200281 w 12200281"/>
              <a:gd name="connsiteY1-382" fmla="*/ 0 h 795992"/>
              <a:gd name="connsiteX2-383" fmla="*/ 12200281 w 12200281"/>
              <a:gd name="connsiteY2-384" fmla="*/ 792480 h 795992"/>
              <a:gd name="connsiteX3-385" fmla="*/ 10056521 w 12200281"/>
              <a:gd name="connsiteY3-386" fmla="*/ 792480 h 795992"/>
              <a:gd name="connsiteX4-387" fmla="*/ 8888121 w 12200281"/>
              <a:gd name="connsiteY4-388" fmla="*/ 375920 h 795992"/>
              <a:gd name="connsiteX5-389" fmla="*/ 7244 w 12200281"/>
              <a:gd name="connsiteY5-390" fmla="*/ 352904 h 795992"/>
              <a:gd name="connsiteX6-391" fmla="*/ 0 w 12200281"/>
              <a:gd name="connsiteY6-392" fmla="*/ 3733 h 795992"/>
              <a:gd name="connsiteX0-393" fmla="*/ 0 w 12202789"/>
              <a:gd name="connsiteY0-394" fmla="*/ 3733 h 795992"/>
              <a:gd name="connsiteX1-395" fmla="*/ 12200281 w 12202789"/>
              <a:gd name="connsiteY1-396" fmla="*/ 0 h 795992"/>
              <a:gd name="connsiteX2-397" fmla="*/ 12200281 w 12202789"/>
              <a:gd name="connsiteY2-398" fmla="*/ 792480 h 795992"/>
              <a:gd name="connsiteX3-399" fmla="*/ 10056521 w 12202789"/>
              <a:gd name="connsiteY3-400" fmla="*/ 792480 h 795992"/>
              <a:gd name="connsiteX4-401" fmla="*/ 8888121 w 12202789"/>
              <a:gd name="connsiteY4-402" fmla="*/ 375920 h 795992"/>
              <a:gd name="connsiteX5-403" fmla="*/ 7244 w 12202789"/>
              <a:gd name="connsiteY5-404" fmla="*/ 352904 h 795992"/>
              <a:gd name="connsiteX6-405" fmla="*/ 0 w 12202789"/>
              <a:gd name="connsiteY6-406" fmla="*/ 3733 h 795992"/>
              <a:gd name="connsiteX0-407" fmla="*/ 0 w 12202789"/>
              <a:gd name="connsiteY0-408" fmla="*/ 3733 h 795992"/>
              <a:gd name="connsiteX1-409" fmla="*/ 12200281 w 12202789"/>
              <a:gd name="connsiteY1-410" fmla="*/ 0 h 795992"/>
              <a:gd name="connsiteX2-411" fmla="*/ 12200281 w 12202789"/>
              <a:gd name="connsiteY2-412" fmla="*/ 792480 h 795992"/>
              <a:gd name="connsiteX3-413" fmla="*/ 10056521 w 12202789"/>
              <a:gd name="connsiteY3-414" fmla="*/ 792480 h 795992"/>
              <a:gd name="connsiteX4-415" fmla="*/ 8888121 w 12202789"/>
              <a:gd name="connsiteY4-416" fmla="*/ 375920 h 795992"/>
              <a:gd name="connsiteX5-417" fmla="*/ 7244 w 12202789"/>
              <a:gd name="connsiteY5-418" fmla="*/ 352904 h 795992"/>
              <a:gd name="connsiteX6-419" fmla="*/ 0 w 12202789"/>
              <a:gd name="connsiteY6-420" fmla="*/ 3733 h 7959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  <a:cxn ang="0">
                <a:pos x="connsiteX6-97" y="connsiteY6-98"/>
              </a:cxn>
            </a:cxnLst>
            <a:rect l="l" t="t" r="r" b="b"/>
            <a:pathLst>
              <a:path w="12202789" h="795992">
                <a:moveTo>
                  <a:pt x="0" y="3733"/>
                </a:moveTo>
                <a:cubicBezTo>
                  <a:pt x="843" y="9005"/>
                  <a:pt x="8133521" y="1244"/>
                  <a:pt x="12200281" y="0"/>
                </a:cubicBezTo>
                <a:cubicBezTo>
                  <a:pt x="12200281" y="264160"/>
                  <a:pt x="12205925" y="195298"/>
                  <a:pt x="12200281" y="792480"/>
                </a:cubicBezTo>
                <a:cubicBezTo>
                  <a:pt x="12197459" y="800382"/>
                  <a:pt x="11128401" y="792480"/>
                  <a:pt x="10056521" y="792480"/>
                </a:cubicBezTo>
                <a:cubicBezTo>
                  <a:pt x="9504494" y="723053"/>
                  <a:pt x="9560470" y="364162"/>
                  <a:pt x="8888121" y="375920"/>
                </a:cubicBezTo>
                <a:cubicBezTo>
                  <a:pt x="8848376" y="358923"/>
                  <a:pt x="2963804" y="363064"/>
                  <a:pt x="7244" y="352904"/>
                </a:cubicBezTo>
                <a:cubicBezTo>
                  <a:pt x="-1234" y="347814"/>
                  <a:pt x="7897" y="-1515"/>
                  <a:pt x="0" y="3733"/>
                </a:cubicBezTo>
                <a:close/>
              </a:path>
            </a:pathLst>
          </a:custGeom>
          <a:solidFill>
            <a:srgbClr val="4256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-14605" y="6693535"/>
            <a:ext cx="12218035" cy="173990"/>
          </a:xfrm>
          <a:prstGeom prst="rect">
            <a:avLst/>
          </a:prstGeom>
          <a:solidFill>
            <a:srgbClr val="42563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304800" y="565785"/>
            <a:ext cx="1505585" cy="549275"/>
          </a:xfrm>
          <a:prstGeom prst="roundRect">
            <a:avLst/>
          </a:prstGeom>
          <a:noFill/>
          <a:ln w="12700" cap="flat" cmpd="sng" algn="ctr">
            <a:solidFill>
              <a:srgbClr val="42563E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algn="ctr"/>
            <a:r>
              <a:rPr lang="zh-CN" altLang="en-US" sz="2400">
                <a:solidFill>
                  <a:srgbClr val="42563E"/>
                </a:solidFill>
                <a:latin typeface="思源黑体 CN" charset="0"/>
                <a:ea typeface="思源黑体 CN" charset="0"/>
              </a:rPr>
              <a:t>整体设计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3975735" y="652780"/>
            <a:ext cx="41713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</a:pPr>
            <a:r>
              <a:rPr lang="zh-CN" sz="2400" b="0">
                <a:solidFill>
                  <a:schemeClr val="accent6"/>
                </a:solidFill>
                <a:latin typeface="黑体" panose="02010609060101010101" charset="-122"/>
                <a:ea typeface="黑体" panose="02010609060101010101" charset="-122"/>
              </a:rPr>
              <a:t>校园数字气象站系统架构图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542290" y="1746250"/>
            <a:ext cx="11159490" cy="4744085"/>
            <a:chOff x="1008" y="2280"/>
            <a:chExt cx="17574" cy="7471"/>
          </a:xfrm>
        </p:grpSpPr>
        <p:sp>
          <p:nvSpPr>
            <p:cNvPr id="13" name="圆角矩形 12"/>
            <p:cNvSpPr/>
            <p:nvPr/>
          </p:nvSpPr>
          <p:spPr>
            <a:xfrm>
              <a:off x="1008" y="3096"/>
              <a:ext cx="1464" cy="936"/>
            </a:xfrm>
            <a:prstGeom prst="roundRect">
              <a:avLst/>
            </a:prstGeom>
            <a:solidFill>
              <a:srgbClr val="ED7D31"/>
            </a:solidFill>
            <a:ln w="19050" cap="flat" cmpd="sng" algn="ctr">
              <a:solidFill>
                <a:srgbClr val="ED7D3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sz="200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功能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2832" y="2280"/>
              <a:ext cx="15600" cy="2760"/>
            </a:xfrm>
            <a:prstGeom prst="rect">
              <a:avLst/>
            </a:prstGeom>
            <a:solidFill>
              <a:srgbClr val="ED7D31"/>
            </a:solidFill>
            <a:ln w="12700" cap="flat" cmpd="sng" algn="ctr">
              <a:solidFill>
                <a:srgbClr val="ED7D3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3216" y="2520"/>
              <a:ext cx="3455" cy="2281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</a:srgbClr>
              </a:solidFill>
              <a:prstDash val="sysDot"/>
              <a:miter lim="800000"/>
            </a:ln>
            <a:effectLst/>
          </p:spPr>
          <p:txBody>
            <a:bodyPr rtlCol="0" anchor="t" anchorCtr="0"/>
            <a:lstStyle/>
            <a:p>
              <a:pPr algn="ctr"/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采集数据</a:t>
              </a:r>
            </a:p>
            <a:p>
              <a:pPr algn="ctr"/>
              <a:endPara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风速</a:t>
              </a:r>
            </a:p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圆角矩形 3"/>
            <p:cNvSpPr/>
            <p:nvPr/>
          </p:nvSpPr>
          <p:spPr>
            <a:xfrm>
              <a:off x="7064" y="2519"/>
              <a:ext cx="3455" cy="2281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</a:srgbClr>
              </a:solidFill>
              <a:prstDash val="sysDot"/>
              <a:miter lim="800000"/>
            </a:ln>
            <a:effectLst/>
          </p:spPr>
          <p:txBody>
            <a:bodyPr rtlCol="0" anchor="t" anchorCtr="0"/>
            <a:lstStyle/>
            <a:p>
              <a:pPr algn="ctr"/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传输数据</a:t>
              </a:r>
            </a:p>
            <a:p>
              <a:pPr algn="ctr"/>
              <a:endParaRPr lang="zh-CN" altLang="en-US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有线</a:t>
              </a:r>
              <a:r>
                <a:rPr lang="en-US" altLang="zh-CN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无线网络</a:t>
              </a:r>
            </a:p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10976" y="2519"/>
              <a:ext cx="3455" cy="2281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</a:srgbClr>
              </a:solidFill>
              <a:prstDash val="sysDot"/>
              <a:miter lim="800000"/>
            </a:ln>
            <a:effectLst/>
          </p:spPr>
          <p:txBody>
            <a:bodyPr rtlCol="0" anchor="t" anchorCtr="0"/>
            <a:lstStyle/>
            <a:p>
              <a:pPr algn="ctr"/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处理数据</a:t>
              </a:r>
            </a:p>
            <a:p>
              <a:pPr algn="ctr"/>
              <a:endPara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物联网平台</a:t>
              </a:r>
              <a:endPara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14682" y="2519"/>
              <a:ext cx="3455" cy="2281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</a:srgbClr>
              </a:solidFill>
              <a:prstDash val="sysDot"/>
              <a:miter lim="800000"/>
            </a:ln>
            <a:effectLst/>
          </p:spPr>
          <p:txBody>
            <a:bodyPr rtlCol="0" anchor="t" anchorCtr="0"/>
            <a:lstStyle/>
            <a:p>
              <a:pPr algn="ctr"/>
              <a:r>
                <a:rPr lang="zh-CN" altLang="en-US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呈现数据</a:t>
              </a:r>
            </a:p>
            <a:p>
              <a:pPr algn="ctr"/>
              <a:endPara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图形、文本等</a:t>
              </a:r>
              <a:endPara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1032" y="6442"/>
              <a:ext cx="1464" cy="936"/>
            </a:xfrm>
            <a:prstGeom prst="roundRect">
              <a:avLst/>
            </a:prstGeom>
            <a:solidFill>
              <a:srgbClr val="92D050"/>
            </a:solidFill>
            <a:ln w="19050" cap="flat" cmpd="sng" algn="ctr">
              <a:solidFill>
                <a:srgbClr val="ED7D31">
                  <a:alpha val="94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zh-CN" sz="200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设备</a:t>
              </a:r>
            </a:p>
          </p:txBody>
        </p:sp>
        <p:sp>
          <p:nvSpPr>
            <p:cNvPr id="33" name="矩形 32"/>
            <p:cNvSpPr/>
            <p:nvPr/>
          </p:nvSpPr>
          <p:spPr>
            <a:xfrm>
              <a:off x="2856" y="5626"/>
              <a:ext cx="15600" cy="2760"/>
            </a:xfrm>
            <a:prstGeom prst="rect">
              <a:avLst/>
            </a:prstGeom>
            <a:solidFill>
              <a:srgbClr val="92D050"/>
            </a:solidFill>
            <a:ln w="12700" cap="flat" cmpd="sng" algn="ctr">
              <a:solidFill>
                <a:srgbClr val="ED7D31">
                  <a:alpha val="94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altLang="zh-CN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3240" y="5866"/>
              <a:ext cx="3455" cy="2281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  <a:alpha val="94000"/>
                </a:srgbClr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风速传感器</a:t>
              </a:r>
            </a:p>
          </p:txBody>
        </p:sp>
        <p:sp>
          <p:nvSpPr>
            <p:cNvPr id="35" name="圆角矩形 34"/>
            <p:cNvSpPr/>
            <p:nvPr/>
          </p:nvSpPr>
          <p:spPr>
            <a:xfrm>
              <a:off x="7088" y="5865"/>
              <a:ext cx="3455" cy="2281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  <a:alpha val="94000"/>
                </a:srgbClr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路由器、网线等</a:t>
              </a:r>
            </a:p>
          </p:txBody>
        </p:sp>
        <p:sp>
          <p:nvSpPr>
            <p:cNvPr id="36" name="圆角矩形 35"/>
            <p:cNvSpPr/>
            <p:nvPr/>
          </p:nvSpPr>
          <p:spPr>
            <a:xfrm>
              <a:off x="11000" y="5865"/>
              <a:ext cx="3455" cy="2281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  <a:alpha val="94000"/>
                </a:srgbClr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服务器</a:t>
              </a:r>
            </a:p>
          </p:txBody>
        </p:sp>
        <p:sp>
          <p:nvSpPr>
            <p:cNvPr id="37" name="圆角矩形 36"/>
            <p:cNvSpPr/>
            <p:nvPr/>
          </p:nvSpPr>
          <p:spPr>
            <a:xfrm>
              <a:off x="14706" y="5865"/>
              <a:ext cx="3455" cy="2281"/>
            </a:xfrm>
            <a:prstGeom prst="roundRect">
              <a:avLst/>
            </a:prstGeom>
            <a:noFill/>
            <a:ln w="12700" cap="flat" cmpd="sng" algn="ctr">
              <a:solidFill>
                <a:srgbClr val="4472C4">
                  <a:shade val="50000"/>
                  <a:alpha val="94000"/>
                </a:srgbClr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物联网平台</a:t>
              </a:r>
            </a:p>
            <a:p>
              <a:pPr algn="ctr"/>
              <a:r>
                <a:rPr lang="en-US" altLang="zh-CN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OLED</a:t>
              </a:r>
              <a:r>
                <a:rPr lang="zh-CN" altLang="en-US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屏幕</a:t>
              </a:r>
            </a:p>
          </p:txBody>
        </p:sp>
        <p:sp>
          <p:nvSpPr>
            <p:cNvPr id="38" name="右箭头 37"/>
            <p:cNvSpPr/>
            <p:nvPr/>
          </p:nvSpPr>
          <p:spPr>
            <a:xfrm>
              <a:off x="1174" y="9138"/>
              <a:ext cx="17409" cy="432"/>
            </a:xfrm>
            <a:prstGeom prst="rightArrow">
              <a:avLst/>
            </a:prstGeom>
            <a:solidFill>
              <a:srgbClr val="ED7D31"/>
            </a:solidFill>
            <a:ln w="12700" cap="flat" cmpd="sng" algn="ctr">
              <a:solidFill>
                <a:srgbClr val="ED7D3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圆角矩形 38"/>
            <p:cNvSpPr/>
            <p:nvPr/>
          </p:nvSpPr>
          <p:spPr>
            <a:xfrm>
              <a:off x="3606" y="8979"/>
              <a:ext cx="1955" cy="772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2E6539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采集模块</a:t>
              </a:r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7814" y="8968"/>
              <a:ext cx="1955" cy="772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2E6539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传输模块</a:t>
              </a:r>
            </a:p>
          </p:txBody>
        </p:sp>
        <p:sp>
          <p:nvSpPr>
            <p:cNvPr id="41" name="圆角矩形 40"/>
            <p:cNvSpPr/>
            <p:nvPr/>
          </p:nvSpPr>
          <p:spPr>
            <a:xfrm>
              <a:off x="11750" y="8968"/>
              <a:ext cx="1955" cy="772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2E6539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处理模块</a:t>
              </a:r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15456" y="8979"/>
              <a:ext cx="1955" cy="772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2E6539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呈现模块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8877300" y="1080770"/>
            <a:ext cx="22656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accent6"/>
                </a:solidFill>
                <a:latin typeface="黑体" panose="02010609060101010101" charset="-122"/>
                <a:ea typeface="黑体" panose="02010609060101010101" charset="-122"/>
                <a:sym typeface="思源黑体 CN" charset="0"/>
              </a:rPr>
              <a:t>以风速数据采集为例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/>
          <p:cNvSpPr/>
          <p:nvPr>
            <p:custDataLst>
              <p:tags r:id="rId1"/>
            </p:custDataLst>
          </p:nvPr>
        </p:nvSpPr>
        <p:spPr>
          <a:xfrm>
            <a:off x="-15240" y="-71755"/>
            <a:ext cx="12218035" cy="702310"/>
          </a:xfrm>
          <a:custGeom>
            <a:avLst/>
            <a:gdLst>
              <a:gd name="connsiteX0" fmla="*/ 0 w 12192000"/>
              <a:gd name="connsiteY0" fmla="*/ 0 h 792480"/>
              <a:gd name="connsiteX1" fmla="*/ 12192000 w 12192000"/>
              <a:gd name="connsiteY1" fmla="*/ 0 h 792480"/>
              <a:gd name="connsiteX2" fmla="*/ 12192000 w 12192000"/>
              <a:gd name="connsiteY2" fmla="*/ 792480 h 792480"/>
              <a:gd name="connsiteX3" fmla="*/ 0 w 12192000"/>
              <a:gd name="connsiteY3" fmla="*/ 792480 h 792480"/>
              <a:gd name="connsiteX4" fmla="*/ 0 w 12192000"/>
              <a:gd name="connsiteY4" fmla="*/ 0 h 792480"/>
              <a:gd name="connsiteX0-1" fmla="*/ 0 w 12192000"/>
              <a:gd name="connsiteY0-2" fmla="*/ 0 h 792480"/>
              <a:gd name="connsiteX1-3" fmla="*/ 12192000 w 12192000"/>
              <a:gd name="connsiteY1-4" fmla="*/ 0 h 792480"/>
              <a:gd name="connsiteX2-5" fmla="*/ 12192000 w 12192000"/>
              <a:gd name="connsiteY2-6" fmla="*/ 792480 h 792480"/>
              <a:gd name="connsiteX3-7" fmla="*/ 10160 w 12192000"/>
              <a:gd name="connsiteY3-8" fmla="*/ 345440 h 792480"/>
              <a:gd name="connsiteX4-9" fmla="*/ 0 w 12192000"/>
              <a:gd name="connsiteY4-10" fmla="*/ 0 h 792480"/>
              <a:gd name="connsiteX0-11" fmla="*/ 0 w 12192000"/>
              <a:gd name="connsiteY0-12" fmla="*/ 0 h 792480"/>
              <a:gd name="connsiteX1-13" fmla="*/ 12192000 w 12192000"/>
              <a:gd name="connsiteY1-14" fmla="*/ 0 h 792480"/>
              <a:gd name="connsiteX2-15" fmla="*/ 12192000 w 12192000"/>
              <a:gd name="connsiteY2-16" fmla="*/ 792480 h 792480"/>
              <a:gd name="connsiteX3-17" fmla="*/ 10160 w 12192000"/>
              <a:gd name="connsiteY3-18" fmla="*/ 345440 h 792480"/>
              <a:gd name="connsiteX4-19" fmla="*/ 0 w 12192000"/>
              <a:gd name="connsiteY4-20" fmla="*/ 0 h 792480"/>
              <a:gd name="connsiteX0-21" fmla="*/ 0 w 12192000"/>
              <a:gd name="connsiteY0-22" fmla="*/ 0 h 914446"/>
              <a:gd name="connsiteX1-23" fmla="*/ 12192000 w 12192000"/>
              <a:gd name="connsiteY1-24" fmla="*/ 0 h 914446"/>
              <a:gd name="connsiteX2-25" fmla="*/ 12192000 w 12192000"/>
              <a:gd name="connsiteY2-26" fmla="*/ 792480 h 914446"/>
              <a:gd name="connsiteX3-27" fmla="*/ 10160 w 12192000"/>
              <a:gd name="connsiteY3-28" fmla="*/ 345440 h 914446"/>
              <a:gd name="connsiteX4-29" fmla="*/ 0 w 12192000"/>
              <a:gd name="connsiteY4-30" fmla="*/ 0 h 914446"/>
              <a:gd name="connsiteX0-31" fmla="*/ 0 w 12192000"/>
              <a:gd name="connsiteY0-32" fmla="*/ 0 h 855886"/>
              <a:gd name="connsiteX1-33" fmla="*/ 12192000 w 12192000"/>
              <a:gd name="connsiteY1-34" fmla="*/ 0 h 855886"/>
              <a:gd name="connsiteX2-35" fmla="*/ 12192000 w 12192000"/>
              <a:gd name="connsiteY2-36" fmla="*/ 792480 h 855886"/>
              <a:gd name="connsiteX3-37" fmla="*/ 10160 w 12192000"/>
              <a:gd name="connsiteY3-38" fmla="*/ 345440 h 855886"/>
              <a:gd name="connsiteX4-39" fmla="*/ 0 w 12192000"/>
              <a:gd name="connsiteY4-40" fmla="*/ 0 h 855886"/>
              <a:gd name="connsiteX0-41" fmla="*/ 0 w 12192000"/>
              <a:gd name="connsiteY0-42" fmla="*/ 0 h 792508"/>
              <a:gd name="connsiteX1-43" fmla="*/ 12192000 w 12192000"/>
              <a:gd name="connsiteY1-44" fmla="*/ 0 h 792508"/>
              <a:gd name="connsiteX2-45" fmla="*/ 12192000 w 12192000"/>
              <a:gd name="connsiteY2-46" fmla="*/ 792480 h 792508"/>
              <a:gd name="connsiteX3-47" fmla="*/ 10160 w 12192000"/>
              <a:gd name="connsiteY3-48" fmla="*/ 345440 h 792508"/>
              <a:gd name="connsiteX4-49" fmla="*/ 0 w 12192000"/>
              <a:gd name="connsiteY4-50" fmla="*/ 0 h 792508"/>
              <a:gd name="connsiteX0-51" fmla="*/ 0 w 12192000"/>
              <a:gd name="connsiteY0-52" fmla="*/ 0 h 833387"/>
              <a:gd name="connsiteX1-53" fmla="*/ 12192000 w 12192000"/>
              <a:gd name="connsiteY1-54" fmla="*/ 0 h 833387"/>
              <a:gd name="connsiteX2-55" fmla="*/ 12192000 w 12192000"/>
              <a:gd name="connsiteY2-56" fmla="*/ 792480 h 833387"/>
              <a:gd name="connsiteX3-57" fmla="*/ 9215120 w 12192000"/>
              <a:gd name="connsiteY3-58" fmla="*/ 680720 h 833387"/>
              <a:gd name="connsiteX4-59" fmla="*/ 10160 w 12192000"/>
              <a:gd name="connsiteY4-60" fmla="*/ 345440 h 833387"/>
              <a:gd name="connsiteX5" fmla="*/ 0 w 12192000"/>
              <a:gd name="connsiteY5" fmla="*/ 0 h 833387"/>
              <a:gd name="connsiteX0-61" fmla="*/ 0 w 12192000"/>
              <a:gd name="connsiteY0-62" fmla="*/ 0 h 810530"/>
              <a:gd name="connsiteX1-63" fmla="*/ 12192000 w 12192000"/>
              <a:gd name="connsiteY1-64" fmla="*/ 0 h 810530"/>
              <a:gd name="connsiteX2-65" fmla="*/ 12192000 w 12192000"/>
              <a:gd name="connsiteY2-66" fmla="*/ 792480 h 810530"/>
              <a:gd name="connsiteX3-67" fmla="*/ 8879840 w 12192000"/>
              <a:gd name="connsiteY3-68" fmla="*/ 375920 h 810530"/>
              <a:gd name="connsiteX4-69" fmla="*/ 10160 w 12192000"/>
              <a:gd name="connsiteY4-70" fmla="*/ 345440 h 810530"/>
              <a:gd name="connsiteX5-71" fmla="*/ 0 w 12192000"/>
              <a:gd name="connsiteY5-72" fmla="*/ 0 h 810530"/>
              <a:gd name="connsiteX0-73" fmla="*/ 0 w 12192000"/>
              <a:gd name="connsiteY0-74" fmla="*/ 0 h 803483"/>
              <a:gd name="connsiteX1-75" fmla="*/ 12192000 w 12192000"/>
              <a:gd name="connsiteY1-76" fmla="*/ 0 h 803483"/>
              <a:gd name="connsiteX2-77" fmla="*/ 12192000 w 12192000"/>
              <a:gd name="connsiteY2-78" fmla="*/ 792480 h 803483"/>
              <a:gd name="connsiteX3-79" fmla="*/ 9834880 w 12192000"/>
              <a:gd name="connsiteY3-80" fmla="*/ 457200 h 803483"/>
              <a:gd name="connsiteX4-81" fmla="*/ 8879840 w 12192000"/>
              <a:gd name="connsiteY4-82" fmla="*/ 375920 h 803483"/>
              <a:gd name="connsiteX5-83" fmla="*/ 10160 w 12192000"/>
              <a:gd name="connsiteY5-84" fmla="*/ 345440 h 803483"/>
              <a:gd name="connsiteX6" fmla="*/ 0 w 12192000"/>
              <a:gd name="connsiteY6" fmla="*/ 0 h 803483"/>
              <a:gd name="connsiteX0-85" fmla="*/ 0 w 12192000"/>
              <a:gd name="connsiteY0-86" fmla="*/ 0 h 803483"/>
              <a:gd name="connsiteX1-87" fmla="*/ 12192000 w 12192000"/>
              <a:gd name="connsiteY1-88" fmla="*/ 0 h 803483"/>
              <a:gd name="connsiteX2-89" fmla="*/ 12192000 w 12192000"/>
              <a:gd name="connsiteY2-90" fmla="*/ 792480 h 803483"/>
              <a:gd name="connsiteX3-91" fmla="*/ 9834880 w 12192000"/>
              <a:gd name="connsiteY3-92" fmla="*/ 457200 h 803483"/>
              <a:gd name="connsiteX4-93" fmla="*/ 8879840 w 12192000"/>
              <a:gd name="connsiteY4-94" fmla="*/ 375920 h 803483"/>
              <a:gd name="connsiteX5-95" fmla="*/ 10160 w 12192000"/>
              <a:gd name="connsiteY5-96" fmla="*/ 345440 h 803483"/>
              <a:gd name="connsiteX6-97" fmla="*/ 0 w 12192000"/>
              <a:gd name="connsiteY6-98" fmla="*/ 0 h 803483"/>
              <a:gd name="connsiteX0-99" fmla="*/ 1320314 w 13512314"/>
              <a:gd name="connsiteY0-100" fmla="*/ 0 h 803483"/>
              <a:gd name="connsiteX1-101" fmla="*/ 13512314 w 13512314"/>
              <a:gd name="connsiteY1-102" fmla="*/ 0 h 803483"/>
              <a:gd name="connsiteX2-103" fmla="*/ 13512314 w 13512314"/>
              <a:gd name="connsiteY2-104" fmla="*/ 792480 h 803483"/>
              <a:gd name="connsiteX3-105" fmla="*/ 11155194 w 13512314"/>
              <a:gd name="connsiteY3-106" fmla="*/ 457200 h 803483"/>
              <a:gd name="connsiteX4-107" fmla="*/ 10200154 w 13512314"/>
              <a:gd name="connsiteY4-108" fmla="*/ 375920 h 803483"/>
              <a:gd name="connsiteX5-109" fmla="*/ 1330474 w 13512314"/>
              <a:gd name="connsiteY5-110" fmla="*/ 345440 h 803483"/>
              <a:gd name="connsiteX6-111" fmla="*/ 1320314 w 13512314"/>
              <a:gd name="connsiteY6-112" fmla="*/ 0 h 803483"/>
              <a:gd name="connsiteX0-113" fmla="*/ 1320314 w 14509230"/>
              <a:gd name="connsiteY0-114" fmla="*/ 0 h 803483"/>
              <a:gd name="connsiteX1-115" fmla="*/ 13512314 w 14509230"/>
              <a:gd name="connsiteY1-116" fmla="*/ 0 h 803483"/>
              <a:gd name="connsiteX2-117" fmla="*/ 13512314 w 14509230"/>
              <a:gd name="connsiteY2-118" fmla="*/ 792480 h 803483"/>
              <a:gd name="connsiteX3-119" fmla="*/ 11155194 w 14509230"/>
              <a:gd name="connsiteY3-120" fmla="*/ 457200 h 803483"/>
              <a:gd name="connsiteX4-121" fmla="*/ 10200154 w 14509230"/>
              <a:gd name="connsiteY4-122" fmla="*/ 375920 h 803483"/>
              <a:gd name="connsiteX5-123" fmla="*/ 1330474 w 14509230"/>
              <a:gd name="connsiteY5-124" fmla="*/ 345440 h 803483"/>
              <a:gd name="connsiteX6-125" fmla="*/ 1320314 w 14509230"/>
              <a:gd name="connsiteY6-126" fmla="*/ 0 h 803483"/>
              <a:gd name="connsiteX0-127" fmla="*/ 1320314 w 14511121"/>
              <a:gd name="connsiteY0-128" fmla="*/ 0 h 803483"/>
              <a:gd name="connsiteX1-129" fmla="*/ 13512314 w 14511121"/>
              <a:gd name="connsiteY1-130" fmla="*/ 0 h 803483"/>
              <a:gd name="connsiteX2-131" fmla="*/ 13512314 w 14511121"/>
              <a:gd name="connsiteY2-132" fmla="*/ 792480 h 803483"/>
              <a:gd name="connsiteX3-133" fmla="*/ 11155194 w 14511121"/>
              <a:gd name="connsiteY3-134" fmla="*/ 457200 h 803483"/>
              <a:gd name="connsiteX4-135" fmla="*/ 10200154 w 14511121"/>
              <a:gd name="connsiteY4-136" fmla="*/ 375920 h 803483"/>
              <a:gd name="connsiteX5-137" fmla="*/ 1330474 w 14511121"/>
              <a:gd name="connsiteY5-138" fmla="*/ 345440 h 803483"/>
              <a:gd name="connsiteX6-139" fmla="*/ 1320314 w 14511121"/>
              <a:gd name="connsiteY6-140" fmla="*/ 0 h 803483"/>
              <a:gd name="connsiteX0-141" fmla="*/ 1320314 w 13686915"/>
              <a:gd name="connsiteY0-142" fmla="*/ 0 h 803483"/>
              <a:gd name="connsiteX1-143" fmla="*/ 13512314 w 13686915"/>
              <a:gd name="connsiteY1-144" fmla="*/ 0 h 803483"/>
              <a:gd name="connsiteX2-145" fmla="*/ 13512314 w 13686915"/>
              <a:gd name="connsiteY2-146" fmla="*/ 792480 h 803483"/>
              <a:gd name="connsiteX3-147" fmla="*/ 11155194 w 13686915"/>
              <a:gd name="connsiteY3-148" fmla="*/ 457200 h 803483"/>
              <a:gd name="connsiteX4-149" fmla="*/ 10200154 w 13686915"/>
              <a:gd name="connsiteY4-150" fmla="*/ 375920 h 803483"/>
              <a:gd name="connsiteX5-151" fmla="*/ 1330474 w 13686915"/>
              <a:gd name="connsiteY5-152" fmla="*/ 345440 h 803483"/>
              <a:gd name="connsiteX6-153" fmla="*/ 1320314 w 13686915"/>
              <a:gd name="connsiteY6-154" fmla="*/ 0 h 803483"/>
              <a:gd name="connsiteX0-155" fmla="*/ 1320314 w 13512314"/>
              <a:gd name="connsiteY0-156" fmla="*/ 0 h 803483"/>
              <a:gd name="connsiteX1-157" fmla="*/ 13512314 w 13512314"/>
              <a:gd name="connsiteY1-158" fmla="*/ 0 h 803483"/>
              <a:gd name="connsiteX2-159" fmla="*/ 13512314 w 13512314"/>
              <a:gd name="connsiteY2-160" fmla="*/ 792480 h 803483"/>
              <a:gd name="connsiteX3-161" fmla="*/ 11155194 w 13512314"/>
              <a:gd name="connsiteY3-162" fmla="*/ 457200 h 803483"/>
              <a:gd name="connsiteX4-163" fmla="*/ 10200154 w 13512314"/>
              <a:gd name="connsiteY4-164" fmla="*/ 375920 h 803483"/>
              <a:gd name="connsiteX5-165" fmla="*/ 1330474 w 13512314"/>
              <a:gd name="connsiteY5-166" fmla="*/ 345440 h 803483"/>
              <a:gd name="connsiteX6-167" fmla="*/ 1320314 w 13512314"/>
              <a:gd name="connsiteY6-168" fmla="*/ 0 h 803483"/>
              <a:gd name="connsiteX0-169" fmla="*/ 1320314 w 13512314"/>
              <a:gd name="connsiteY0-170" fmla="*/ 0 h 847119"/>
              <a:gd name="connsiteX1-171" fmla="*/ 13512314 w 13512314"/>
              <a:gd name="connsiteY1-172" fmla="*/ 0 h 847119"/>
              <a:gd name="connsiteX2-173" fmla="*/ 13512314 w 13512314"/>
              <a:gd name="connsiteY2-174" fmla="*/ 792480 h 847119"/>
              <a:gd name="connsiteX3-175" fmla="*/ 11368554 w 13512314"/>
              <a:gd name="connsiteY3-176" fmla="*/ 792480 h 847119"/>
              <a:gd name="connsiteX4-177" fmla="*/ 10200154 w 13512314"/>
              <a:gd name="connsiteY4-178" fmla="*/ 375920 h 847119"/>
              <a:gd name="connsiteX5-179" fmla="*/ 1330474 w 13512314"/>
              <a:gd name="connsiteY5-180" fmla="*/ 345440 h 847119"/>
              <a:gd name="connsiteX6-181" fmla="*/ 1320314 w 13512314"/>
              <a:gd name="connsiteY6-182" fmla="*/ 0 h 847119"/>
              <a:gd name="connsiteX0-183" fmla="*/ 1320314 w 13512314"/>
              <a:gd name="connsiteY0-184" fmla="*/ 0 h 869791"/>
              <a:gd name="connsiteX1-185" fmla="*/ 13512314 w 13512314"/>
              <a:gd name="connsiteY1-186" fmla="*/ 0 h 869791"/>
              <a:gd name="connsiteX2-187" fmla="*/ 13512314 w 13512314"/>
              <a:gd name="connsiteY2-188" fmla="*/ 792480 h 869791"/>
              <a:gd name="connsiteX3-189" fmla="*/ 11368554 w 13512314"/>
              <a:gd name="connsiteY3-190" fmla="*/ 792480 h 869791"/>
              <a:gd name="connsiteX4-191" fmla="*/ 10200154 w 13512314"/>
              <a:gd name="connsiteY4-192" fmla="*/ 375920 h 869791"/>
              <a:gd name="connsiteX5-193" fmla="*/ 1330474 w 13512314"/>
              <a:gd name="connsiteY5-194" fmla="*/ 345440 h 869791"/>
              <a:gd name="connsiteX6-195" fmla="*/ 1320314 w 13512314"/>
              <a:gd name="connsiteY6-196" fmla="*/ 0 h 869791"/>
              <a:gd name="connsiteX0-197" fmla="*/ 1320314 w 13512314"/>
              <a:gd name="connsiteY0-198" fmla="*/ 0 h 851182"/>
              <a:gd name="connsiteX1-199" fmla="*/ 13512314 w 13512314"/>
              <a:gd name="connsiteY1-200" fmla="*/ 0 h 851182"/>
              <a:gd name="connsiteX2-201" fmla="*/ 13512314 w 13512314"/>
              <a:gd name="connsiteY2-202" fmla="*/ 792480 h 851182"/>
              <a:gd name="connsiteX3-203" fmla="*/ 11368554 w 13512314"/>
              <a:gd name="connsiteY3-204" fmla="*/ 792480 h 851182"/>
              <a:gd name="connsiteX4-205" fmla="*/ 10200154 w 13512314"/>
              <a:gd name="connsiteY4-206" fmla="*/ 375920 h 851182"/>
              <a:gd name="connsiteX5-207" fmla="*/ 1330474 w 13512314"/>
              <a:gd name="connsiteY5-208" fmla="*/ 345440 h 851182"/>
              <a:gd name="connsiteX6-209" fmla="*/ 1320314 w 13512314"/>
              <a:gd name="connsiteY6-210" fmla="*/ 0 h 851182"/>
              <a:gd name="connsiteX0-211" fmla="*/ 1320314 w 13512314"/>
              <a:gd name="connsiteY0-212" fmla="*/ 0 h 806026"/>
              <a:gd name="connsiteX1-213" fmla="*/ 13512314 w 13512314"/>
              <a:gd name="connsiteY1-214" fmla="*/ 0 h 806026"/>
              <a:gd name="connsiteX2-215" fmla="*/ 13512314 w 13512314"/>
              <a:gd name="connsiteY2-216" fmla="*/ 792480 h 806026"/>
              <a:gd name="connsiteX3-217" fmla="*/ 11368554 w 13512314"/>
              <a:gd name="connsiteY3-218" fmla="*/ 792480 h 806026"/>
              <a:gd name="connsiteX4-219" fmla="*/ 10200154 w 13512314"/>
              <a:gd name="connsiteY4-220" fmla="*/ 375920 h 806026"/>
              <a:gd name="connsiteX5-221" fmla="*/ 1330474 w 13512314"/>
              <a:gd name="connsiteY5-222" fmla="*/ 345440 h 806026"/>
              <a:gd name="connsiteX6-223" fmla="*/ 1320314 w 13512314"/>
              <a:gd name="connsiteY6-224" fmla="*/ 0 h 806026"/>
              <a:gd name="connsiteX0-225" fmla="*/ 1320314 w 13512314"/>
              <a:gd name="connsiteY0-226" fmla="*/ 0 h 806026"/>
              <a:gd name="connsiteX1-227" fmla="*/ 13512314 w 13512314"/>
              <a:gd name="connsiteY1-228" fmla="*/ 0 h 806026"/>
              <a:gd name="connsiteX2-229" fmla="*/ 13512314 w 13512314"/>
              <a:gd name="connsiteY2-230" fmla="*/ 792480 h 806026"/>
              <a:gd name="connsiteX3-231" fmla="*/ 11368554 w 13512314"/>
              <a:gd name="connsiteY3-232" fmla="*/ 792480 h 806026"/>
              <a:gd name="connsiteX4-233" fmla="*/ 10200154 w 13512314"/>
              <a:gd name="connsiteY4-234" fmla="*/ 375920 h 806026"/>
              <a:gd name="connsiteX5-235" fmla="*/ 1330474 w 13512314"/>
              <a:gd name="connsiteY5-236" fmla="*/ 345440 h 806026"/>
              <a:gd name="connsiteX6-237" fmla="*/ 1320314 w 13512314"/>
              <a:gd name="connsiteY6-238" fmla="*/ 0 h 806026"/>
              <a:gd name="connsiteX0-239" fmla="*/ 1320314 w 13512314"/>
              <a:gd name="connsiteY0-240" fmla="*/ 0 h 806026"/>
              <a:gd name="connsiteX1-241" fmla="*/ 13512314 w 13512314"/>
              <a:gd name="connsiteY1-242" fmla="*/ 0 h 806026"/>
              <a:gd name="connsiteX2-243" fmla="*/ 13512314 w 13512314"/>
              <a:gd name="connsiteY2-244" fmla="*/ 792480 h 806026"/>
              <a:gd name="connsiteX3-245" fmla="*/ 11368554 w 13512314"/>
              <a:gd name="connsiteY3-246" fmla="*/ 792480 h 806026"/>
              <a:gd name="connsiteX4-247" fmla="*/ 10200154 w 13512314"/>
              <a:gd name="connsiteY4-248" fmla="*/ 375920 h 806026"/>
              <a:gd name="connsiteX5-249" fmla="*/ 1330474 w 13512314"/>
              <a:gd name="connsiteY5-250" fmla="*/ 345440 h 806026"/>
              <a:gd name="connsiteX6-251" fmla="*/ 1320314 w 13512314"/>
              <a:gd name="connsiteY6-252" fmla="*/ 0 h 806026"/>
              <a:gd name="connsiteX0-253" fmla="*/ 1320314 w 13512314"/>
              <a:gd name="connsiteY0-254" fmla="*/ 0 h 806026"/>
              <a:gd name="connsiteX1-255" fmla="*/ 13512314 w 13512314"/>
              <a:gd name="connsiteY1-256" fmla="*/ 0 h 806026"/>
              <a:gd name="connsiteX2-257" fmla="*/ 13512314 w 13512314"/>
              <a:gd name="connsiteY2-258" fmla="*/ 792480 h 806026"/>
              <a:gd name="connsiteX3-259" fmla="*/ 11368554 w 13512314"/>
              <a:gd name="connsiteY3-260" fmla="*/ 792480 h 806026"/>
              <a:gd name="connsiteX4-261" fmla="*/ 10200154 w 13512314"/>
              <a:gd name="connsiteY4-262" fmla="*/ 375920 h 806026"/>
              <a:gd name="connsiteX5-263" fmla="*/ 1330474 w 13512314"/>
              <a:gd name="connsiteY5-264" fmla="*/ 345440 h 806026"/>
              <a:gd name="connsiteX6-265" fmla="*/ 1320314 w 13512314"/>
              <a:gd name="connsiteY6-266" fmla="*/ 0 h 806026"/>
              <a:gd name="connsiteX0-267" fmla="*/ 1320314 w 13512314"/>
              <a:gd name="connsiteY0-268" fmla="*/ 0 h 806026"/>
              <a:gd name="connsiteX1-269" fmla="*/ 13512314 w 13512314"/>
              <a:gd name="connsiteY1-270" fmla="*/ 0 h 806026"/>
              <a:gd name="connsiteX2-271" fmla="*/ 13512314 w 13512314"/>
              <a:gd name="connsiteY2-272" fmla="*/ 792480 h 806026"/>
              <a:gd name="connsiteX3-273" fmla="*/ 11368554 w 13512314"/>
              <a:gd name="connsiteY3-274" fmla="*/ 792480 h 806026"/>
              <a:gd name="connsiteX4-275" fmla="*/ 10200154 w 13512314"/>
              <a:gd name="connsiteY4-276" fmla="*/ 375920 h 806026"/>
              <a:gd name="connsiteX5-277" fmla="*/ 1330474 w 13512314"/>
              <a:gd name="connsiteY5-278" fmla="*/ 345440 h 806026"/>
              <a:gd name="connsiteX6-279" fmla="*/ 1320314 w 13512314"/>
              <a:gd name="connsiteY6-280" fmla="*/ 0 h 806026"/>
              <a:gd name="connsiteX0-281" fmla="*/ 1320314 w 13512314"/>
              <a:gd name="connsiteY0-282" fmla="*/ 0 h 806026"/>
              <a:gd name="connsiteX1-283" fmla="*/ 13512314 w 13512314"/>
              <a:gd name="connsiteY1-284" fmla="*/ 0 h 806026"/>
              <a:gd name="connsiteX2-285" fmla="*/ 13512314 w 13512314"/>
              <a:gd name="connsiteY2-286" fmla="*/ 792480 h 806026"/>
              <a:gd name="connsiteX3-287" fmla="*/ 11368554 w 13512314"/>
              <a:gd name="connsiteY3-288" fmla="*/ 792480 h 806026"/>
              <a:gd name="connsiteX4-289" fmla="*/ 10200154 w 13512314"/>
              <a:gd name="connsiteY4-290" fmla="*/ 375920 h 806026"/>
              <a:gd name="connsiteX5-291" fmla="*/ 1330474 w 13512314"/>
              <a:gd name="connsiteY5-292" fmla="*/ 345440 h 806026"/>
              <a:gd name="connsiteX6-293" fmla="*/ 1320314 w 13512314"/>
              <a:gd name="connsiteY6-294" fmla="*/ 0 h 806026"/>
              <a:gd name="connsiteX0-295" fmla="*/ 1320314 w 13512314"/>
              <a:gd name="connsiteY0-296" fmla="*/ 0 h 806026"/>
              <a:gd name="connsiteX1-297" fmla="*/ 13512314 w 13512314"/>
              <a:gd name="connsiteY1-298" fmla="*/ 0 h 806026"/>
              <a:gd name="connsiteX2-299" fmla="*/ 13512314 w 13512314"/>
              <a:gd name="connsiteY2-300" fmla="*/ 792480 h 806026"/>
              <a:gd name="connsiteX3-301" fmla="*/ 11368554 w 13512314"/>
              <a:gd name="connsiteY3-302" fmla="*/ 792480 h 806026"/>
              <a:gd name="connsiteX4-303" fmla="*/ 10200154 w 13512314"/>
              <a:gd name="connsiteY4-304" fmla="*/ 375920 h 806026"/>
              <a:gd name="connsiteX5-305" fmla="*/ 1330474 w 13512314"/>
              <a:gd name="connsiteY5-306" fmla="*/ 345440 h 806026"/>
              <a:gd name="connsiteX6-307" fmla="*/ 1320314 w 13512314"/>
              <a:gd name="connsiteY6-308" fmla="*/ 0 h 806026"/>
              <a:gd name="connsiteX0-309" fmla="*/ 649073 w 12841073"/>
              <a:gd name="connsiteY0-310" fmla="*/ 59 h 806085"/>
              <a:gd name="connsiteX1-311" fmla="*/ 12841073 w 12841073"/>
              <a:gd name="connsiteY1-312" fmla="*/ 59 h 806085"/>
              <a:gd name="connsiteX2-313" fmla="*/ 12841073 w 12841073"/>
              <a:gd name="connsiteY2-314" fmla="*/ 792539 h 806085"/>
              <a:gd name="connsiteX3-315" fmla="*/ 10697313 w 12841073"/>
              <a:gd name="connsiteY3-316" fmla="*/ 792539 h 806085"/>
              <a:gd name="connsiteX4-317" fmla="*/ 9528913 w 12841073"/>
              <a:gd name="connsiteY4-318" fmla="*/ 375979 h 806085"/>
              <a:gd name="connsiteX5-319" fmla="*/ 659233 w 12841073"/>
              <a:gd name="connsiteY5-320" fmla="*/ 345499 h 806085"/>
              <a:gd name="connsiteX6-321" fmla="*/ 649073 w 12841073"/>
              <a:gd name="connsiteY6-322" fmla="*/ 59 h 806085"/>
              <a:gd name="connsiteX0-323" fmla="*/ 0 w 12192000"/>
              <a:gd name="connsiteY0-324" fmla="*/ 59 h 806085"/>
              <a:gd name="connsiteX1-325" fmla="*/ 12192000 w 12192000"/>
              <a:gd name="connsiteY1-326" fmla="*/ 59 h 806085"/>
              <a:gd name="connsiteX2-327" fmla="*/ 12192000 w 12192000"/>
              <a:gd name="connsiteY2-328" fmla="*/ 792539 h 806085"/>
              <a:gd name="connsiteX3-329" fmla="*/ 10048240 w 12192000"/>
              <a:gd name="connsiteY3-330" fmla="*/ 792539 h 806085"/>
              <a:gd name="connsiteX4-331" fmla="*/ 8879840 w 12192000"/>
              <a:gd name="connsiteY4-332" fmla="*/ 375979 h 806085"/>
              <a:gd name="connsiteX5-333" fmla="*/ 10160 w 12192000"/>
              <a:gd name="connsiteY5-334" fmla="*/ 345499 h 806085"/>
              <a:gd name="connsiteX6-335" fmla="*/ 0 w 12192000"/>
              <a:gd name="connsiteY6-336" fmla="*/ 59 h 806085"/>
              <a:gd name="connsiteX0-337" fmla="*/ 0 w 12196549"/>
              <a:gd name="connsiteY0-338" fmla="*/ 59 h 806085"/>
              <a:gd name="connsiteX1-339" fmla="*/ 12196549 w 12196549"/>
              <a:gd name="connsiteY1-340" fmla="*/ 59 h 806085"/>
              <a:gd name="connsiteX2-341" fmla="*/ 12196549 w 12196549"/>
              <a:gd name="connsiteY2-342" fmla="*/ 792539 h 806085"/>
              <a:gd name="connsiteX3-343" fmla="*/ 10052789 w 12196549"/>
              <a:gd name="connsiteY3-344" fmla="*/ 792539 h 806085"/>
              <a:gd name="connsiteX4-345" fmla="*/ 8884389 w 12196549"/>
              <a:gd name="connsiteY4-346" fmla="*/ 375979 h 806085"/>
              <a:gd name="connsiteX5-347" fmla="*/ 14709 w 12196549"/>
              <a:gd name="connsiteY5-348" fmla="*/ 345499 h 806085"/>
              <a:gd name="connsiteX6-349" fmla="*/ 0 w 12196549"/>
              <a:gd name="connsiteY6-350" fmla="*/ 59 h 806085"/>
              <a:gd name="connsiteX0-351" fmla="*/ 0 w 12196549"/>
              <a:gd name="connsiteY0-352" fmla="*/ 58 h 806084"/>
              <a:gd name="connsiteX1-353" fmla="*/ 12196549 w 12196549"/>
              <a:gd name="connsiteY1-354" fmla="*/ 58 h 806084"/>
              <a:gd name="connsiteX2-355" fmla="*/ 12196549 w 12196549"/>
              <a:gd name="connsiteY2-356" fmla="*/ 792538 h 806084"/>
              <a:gd name="connsiteX3-357" fmla="*/ 10052789 w 12196549"/>
              <a:gd name="connsiteY3-358" fmla="*/ 792538 h 806084"/>
              <a:gd name="connsiteX4-359" fmla="*/ 8884389 w 12196549"/>
              <a:gd name="connsiteY4-360" fmla="*/ 375978 h 806084"/>
              <a:gd name="connsiteX5-361" fmla="*/ 3512 w 12196549"/>
              <a:gd name="connsiteY5-362" fmla="*/ 352962 h 806084"/>
              <a:gd name="connsiteX6-363" fmla="*/ 0 w 12196549"/>
              <a:gd name="connsiteY6-364" fmla="*/ 58 h 806084"/>
              <a:gd name="connsiteX0-365" fmla="*/ 0 w 12200281"/>
              <a:gd name="connsiteY0-366" fmla="*/ 3733 h 806026"/>
              <a:gd name="connsiteX1-367" fmla="*/ 12200281 w 12200281"/>
              <a:gd name="connsiteY1-368" fmla="*/ 0 h 806026"/>
              <a:gd name="connsiteX2-369" fmla="*/ 12200281 w 12200281"/>
              <a:gd name="connsiteY2-370" fmla="*/ 792480 h 806026"/>
              <a:gd name="connsiteX3-371" fmla="*/ 10056521 w 12200281"/>
              <a:gd name="connsiteY3-372" fmla="*/ 792480 h 806026"/>
              <a:gd name="connsiteX4-373" fmla="*/ 8888121 w 12200281"/>
              <a:gd name="connsiteY4-374" fmla="*/ 375920 h 806026"/>
              <a:gd name="connsiteX5-375" fmla="*/ 7244 w 12200281"/>
              <a:gd name="connsiteY5-376" fmla="*/ 352904 h 806026"/>
              <a:gd name="connsiteX6-377" fmla="*/ 0 w 12200281"/>
              <a:gd name="connsiteY6-378" fmla="*/ 3733 h 806026"/>
              <a:gd name="connsiteX0-379" fmla="*/ 0 w 12200281"/>
              <a:gd name="connsiteY0-380" fmla="*/ 3733 h 795992"/>
              <a:gd name="connsiteX1-381" fmla="*/ 12200281 w 12200281"/>
              <a:gd name="connsiteY1-382" fmla="*/ 0 h 795992"/>
              <a:gd name="connsiteX2-383" fmla="*/ 12200281 w 12200281"/>
              <a:gd name="connsiteY2-384" fmla="*/ 792480 h 795992"/>
              <a:gd name="connsiteX3-385" fmla="*/ 10056521 w 12200281"/>
              <a:gd name="connsiteY3-386" fmla="*/ 792480 h 795992"/>
              <a:gd name="connsiteX4-387" fmla="*/ 8888121 w 12200281"/>
              <a:gd name="connsiteY4-388" fmla="*/ 375920 h 795992"/>
              <a:gd name="connsiteX5-389" fmla="*/ 7244 w 12200281"/>
              <a:gd name="connsiteY5-390" fmla="*/ 352904 h 795992"/>
              <a:gd name="connsiteX6-391" fmla="*/ 0 w 12200281"/>
              <a:gd name="connsiteY6-392" fmla="*/ 3733 h 795992"/>
              <a:gd name="connsiteX0-393" fmla="*/ 0 w 12202789"/>
              <a:gd name="connsiteY0-394" fmla="*/ 3733 h 795992"/>
              <a:gd name="connsiteX1-395" fmla="*/ 12200281 w 12202789"/>
              <a:gd name="connsiteY1-396" fmla="*/ 0 h 795992"/>
              <a:gd name="connsiteX2-397" fmla="*/ 12200281 w 12202789"/>
              <a:gd name="connsiteY2-398" fmla="*/ 792480 h 795992"/>
              <a:gd name="connsiteX3-399" fmla="*/ 10056521 w 12202789"/>
              <a:gd name="connsiteY3-400" fmla="*/ 792480 h 795992"/>
              <a:gd name="connsiteX4-401" fmla="*/ 8888121 w 12202789"/>
              <a:gd name="connsiteY4-402" fmla="*/ 375920 h 795992"/>
              <a:gd name="connsiteX5-403" fmla="*/ 7244 w 12202789"/>
              <a:gd name="connsiteY5-404" fmla="*/ 352904 h 795992"/>
              <a:gd name="connsiteX6-405" fmla="*/ 0 w 12202789"/>
              <a:gd name="connsiteY6-406" fmla="*/ 3733 h 795992"/>
              <a:gd name="connsiteX0-407" fmla="*/ 0 w 12202789"/>
              <a:gd name="connsiteY0-408" fmla="*/ 3733 h 795992"/>
              <a:gd name="connsiteX1-409" fmla="*/ 12200281 w 12202789"/>
              <a:gd name="connsiteY1-410" fmla="*/ 0 h 795992"/>
              <a:gd name="connsiteX2-411" fmla="*/ 12200281 w 12202789"/>
              <a:gd name="connsiteY2-412" fmla="*/ 792480 h 795992"/>
              <a:gd name="connsiteX3-413" fmla="*/ 10056521 w 12202789"/>
              <a:gd name="connsiteY3-414" fmla="*/ 792480 h 795992"/>
              <a:gd name="connsiteX4-415" fmla="*/ 8888121 w 12202789"/>
              <a:gd name="connsiteY4-416" fmla="*/ 375920 h 795992"/>
              <a:gd name="connsiteX5-417" fmla="*/ 7244 w 12202789"/>
              <a:gd name="connsiteY5-418" fmla="*/ 352904 h 795992"/>
              <a:gd name="connsiteX6-419" fmla="*/ 0 w 12202789"/>
              <a:gd name="connsiteY6-420" fmla="*/ 3733 h 7959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  <a:cxn ang="0">
                <a:pos x="connsiteX6-97" y="connsiteY6-98"/>
              </a:cxn>
            </a:cxnLst>
            <a:rect l="l" t="t" r="r" b="b"/>
            <a:pathLst>
              <a:path w="12202789" h="795992">
                <a:moveTo>
                  <a:pt x="0" y="3733"/>
                </a:moveTo>
                <a:cubicBezTo>
                  <a:pt x="843" y="9005"/>
                  <a:pt x="8133521" y="1244"/>
                  <a:pt x="12200281" y="0"/>
                </a:cubicBezTo>
                <a:cubicBezTo>
                  <a:pt x="12200281" y="264160"/>
                  <a:pt x="12205925" y="195298"/>
                  <a:pt x="12200281" y="792480"/>
                </a:cubicBezTo>
                <a:cubicBezTo>
                  <a:pt x="12197459" y="800382"/>
                  <a:pt x="11128401" y="792480"/>
                  <a:pt x="10056521" y="792480"/>
                </a:cubicBezTo>
                <a:cubicBezTo>
                  <a:pt x="9504494" y="723053"/>
                  <a:pt x="9560470" y="364162"/>
                  <a:pt x="8888121" y="375920"/>
                </a:cubicBezTo>
                <a:cubicBezTo>
                  <a:pt x="8848376" y="358923"/>
                  <a:pt x="2963804" y="363064"/>
                  <a:pt x="7244" y="352904"/>
                </a:cubicBezTo>
                <a:cubicBezTo>
                  <a:pt x="-1234" y="347814"/>
                  <a:pt x="7897" y="-1515"/>
                  <a:pt x="0" y="3733"/>
                </a:cubicBezTo>
                <a:close/>
              </a:path>
            </a:pathLst>
          </a:custGeom>
          <a:solidFill>
            <a:srgbClr val="4256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-14605" y="6693535"/>
            <a:ext cx="12218035" cy="173990"/>
          </a:xfrm>
          <a:prstGeom prst="rect">
            <a:avLst/>
          </a:prstGeom>
          <a:solidFill>
            <a:srgbClr val="42563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304800" y="565785"/>
            <a:ext cx="2184400" cy="549275"/>
          </a:xfrm>
          <a:prstGeom prst="roundRect">
            <a:avLst/>
          </a:prstGeom>
          <a:noFill/>
          <a:ln w="12700" cap="flat" cmpd="sng" algn="ctr">
            <a:solidFill>
              <a:srgbClr val="42563E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accent6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原型搭建实践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934210" y="2451100"/>
            <a:ext cx="875093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accent6"/>
                </a:solidFill>
                <a:latin typeface="华康俪金黑W8(P)" panose="020B0800000000000000" charset="-122"/>
                <a:ea typeface="华康俪金黑W8(P)" panose="020B0800000000000000" charset="-122"/>
              </a:rPr>
              <a:t>    </a:t>
            </a:r>
            <a:r>
              <a:rPr lang="zh-CN" sz="2400">
                <a:solidFill>
                  <a:schemeClr val="accent6"/>
                </a:solidFill>
                <a:latin typeface="华康俪金黑W8(P)" panose="020B0800000000000000" charset="-122"/>
                <a:ea typeface="华康俪金黑W8(P)" panose="020B0800000000000000" charset="-122"/>
              </a:rPr>
              <a:t>利用配套实验设备，自主确定采集某一气象数据，搭建一个简单的数字气象站系统原型，实现数据采集，实时传输和数据呈现等功能。</a:t>
            </a:r>
          </a:p>
        </p:txBody>
      </p:sp>
      <p:pic>
        <p:nvPicPr>
          <p:cNvPr id="5" name="图片 4" descr="作业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1225" y="2564765"/>
            <a:ext cx="935355" cy="93535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/>
          <p:cNvSpPr/>
          <p:nvPr>
            <p:custDataLst>
              <p:tags r:id="rId1"/>
            </p:custDataLst>
          </p:nvPr>
        </p:nvSpPr>
        <p:spPr>
          <a:xfrm>
            <a:off x="-15240" y="-71755"/>
            <a:ext cx="12218035" cy="702310"/>
          </a:xfrm>
          <a:custGeom>
            <a:avLst/>
            <a:gdLst>
              <a:gd name="connsiteX0" fmla="*/ 0 w 12192000"/>
              <a:gd name="connsiteY0" fmla="*/ 0 h 792480"/>
              <a:gd name="connsiteX1" fmla="*/ 12192000 w 12192000"/>
              <a:gd name="connsiteY1" fmla="*/ 0 h 792480"/>
              <a:gd name="connsiteX2" fmla="*/ 12192000 w 12192000"/>
              <a:gd name="connsiteY2" fmla="*/ 792480 h 792480"/>
              <a:gd name="connsiteX3" fmla="*/ 0 w 12192000"/>
              <a:gd name="connsiteY3" fmla="*/ 792480 h 792480"/>
              <a:gd name="connsiteX4" fmla="*/ 0 w 12192000"/>
              <a:gd name="connsiteY4" fmla="*/ 0 h 792480"/>
              <a:gd name="connsiteX0-1" fmla="*/ 0 w 12192000"/>
              <a:gd name="connsiteY0-2" fmla="*/ 0 h 792480"/>
              <a:gd name="connsiteX1-3" fmla="*/ 12192000 w 12192000"/>
              <a:gd name="connsiteY1-4" fmla="*/ 0 h 792480"/>
              <a:gd name="connsiteX2-5" fmla="*/ 12192000 w 12192000"/>
              <a:gd name="connsiteY2-6" fmla="*/ 792480 h 792480"/>
              <a:gd name="connsiteX3-7" fmla="*/ 10160 w 12192000"/>
              <a:gd name="connsiteY3-8" fmla="*/ 345440 h 792480"/>
              <a:gd name="connsiteX4-9" fmla="*/ 0 w 12192000"/>
              <a:gd name="connsiteY4-10" fmla="*/ 0 h 792480"/>
              <a:gd name="connsiteX0-11" fmla="*/ 0 w 12192000"/>
              <a:gd name="connsiteY0-12" fmla="*/ 0 h 792480"/>
              <a:gd name="connsiteX1-13" fmla="*/ 12192000 w 12192000"/>
              <a:gd name="connsiteY1-14" fmla="*/ 0 h 792480"/>
              <a:gd name="connsiteX2-15" fmla="*/ 12192000 w 12192000"/>
              <a:gd name="connsiteY2-16" fmla="*/ 792480 h 792480"/>
              <a:gd name="connsiteX3-17" fmla="*/ 10160 w 12192000"/>
              <a:gd name="connsiteY3-18" fmla="*/ 345440 h 792480"/>
              <a:gd name="connsiteX4-19" fmla="*/ 0 w 12192000"/>
              <a:gd name="connsiteY4-20" fmla="*/ 0 h 792480"/>
              <a:gd name="connsiteX0-21" fmla="*/ 0 w 12192000"/>
              <a:gd name="connsiteY0-22" fmla="*/ 0 h 914446"/>
              <a:gd name="connsiteX1-23" fmla="*/ 12192000 w 12192000"/>
              <a:gd name="connsiteY1-24" fmla="*/ 0 h 914446"/>
              <a:gd name="connsiteX2-25" fmla="*/ 12192000 w 12192000"/>
              <a:gd name="connsiteY2-26" fmla="*/ 792480 h 914446"/>
              <a:gd name="connsiteX3-27" fmla="*/ 10160 w 12192000"/>
              <a:gd name="connsiteY3-28" fmla="*/ 345440 h 914446"/>
              <a:gd name="connsiteX4-29" fmla="*/ 0 w 12192000"/>
              <a:gd name="connsiteY4-30" fmla="*/ 0 h 914446"/>
              <a:gd name="connsiteX0-31" fmla="*/ 0 w 12192000"/>
              <a:gd name="connsiteY0-32" fmla="*/ 0 h 855886"/>
              <a:gd name="connsiteX1-33" fmla="*/ 12192000 w 12192000"/>
              <a:gd name="connsiteY1-34" fmla="*/ 0 h 855886"/>
              <a:gd name="connsiteX2-35" fmla="*/ 12192000 w 12192000"/>
              <a:gd name="connsiteY2-36" fmla="*/ 792480 h 855886"/>
              <a:gd name="connsiteX3-37" fmla="*/ 10160 w 12192000"/>
              <a:gd name="connsiteY3-38" fmla="*/ 345440 h 855886"/>
              <a:gd name="connsiteX4-39" fmla="*/ 0 w 12192000"/>
              <a:gd name="connsiteY4-40" fmla="*/ 0 h 855886"/>
              <a:gd name="connsiteX0-41" fmla="*/ 0 w 12192000"/>
              <a:gd name="connsiteY0-42" fmla="*/ 0 h 792508"/>
              <a:gd name="connsiteX1-43" fmla="*/ 12192000 w 12192000"/>
              <a:gd name="connsiteY1-44" fmla="*/ 0 h 792508"/>
              <a:gd name="connsiteX2-45" fmla="*/ 12192000 w 12192000"/>
              <a:gd name="connsiteY2-46" fmla="*/ 792480 h 792508"/>
              <a:gd name="connsiteX3-47" fmla="*/ 10160 w 12192000"/>
              <a:gd name="connsiteY3-48" fmla="*/ 345440 h 792508"/>
              <a:gd name="connsiteX4-49" fmla="*/ 0 w 12192000"/>
              <a:gd name="connsiteY4-50" fmla="*/ 0 h 792508"/>
              <a:gd name="connsiteX0-51" fmla="*/ 0 w 12192000"/>
              <a:gd name="connsiteY0-52" fmla="*/ 0 h 833387"/>
              <a:gd name="connsiteX1-53" fmla="*/ 12192000 w 12192000"/>
              <a:gd name="connsiteY1-54" fmla="*/ 0 h 833387"/>
              <a:gd name="connsiteX2-55" fmla="*/ 12192000 w 12192000"/>
              <a:gd name="connsiteY2-56" fmla="*/ 792480 h 833387"/>
              <a:gd name="connsiteX3-57" fmla="*/ 9215120 w 12192000"/>
              <a:gd name="connsiteY3-58" fmla="*/ 680720 h 833387"/>
              <a:gd name="connsiteX4-59" fmla="*/ 10160 w 12192000"/>
              <a:gd name="connsiteY4-60" fmla="*/ 345440 h 833387"/>
              <a:gd name="connsiteX5" fmla="*/ 0 w 12192000"/>
              <a:gd name="connsiteY5" fmla="*/ 0 h 833387"/>
              <a:gd name="connsiteX0-61" fmla="*/ 0 w 12192000"/>
              <a:gd name="connsiteY0-62" fmla="*/ 0 h 810530"/>
              <a:gd name="connsiteX1-63" fmla="*/ 12192000 w 12192000"/>
              <a:gd name="connsiteY1-64" fmla="*/ 0 h 810530"/>
              <a:gd name="connsiteX2-65" fmla="*/ 12192000 w 12192000"/>
              <a:gd name="connsiteY2-66" fmla="*/ 792480 h 810530"/>
              <a:gd name="connsiteX3-67" fmla="*/ 8879840 w 12192000"/>
              <a:gd name="connsiteY3-68" fmla="*/ 375920 h 810530"/>
              <a:gd name="connsiteX4-69" fmla="*/ 10160 w 12192000"/>
              <a:gd name="connsiteY4-70" fmla="*/ 345440 h 810530"/>
              <a:gd name="connsiteX5-71" fmla="*/ 0 w 12192000"/>
              <a:gd name="connsiteY5-72" fmla="*/ 0 h 810530"/>
              <a:gd name="connsiteX0-73" fmla="*/ 0 w 12192000"/>
              <a:gd name="connsiteY0-74" fmla="*/ 0 h 803483"/>
              <a:gd name="connsiteX1-75" fmla="*/ 12192000 w 12192000"/>
              <a:gd name="connsiteY1-76" fmla="*/ 0 h 803483"/>
              <a:gd name="connsiteX2-77" fmla="*/ 12192000 w 12192000"/>
              <a:gd name="connsiteY2-78" fmla="*/ 792480 h 803483"/>
              <a:gd name="connsiteX3-79" fmla="*/ 9834880 w 12192000"/>
              <a:gd name="connsiteY3-80" fmla="*/ 457200 h 803483"/>
              <a:gd name="connsiteX4-81" fmla="*/ 8879840 w 12192000"/>
              <a:gd name="connsiteY4-82" fmla="*/ 375920 h 803483"/>
              <a:gd name="connsiteX5-83" fmla="*/ 10160 w 12192000"/>
              <a:gd name="connsiteY5-84" fmla="*/ 345440 h 803483"/>
              <a:gd name="connsiteX6" fmla="*/ 0 w 12192000"/>
              <a:gd name="connsiteY6" fmla="*/ 0 h 803483"/>
              <a:gd name="connsiteX0-85" fmla="*/ 0 w 12192000"/>
              <a:gd name="connsiteY0-86" fmla="*/ 0 h 803483"/>
              <a:gd name="connsiteX1-87" fmla="*/ 12192000 w 12192000"/>
              <a:gd name="connsiteY1-88" fmla="*/ 0 h 803483"/>
              <a:gd name="connsiteX2-89" fmla="*/ 12192000 w 12192000"/>
              <a:gd name="connsiteY2-90" fmla="*/ 792480 h 803483"/>
              <a:gd name="connsiteX3-91" fmla="*/ 9834880 w 12192000"/>
              <a:gd name="connsiteY3-92" fmla="*/ 457200 h 803483"/>
              <a:gd name="connsiteX4-93" fmla="*/ 8879840 w 12192000"/>
              <a:gd name="connsiteY4-94" fmla="*/ 375920 h 803483"/>
              <a:gd name="connsiteX5-95" fmla="*/ 10160 w 12192000"/>
              <a:gd name="connsiteY5-96" fmla="*/ 345440 h 803483"/>
              <a:gd name="connsiteX6-97" fmla="*/ 0 w 12192000"/>
              <a:gd name="connsiteY6-98" fmla="*/ 0 h 803483"/>
              <a:gd name="connsiteX0-99" fmla="*/ 1320314 w 13512314"/>
              <a:gd name="connsiteY0-100" fmla="*/ 0 h 803483"/>
              <a:gd name="connsiteX1-101" fmla="*/ 13512314 w 13512314"/>
              <a:gd name="connsiteY1-102" fmla="*/ 0 h 803483"/>
              <a:gd name="connsiteX2-103" fmla="*/ 13512314 w 13512314"/>
              <a:gd name="connsiteY2-104" fmla="*/ 792480 h 803483"/>
              <a:gd name="connsiteX3-105" fmla="*/ 11155194 w 13512314"/>
              <a:gd name="connsiteY3-106" fmla="*/ 457200 h 803483"/>
              <a:gd name="connsiteX4-107" fmla="*/ 10200154 w 13512314"/>
              <a:gd name="connsiteY4-108" fmla="*/ 375920 h 803483"/>
              <a:gd name="connsiteX5-109" fmla="*/ 1330474 w 13512314"/>
              <a:gd name="connsiteY5-110" fmla="*/ 345440 h 803483"/>
              <a:gd name="connsiteX6-111" fmla="*/ 1320314 w 13512314"/>
              <a:gd name="connsiteY6-112" fmla="*/ 0 h 803483"/>
              <a:gd name="connsiteX0-113" fmla="*/ 1320314 w 14509230"/>
              <a:gd name="connsiteY0-114" fmla="*/ 0 h 803483"/>
              <a:gd name="connsiteX1-115" fmla="*/ 13512314 w 14509230"/>
              <a:gd name="connsiteY1-116" fmla="*/ 0 h 803483"/>
              <a:gd name="connsiteX2-117" fmla="*/ 13512314 w 14509230"/>
              <a:gd name="connsiteY2-118" fmla="*/ 792480 h 803483"/>
              <a:gd name="connsiteX3-119" fmla="*/ 11155194 w 14509230"/>
              <a:gd name="connsiteY3-120" fmla="*/ 457200 h 803483"/>
              <a:gd name="connsiteX4-121" fmla="*/ 10200154 w 14509230"/>
              <a:gd name="connsiteY4-122" fmla="*/ 375920 h 803483"/>
              <a:gd name="connsiteX5-123" fmla="*/ 1330474 w 14509230"/>
              <a:gd name="connsiteY5-124" fmla="*/ 345440 h 803483"/>
              <a:gd name="connsiteX6-125" fmla="*/ 1320314 w 14509230"/>
              <a:gd name="connsiteY6-126" fmla="*/ 0 h 803483"/>
              <a:gd name="connsiteX0-127" fmla="*/ 1320314 w 14511121"/>
              <a:gd name="connsiteY0-128" fmla="*/ 0 h 803483"/>
              <a:gd name="connsiteX1-129" fmla="*/ 13512314 w 14511121"/>
              <a:gd name="connsiteY1-130" fmla="*/ 0 h 803483"/>
              <a:gd name="connsiteX2-131" fmla="*/ 13512314 w 14511121"/>
              <a:gd name="connsiteY2-132" fmla="*/ 792480 h 803483"/>
              <a:gd name="connsiteX3-133" fmla="*/ 11155194 w 14511121"/>
              <a:gd name="connsiteY3-134" fmla="*/ 457200 h 803483"/>
              <a:gd name="connsiteX4-135" fmla="*/ 10200154 w 14511121"/>
              <a:gd name="connsiteY4-136" fmla="*/ 375920 h 803483"/>
              <a:gd name="connsiteX5-137" fmla="*/ 1330474 w 14511121"/>
              <a:gd name="connsiteY5-138" fmla="*/ 345440 h 803483"/>
              <a:gd name="connsiteX6-139" fmla="*/ 1320314 w 14511121"/>
              <a:gd name="connsiteY6-140" fmla="*/ 0 h 803483"/>
              <a:gd name="connsiteX0-141" fmla="*/ 1320314 w 13686915"/>
              <a:gd name="connsiteY0-142" fmla="*/ 0 h 803483"/>
              <a:gd name="connsiteX1-143" fmla="*/ 13512314 w 13686915"/>
              <a:gd name="connsiteY1-144" fmla="*/ 0 h 803483"/>
              <a:gd name="connsiteX2-145" fmla="*/ 13512314 w 13686915"/>
              <a:gd name="connsiteY2-146" fmla="*/ 792480 h 803483"/>
              <a:gd name="connsiteX3-147" fmla="*/ 11155194 w 13686915"/>
              <a:gd name="connsiteY3-148" fmla="*/ 457200 h 803483"/>
              <a:gd name="connsiteX4-149" fmla="*/ 10200154 w 13686915"/>
              <a:gd name="connsiteY4-150" fmla="*/ 375920 h 803483"/>
              <a:gd name="connsiteX5-151" fmla="*/ 1330474 w 13686915"/>
              <a:gd name="connsiteY5-152" fmla="*/ 345440 h 803483"/>
              <a:gd name="connsiteX6-153" fmla="*/ 1320314 w 13686915"/>
              <a:gd name="connsiteY6-154" fmla="*/ 0 h 803483"/>
              <a:gd name="connsiteX0-155" fmla="*/ 1320314 w 13512314"/>
              <a:gd name="connsiteY0-156" fmla="*/ 0 h 803483"/>
              <a:gd name="connsiteX1-157" fmla="*/ 13512314 w 13512314"/>
              <a:gd name="connsiteY1-158" fmla="*/ 0 h 803483"/>
              <a:gd name="connsiteX2-159" fmla="*/ 13512314 w 13512314"/>
              <a:gd name="connsiteY2-160" fmla="*/ 792480 h 803483"/>
              <a:gd name="connsiteX3-161" fmla="*/ 11155194 w 13512314"/>
              <a:gd name="connsiteY3-162" fmla="*/ 457200 h 803483"/>
              <a:gd name="connsiteX4-163" fmla="*/ 10200154 w 13512314"/>
              <a:gd name="connsiteY4-164" fmla="*/ 375920 h 803483"/>
              <a:gd name="connsiteX5-165" fmla="*/ 1330474 w 13512314"/>
              <a:gd name="connsiteY5-166" fmla="*/ 345440 h 803483"/>
              <a:gd name="connsiteX6-167" fmla="*/ 1320314 w 13512314"/>
              <a:gd name="connsiteY6-168" fmla="*/ 0 h 803483"/>
              <a:gd name="connsiteX0-169" fmla="*/ 1320314 w 13512314"/>
              <a:gd name="connsiteY0-170" fmla="*/ 0 h 847119"/>
              <a:gd name="connsiteX1-171" fmla="*/ 13512314 w 13512314"/>
              <a:gd name="connsiteY1-172" fmla="*/ 0 h 847119"/>
              <a:gd name="connsiteX2-173" fmla="*/ 13512314 w 13512314"/>
              <a:gd name="connsiteY2-174" fmla="*/ 792480 h 847119"/>
              <a:gd name="connsiteX3-175" fmla="*/ 11368554 w 13512314"/>
              <a:gd name="connsiteY3-176" fmla="*/ 792480 h 847119"/>
              <a:gd name="connsiteX4-177" fmla="*/ 10200154 w 13512314"/>
              <a:gd name="connsiteY4-178" fmla="*/ 375920 h 847119"/>
              <a:gd name="connsiteX5-179" fmla="*/ 1330474 w 13512314"/>
              <a:gd name="connsiteY5-180" fmla="*/ 345440 h 847119"/>
              <a:gd name="connsiteX6-181" fmla="*/ 1320314 w 13512314"/>
              <a:gd name="connsiteY6-182" fmla="*/ 0 h 847119"/>
              <a:gd name="connsiteX0-183" fmla="*/ 1320314 w 13512314"/>
              <a:gd name="connsiteY0-184" fmla="*/ 0 h 869791"/>
              <a:gd name="connsiteX1-185" fmla="*/ 13512314 w 13512314"/>
              <a:gd name="connsiteY1-186" fmla="*/ 0 h 869791"/>
              <a:gd name="connsiteX2-187" fmla="*/ 13512314 w 13512314"/>
              <a:gd name="connsiteY2-188" fmla="*/ 792480 h 869791"/>
              <a:gd name="connsiteX3-189" fmla="*/ 11368554 w 13512314"/>
              <a:gd name="connsiteY3-190" fmla="*/ 792480 h 869791"/>
              <a:gd name="connsiteX4-191" fmla="*/ 10200154 w 13512314"/>
              <a:gd name="connsiteY4-192" fmla="*/ 375920 h 869791"/>
              <a:gd name="connsiteX5-193" fmla="*/ 1330474 w 13512314"/>
              <a:gd name="connsiteY5-194" fmla="*/ 345440 h 869791"/>
              <a:gd name="connsiteX6-195" fmla="*/ 1320314 w 13512314"/>
              <a:gd name="connsiteY6-196" fmla="*/ 0 h 869791"/>
              <a:gd name="connsiteX0-197" fmla="*/ 1320314 w 13512314"/>
              <a:gd name="connsiteY0-198" fmla="*/ 0 h 851182"/>
              <a:gd name="connsiteX1-199" fmla="*/ 13512314 w 13512314"/>
              <a:gd name="connsiteY1-200" fmla="*/ 0 h 851182"/>
              <a:gd name="connsiteX2-201" fmla="*/ 13512314 w 13512314"/>
              <a:gd name="connsiteY2-202" fmla="*/ 792480 h 851182"/>
              <a:gd name="connsiteX3-203" fmla="*/ 11368554 w 13512314"/>
              <a:gd name="connsiteY3-204" fmla="*/ 792480 h 851182"/>
              <a:gd name="connsiteX4-205" fmla="*/ 10200154 w 13512314"/>
              <a:gd name="connsiteY4-206" fmla="*/ 375920 h 851182"/>
              <a:gd name="connsiteX5-207" fmla="*/ 1330474 w 13512314"/>
              <a:gd name="connsiteY5-208" fmla="*/ 345440 h 851182"/>
              <a:gd name="connsiteX6-209" fmla="*/ 1320314 w 13512314"/>
              <a:gd name="connsiteY6-210" fmla="*/ 0 h 851182"/>
              <a:gd name="connsiteX0-211" fmla="*/ 1320314 w 13512314"/>
              <a:gd name="connsiteY0-212" fmla="*/ 0 h 806026"/>
              <a:gd name="connsiteX1-213" fmla="*/ 13512314 w 13512314"/>
              <a:gd name="connsiteY1-214" fmla="*/ 0 h 806026"/>
              <a:gd name="connsiteX2-215" fmla="*/ 13512314 w 13512314"/>
              <a:gd name="connsiteY2-216" fmla="*/ 792480 h 806026"/>
              <a:gd name="connsiteX3-217" fmla="*/ 11368554 w 13512314"/>
              <a:gd name="connsiteY3-218" fmla="*/ 792480 h 806026"/>
              <a:gd name="connsiteX4-219" fmla="*/ 10200154 w 13512314"/>
              <a:gd name="connsiteY4-220" fmla="*/ 375920 h 806026"/>
              <a:gd name="connsiteX5-221" fmla="*/ 1330474 w 13512314"/>
              <a:gd name="connsiteY5-222" fmla="*/ 345440 h 806026"/>
              <a:gd name="connsiteX6-223" fmla="*/ 1320314 w 13512314"/>
              <a:gd name="connsiteY6-224" fmla="*/ 0 h 806026"/>
              <a:gd name="connsiteX0-225" fmla="*/ 1320314 w 13512314"/>
              <a:gd name="connsiteY0-226" fmla="*/ 0 h 806026"/>
              <a:gd name="connsiteX1-227" fmla="*/ 13512314 w 13512314"/>
              <a:gd name="connsiteY1-228" fmla="*/ 0 h 806026"/>
              <a:gd name="connsiteX2-229" fmla="*/ 13512314 w 13512314"/>
              <a:gd name="connsiteY2-230" fmla="*/ 792480 h 806026"/>
              <a:gd name="connsiteX3-231" fmla="*/ 11368554 w 13512314"/>
              <a:gd name="connsiteY3-232" fmla="*/ 792480 h 806026"/>
              <a:gd name="connsiteX4-233" fmla="*/ 10200154 w 13512314"/>
              <a:gd name="connsiteY4-234" fmla="*/ 375920 h 806026"/>
              <a:gd name="connsiteX5-235" fmla="*/ 1330474 w 13512314"/>
              <a:gd name="connsiteY5-236" fmla="*/ 345440 h 806026"/>
              <a:gd name="connsiteX6-237" fmla="*/ 1320314 w 13512314"/>
              <a:gd name="connsiteY6-238" fmla="*/ 0 h 806026"/>
              <a:gd name="connsiteX0-239" fmla="*/ 1320314 w 13512314"/>
              <a:gd name="connsiteY0-240" fmla="*/ 0 h 806026"/>
              <a:gd name="connsiteX1-241" fmla="*/ 13512314 w 13512314"/>
              <a:gd name="connsiteY1-242" fmla="*/ 0 h 806026"/>
              <a:gd name="connsiteX2-243" fmla="*/ 13512314 w 13512314"/>
              <a:gd name="connsiteY2-244" fmla="*/ 792480 h 806026"/>
              <a:gd name="connsiteX3-245" fmla="*/ 11368554 w 13512314"/>
              <a:gd name="connsiteY3-246" fmla="*/ 792480 h 806026"/>
              <a:gd name="connsiteX4-247" fmla="*/ 10200154 w 13512314"/>
              <a:gd name="connsiteY4-248" fmla="*/ 375920 h 806026"/>
              <a:gd name="connsiteX5-249" fmla="*/ 1330474 w 13512314"/>
              <a:gd name="connsiteY5-250" fmla="*/ 345440 h 806026"/>
              <a:gd name="connsiteX6-251" fmla="*/ 1320314 w 13512314"/>
              <a:gd name="connsiteY6-252" fmla="*/ 0 h 806026"/>
              <a:gd name="connsiteX0-253" fmla="*/ 1320314 w 13512314"/>
              <a:gd name="connsiteY0-254" fmla="*/ 0 h 806026"/>
              <a:gd name="connsiteX1-255" fmla="*/ 13512314 w 13512314"/>
              <a:gd name="connsiteY1-256" fmla="*/ 0 h 806026"/>
              <a:gd name="connsiteX2-257" fmla="*/ 13512314 w 13512314"/>
              <a:gd name="connsiteY2-258" fmla="*/ 792480 h 806026"/>
              <a:gd name="connsiteX3-259" fmla="*/ 11368554 w 13512314"/>
              <a:gd name="connsiteY3-260" fmla="*/ 792480 h 806026"/>
              <a:gd name="connsiteX4-261" fmla="*/ 10200154 w 13512314"/>
              <a:gd name="connsiteY4-262" fmla="*/ 375920 h 806026"/>
              <a:gd name="connsiteX5-263" fmla="*/ 1330474 w 13512314"/>
              <a:gd name="connsiteY5-264" fmla="*/ 345440 h 806026"/>
              <a:gd name="connsiteX6-265" fmla="*/ 1320314 w 13512314"/>
              <a:gd name="connsiteY6-266" fmla="*/ 0 h 806026"/>
              <a:gd name="connsiteX0-267" fmla="*/ 1320314 w 13512314"/>
              <a:gd name="connsiteY0-268" fmla="*/ 0 h 806026"/>
              <a:gd name="connsiteX1-269" fmla="*/ 13512314 w 13512314"/>
              <a:gd name="connsiteY1-270" fmla="*/ 0 h 806026"/>
              <a:gd name="connsiteX2-271" fmla="*/ 13512314 w 13512314"/>
              <a:gd name="connsiteY2-272" fmla="*/ 792480 h 806026"/>
              <a:gd name="connsiteX3-273" fmla="*/ 11368554 w 13512314"/>
              <a:gd name="connsiteY3-274" fmla="*/ 792480 h 806026"/>
              <a:gd name="connsiteX4-275" fmla="*/ 10200154 w 13512314"/>
              <a:gd name="connsiteY4-276" fmla="*/ 375920 h 806026"/>
              <a:gd name="connsiteX5-277" fmla="*/ 1330474 w 13512314"/>
              <a:gd name="connsiteY5-278" fmla="*/ 345440 h 806026"/>
              <a:gd name="connsiteX6-279" fmla="*/ 1320314 w 13512314"/>
              <a:gd name="connsiteY6-280" fmla="*/ 0 h 806026"/>
              <a:gd name="connsiteX0-281" fmla="*/ 1320314 w 13512314"/>
              <a:gd name="connsiteY0-282" fmla="*/ 0 h 806026"/>
              <a:gd name="connsiteX1-283" fmla="*/ 13512314 w 13512314"/>
              <a:gd name="connsiteY1-284" fmla="*/ 0 h 806026"/>
              <a:gd name="connsiteX2-285" fmla="*/ 13512314 w 13512314"/>
              <a:gd name="connsiteY2-286" fmla="*/ 792480 h 806026"/>
              <a:gd name="connsiteX3-287" fmla="*/ 11368554 w 13512314"/>
              <a:gd name="connsiteY3-288" fmla="*/ 792480 h 806026"/>
              <a:gd name="connsiteX4-289" fmla="*/ 10200154 w 13512314"/>
              <a:gd name="connsiteY4-290" fmla="*/ 375920 h 806026"/>
              <a:gd name="connsiteX5-291" fmla="*/ 1330474 w 13512314"/>
              <a:gd name="connsiteY5-292" fmla="*/ 345440 h 806026"/>
              <a:gd name="connsiteX6-293" fmla="*/ 1320314 w 13512314"/>
              <a:gd name="connsiteY6-294" fmla="*/ 0 h 806026"/>
              <a:gd name="connsiteX0-295" fmla="*/ 1320314 w 13512314"/>
              <a:gd name="connsiteY0-296" fmla="*/ 0 h 806026"/>
              <a:gd name="connsiteX1-297" fmla="*/ 13512314 w 13512314"/>
              <a:gd name="connsiteY1-298" fmla="*/ 0 h 806026"/>
              <a:gd name="connsiteX2-299" fmla="*/ 13512314 w 13512314"/>
              <a:gd name="connsiteY2-300" fmla="*/ 792480 h 806026"/>
              <a:gd name="connsiteX3-301" fmla="*/ 11368554 w 13512314"/>
              <a:gd name="connsiteY3-302" fmla="*/ 792480 h 806026"/>
              <a:gd name="connsiteX4-303" fmla="*/ 10200154 w 13512314"/>
              <a:gd name="connsiteY4-304" fmla="*/ 375920 h 806026"/>
              <a:gd name="connsiteX5-305" fmla="*/ 1330474 w 13512314"/>
              <a:gd name="connsiteY5-306" fmla="*/ 345440 h 806026"/>
              <a:gd name="connsiteX6-307" fmla="*/ 1320314 w 13512314"/>
              <a:gd name="connsiteY6-308" fmla="*/ 0 h 806026"/>
              <a:gd name="connsiteX0-309" fmla="*/ 649073 w 12841073"/>
              <a:gd name="connsiteY0-310" fmla="*/ 59 h 806085"/>
              <a:gd name="connsiteX1-311" fmla="*/ 12841073 w 12841073"/>
              <a:gd name="connsiteY1-312" fmla="*/ 59 h 806085"/>
              <a:gd name="connsiteX2-313" fmla="*/ 12841073 w 12841073"/>
              <a:gd name="connsiteY2-314" fmla="*/ 792539 h 806085"/>
              <a:gd name="connsiteX3-315" fmla="*/ 10697313 w 12841073"/>
              <a:gd name="connsiteY3-316" fmla="*/ 792539 h 806085"/>
              <a:gd name="connsiteX4-317" fmla="*/ 9528913 w 12841073"/>
              <a:gd name="connsiteY4-318" fmla="*/ 375979 h 806085"/>
              <a:gd name="connsiteX5-319" fmla="*/ 659233 w 12841073"/>
              <a:gd name="connsiteY5-320" fmla="*/ 345499 h 806085"/>
              <a:gd name="connsiteX6-321" fmla="*/ 649073 w 12841073"/>
              <a:gd name="connsiteY6-322" fmla="*/ 59 h 806085"/>
              <a:gd name="connsiteX0-323" fmla="*/ 0 w 12192000"/>
              <a:gd name="connsiteY0-324" fmla="*/ 59 h 806085"/>
              <a:gd name="connsiteX1-325" fmla="*/ 12192000 w 12192000"/>
              <a:gd name="connsiteY1-326" fmla="*/ 59 h 806085"/>
              <a:gd name="connsiteX2-327" fmla="*/ 12192000 w 12192000"/>
              <a:gd name="connsiteY2-328" fmla="*/ 792539 h 806085"/>
              <a:gd name="connsiteX3-329" fmla="*/ 10048240 w 12192000"/>
              <a:gd name="connsiteY3-330" fmla="*/ 792539 h 806085"/>
              <a:gd name="connsiteX4-331" fmla="*/ 8879840 w 12192000"/>
              <a:gd name="connsiteY4-332" fmla="*/ 375979 h 806085"/>
              <a:gd name="connsiteX5-333" fmla="*/ 10160 w 12192000"/>
              <a:gd name="connsiteY5-334" fmla="*/ 345499 h 806085"/>
              <a:gd name="connsiteX6-335" fmla="*/ 0 w 12192000"/>
              <a:gd name="connsiteY6-336" fmla="*/ 59 h 806085"/>
              <a:gd name="connsiteX0-337" fmla="*/ 0 w 12196549"/>
              <a:gd name="connsiteY0-338" fmla="*/ 59 h 806085"/>
              <a:gd name="connsiteX1-339" fmla="*/ 12196549 w 12196549"/>
              <a:gd name="connsiteY1-340" fmla="*/ 59 h 806085"/>
              <a:gd name="connsiteX2-341" fmla="*/ 12196549 w 12196549"/>
              <a:gd name="connsiteY2-342" fmla="*/ 792539 h 806085"/>
              <a:gd name="connsiteX3-343" fmla="*/ 10052789 w 12196549"/>
              <a:gd name="connsiteY3-344" fmla="*/ 792539 h 806085"/>
              <a:gd name="connsiteX4-345" fmla="*/ 8884389 w 12196549"/>
              <a:gd name="connsiteY4-346" fmla="*/ 375979 h 806085"/>
              <a:gd name="connsiteX5-347" fmla="*/ 14709 w 12196549"/>
              <a:gd name="connsiteY5-348" fmla="*/ 345499 h 806085"/>
              <a:gd name="connsiteX6-349" fmla="*/ 0 w 12196549"/>
              <a:gd name="connsiteY6-350" fmla="*/ 59 h 806085"/>
              <a:gd name="connsiteX0-351" fmla="*/ 0 w 12196549"/>
              <a:gd name="connsiteY0-352" fmla="*/ 58 h 806084"/>
              <a:gd name="connsiteX1-353" fmla="*/ 12196549 w 12196549"/>
              <a:gd name="connsiteY1-354" fmla="*/ 58 h 806084"/>
              <a:gd name="connsiteX2-355" fmla="*/ 12196549 w 12196549"/>
              <a:gd name="connsiteY2-356" fmla="*/ 792538 h 806084"/>
              <a:gd name="connsiteX3-357" fmla="*/ 10052789 w 12196549"/>
              <a:gd name="connsiteY3-358" fmla="*/ 792538 h 806084"/>
              <a:gd name="connsiteX4-359" fmla="*/ 8884389 w 12196549"/>
              <a:gd name="connsiteY4-360" fmla="*/ 375978 h 806084"/>
              <a:gd name="connsiteX5-361" fmla="*/ 3512 w 12196549"/>
              <a:gd name="connsiteY5-362" fmla="*/ 352962 h 806084"/>
              <a:gd name="connsiteX6-363" fmla="*/ 0 w 12196549"/>
              <a:gd name="connsiteY6-364" fmla="*/ 58 h 806084"/>
              <a:gd name="connsiteX0-365" fmla="*/ 0 w 12200281"/>
              <a:gd name="connsiteY0-366" fmla="*/ 3733 h 806026"/>
              <a:gd name="connsiteX1-367" fmla="*/ 12200281 w 12200281"/>
              <a:gd name="connsiteY1-368" fmla="*/ 0 h 806026"/>
              <a:gd name="connsiteX2-369" fmla="*/ 12200281 w 12200281"/>
              <a:gd name="connsiteY2-370" fmla="*/ 792480 h 806026"/>
              <a:gd name="connsiteX3-371" fmla="*/ 10056521 w 12200281"/>
              <a:gd name="connsiteY3-372" fmla="*/ 792480 h 806026"/>
              <a:gd name="connsiteX4-373" fmla="*/ 8888121 w 12200281"/>
              <a:gd name="connsiteY4-374" fmla="*/ 375920 h 806026"/>
              <a:gd name="connsiteX5-375" fmla="*/ 7244 w 12200281"/>
              <a:gd name="connsiteY5-376" fmla="*/ 352904 h 806026"/>
              <a:gd name="connsiteX6-377" fmla="*/ 0 w 12200281"/>
              <a:gd name="connsiteY6-378" fmla="*/ 3733 h 806026"/>
              <a:gd name="connsiteX0-379" fmla="*/ 0 w 12200281"/>
              <a:gd name="connsiteY0-380" fmla="*/ 3733 h 795992"/>
              <a:gd name="connsiteX1-381" fmla="*/ 12200281 w 12200281"/>
              <a:gd name="connsiteY1-382" fmla="*/ 0 h 795992"/>
              <a:gd name="connsiteX2-383" fmla="*/ 12200281 w 12200281"/>
              <a:gd name="connsiteY2-384" fmla="*/ 792480 h 795992"/>
              <a:gd name="connsiteX3-385" fmla="*/ 10056521 w 12200281"/>
              <a:gd name="connsiteY3-386" fmla="*/ 792480 h 795992"/>
              <a:gd name="connsiteX4-387" fmla="*/ 8888121 w 12200281"/>
              <a:gd name="connsiteY4-388" fmla="*/ 375920 h 795992"/>
              <a:gd name="connsiteX5-389" fmla="*/ 7244 w 12200281"/>
              <a:gd name="connsiteY5-390" fmla="*/ 352904 h 795992"/>
              <a:gd name="connsiteX6-391" fmla="*/ 0 w 12200281"/>
              <a:gd name="connsiteY6-392" fmla="*/ 3733 h 795992"/>
              <a:gd name="connsiteX0-393" fmla="*/ 0 w 12202789"/>
              <a:gd name="connsiteY0-394" fmla="*/ 3733 h 795992"/>
              <a:gd name="connsiteX1-395" fmla="*/ 12200281 w 12202789"/>
              <a:gd name="connsiteY1-396" fmla="*/ 0 h 795992"/>
              <a:gd name="connsiteX2-397" fmla="*/ 12200281 w 12202789"/>
              <a:gd name="connsiteY2-398" fmla="*/ 792480 h 795992"/>
              <a:gd name="connsiteX3-399" fmla="*/ 10056521 w 12202789"/>
              <a:gd name="connsiteY3-400" fmla="*/ 792480 h 795992"/>
              <a:gd name="connsiteX4-401" fmla="*/ 8888121 w 12202789"/>
              <a:gd name="connsiteY4-402" fmla="*/ 375920 h 795992"/>
              <a:gd name="connsiteX5-403" fmla="*/ 7244 w 12202789"/>
              <a:gd name="connsiteY5-404" fmla="*/ 352904 h 795992"/>
              <a:gd name="connsiteX6-405" fmla="*/ 0 w 12202789"/>
              <a:gd name="connsiteY6-406" fmla="*/ 3733 h 795992"/>
              <a:gd name="connsiteX0-407" fmla="*/ 0 w 12202789"/>
              <a:gd name="connsiteY0-408" fmla="*/ 3733 h 795992"/>
              <a:gd name="connsiteX1-409" fmla="*/ 12200281 w 12202789"/>
              <a:gd name="connsiteY1-410" fmla="*/ 0 h 795992"/>
              <a:gd name="connsiteX2-411" fmla="*/ 12200281 w 12202789"/>
              <a:gd name="connsiteY2-412" fmla="*/ 792480 h 795992"/>
              <a:gd name="connsiteX3-413" fmla="*/ 10056521 w 12202789"/>
              <a:gd name="connsiteY3-414" fmla="*/ 792480 h 795992"/>
              <a:gd name="connsiteX4-415" fmla="*/ 8888121 w 12202789"/>
              <a:gd name="connsiteY4-416" fmla="*/ 375920 h 795992"/>
              <a:gd name="connsiteX5-417" fmla="*/ 7244 w 12202789"/>
              <a:gd name="connsiteY5-418" fmla="*/ 352904 h 795992"/>
              <a:gd name="connsiteX6-419" fmla="*/ 0 w 12202789"/>
              <a:gd name="connsiteY6-420" fmla="*/ 3733 h 7959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  <a:cxn ang="0">
                <a:pos x="connsiteX6-97" y="connsiteY6-98"/>
              </a:cxn>
            </a:cxnLst>
            <a:rect l="l" t="t" r="r" b="b"/>
            <a:pathLst>
              <a:path w="12202789" h="795992">
                <a:moveTo>
                  <a:pt x="0" y="3733"/>
                </a:moveTo>
                <a:cubicBezTo>
                  <a:pt x="843" y="9005"/>
                  <a:pt x="8133521" y="1244"/>
                  <a:pt x="12200281" y="0"/>
                </a:cubicBezTo>
                <a:cubicBezTo>
                  <a:pt x="12200281" y="264160"/>
                  <a:pt x="12205925" y="195298"/>
                  <a:pt x="12200281" y="792480"/>
                </a:cubicBezTo>
                <a:cubicBezTo>
                  <a:pt x="12197459" y="800382"/>
                  <a:pt x="11128401" y="792480"/>
                  <a:pt x="10056521" y="792480"/>
                </a:cubicBezTo>
                <a:cubicBezTo>
                  <a:pt x="9504494" y="723053"/>
                  <a:pt x="9560470" y="364162"/>
                  <a:pt x="8888121" y="375920"/>
                </a:cubicBezTo>
                <a:cubicBezTo>
                  <a:pt x="8848376" y="358923"/>
                  <a:pt x="2963804" y="363064"/>
                  <a:pt x="7244" y="352904"/>
                </a:cubicBezTo>
                <a:cubicBezTo>
                  <a:pt x="-1234" y="347814"/>
                  <a:pt x="7897" y="-1515"/>
                  <a:pt x="0" y="3733"/>
                </a:cubicBezTo>
                <a:close/>
              </a:path>
            </a:pathLst>
          </a:custGeom>
          <a:solidFill>
            <a:srgbClr val="4256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-14605" y="6693535"/>
            <a:ext cx="12218035" cy="173990"/>
          </a:xfrm>
          <a:prstGeom prst="rect">
            <a:avLst/>
          </a:prstGeom>
          <a:solidFill>
            <a:srgbClr val="42563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04800" y="565785"/>
            <a:ext cx="1505585" cy="549275"/>
          </a:xfrm>
          <a:prstGeom prst="roundRect">
            <a:avLst/>
          </a:prstGeom>
          <a:noFill/>
          <a:ln w="12700" cap="flat" cmpd="sng" algn="ctr">
            <a:solidFill>
              <a:srgbClr val="42563E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algn="ctr"/>
            <a:r>
              <a:rPr lang="zh-CN" altLang="en-US" sz="2400">
                <a:solidFill>
                  <a:srgbClr val="42563E"/>
                </a:solidFill>
                <a:latin typeface="思源黑体 CN" charset="0"/>
                <a:ea typeface="思源黑体 CN" charset="0"/>
              </a:rPr>
              <a:t>课堂小结</a:t>
            </a:r>
          </a:p>
        </p:txBody>
      </p:sp>
      <p:pic>
        <p:nvPicPr>
          <p:cNvPr id="4" name="C9F754DE-2CAD-44b6-B708-469DEB6407EB-1" descr="C:/Users/86131/AppData/Local/Temp/wpp.pbkWjewpp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4117" b="5584"/>
          <a:stretch>
            <a:fillRect/>
          </a:stretch>
        </p:blipFill>
        <p:spPr>
          <a:xfrm>
            <a:off x="767080" y="548640"/>
            <a:ext cx="10259695" cy="606996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2"/>
          <p:cNvSpPr/>
          <p:nvPr>
            <p:custDataLst>
              <p:tags r:id="rId1"/>
            </p:custDataLst>
          </p:nvPr>
        </p:nvSpPr>
        <p:spPr>
          <a:xfrm>
            <a:off x="-15240" y="-71755"/>
            <a:ext cx="12218035" cy="702310"/>
          </a:xfrm>
          <a:custGeom>
            <a:avLst/>
            <a:gdLst>
              <a:gd name="connsiteX0" fmla="*/ 0 w 12192000"/>
              <a:gd name="connsiteY0" fmla="*/ 0 h 792480"/>
              <a:gd name="connsiteX1" fmla="*/ 12192000 w 12192000"/>
              <a:gd name="connsiteY1" fmla="*/ 0 h 792480"/>
              <a:gd name="connsiteX2" fmla="*/ 12192000 w 12192000"/>
              <a:gd name="connsiteY2" fmla="*/ 792480 h 792480"/>
              <a:gd name="connsiteX3" fmla="*/ 0 w 12192000"/>
              <a:gd name="connsiteY3" fmla="*/ 792480 h 792480"/>
              <a:gd name="connsiteX4" fmla="*/ 0 w 12192000"/>
              <a:gd name="connsiteY4" fmla="*/ 0 h 792480"/>
              <a:gd name="connsiteX0-1" fmla="*/ 0 w 12192000"/>
              <a:gd name="connsiteY0-2" fmla="*/ 0 h 792480"/>
              <a:gd name="connsiteX1-3" fmla="*/ 12192000 w 12192000"/>
              <a:gd name="connsiteY1-4" fmla="*/ 0 h 792480"/>
              <a:gd name="connsiteX2-5" fmla="*/ 12192000 w 12192000"/>
              <a:gd name="connsiteY2-6" fmla="*/ 792480 h 792480"/>
              <a:gd name="connsiteX3-7" fmla="*/ 10160 w 12192000"/>
              <a:gd name="connsiteY3-8" fmla="*/ 345440 h 792480"/>
              <a:gd name="connsiteX4-9" fmla="*/ 0 w 12192000"/>
              <a:gd name="connsiteY4-10" fmla="*/ 0 h 792480"/>
              <a:gd name="connsiteX0-11" fmla="*/ 0 w 12192000"/>
              <a:gd name="connsiteY0-12" fmla="*/ 0 h 792480"/>
              <a:gd name="connsiteX1-13" fmla="*/ 12192000 w 12192000"/>
              <a:gd name="connsiteY1-14" fmla="*/ 0 h 792480"/>
              <a:gd name="connsiteX2-15" fmla="*/ 12192000 w 12192000"/>
              <a:gd name="connsiteY2-16" fmla="*/ 792480 h 792480"/>
              <a:gd name="connsiteX3-17" fmla="*/ 10160 w 12192000"/>
              <a:gd name="connsiteY3-18" fmla="*/ 345440 h 792480"/>
              <a:gd name="connsiteX4-19" fmla="*/ 0 w 12192000"/>
              <a:gd name="connsiteY4-20" fmla="*/ 0 h 792480"/>
              <a:gd name="connsiteX0-21" fmla="*/ 0 w 12192000"/>
              <a:gd name="connsiteY0-22" fmla="*/ 0 h 914446"/>
              <a:gd name="connsiteX1-23" fmla="*/ 12192000 w 12192000"/>
              <a:gd name="connsiteY1-24" fmla="*/ 0 h 914446"/>
              <a:gd name="connsiteX2-25" fmla="*/ 12192000 w 12192000"/>
              <a:gd name="connsiteY2-26" fmla="*/ 792480 h 914446"/>
              <a:gd name="connsiteX3-27" fmla="*/ 10160 w 12192000"/>
              <a:gd name="connsiteY3-28" fmla="*/ 345440 h 914446"/>
              <a:gd name="connsiteX4-29" fmla="*/ 0 w 12192000"/>
              <a:gd name="connsiteY4-30" fmla="*/ 0 h 914446"/>
              <a:gd name="connsiteX0-31" fmla="*/ 0 w 12192000"/>
              <a:gd name="connsiteY0-32" fmla="*/ 0 h 855886"/>
              <a:gd name="connsiteX1-33" fmla="*/ 12192000 w 12192000"/>
              <a:gd name="connsiteY1-34" fmla="*/ 0 h 855886"/>
              <a:gd name="connsiteX2-35" fmla="*/ 12192000 w 12192000"/>
              <a:gd name="connsiteY2-36" fmla="*/ 792480 h 855886"/>
              <a:gd name="connsiteX3-37" fmla="*/ 10160 w 12192000"/>
              <a:gd name="connsiteY3-38" fmla="*/ 345440 h 855886"/>
              <a:gd name="connsiteX4-39" fmla="*/ 0 w 12192000"/>
              <a:gd name="connsiteY4-40" fmla="*/ 0 h 855886"/>
              <a:gd name="connsiteX0-41" fmla="*/ 0 w 12192000"/>
              <a:gd name="connsiteY0-42" fmla="*/ 0 h 792508"/>
              <a:gd name="connsiteX1-43" fmla="*/ 12192000 w 12192000"/>
              <a:gd name="connsiteY1-44" fmla="*/ 0 h 792508"/>
              <a:gd name="connsiteX2-45" fmla="*/ 12192000 w 12192000"/>
              <a:gd name="connsiteY2-46" fmla="*/ 792480 h 792508"/>
              <a:gd name="connsiteX3-47" fmla="*/ 10160 w 12192000"/>
              <a:gd name="connsiteY3-48" fmla="*/ 345440 h 792508"/>
              <a:gd name="connsiteX4-49" fmla="*/ 0 w 12192000"/>
              <a:gd name="connsiteY4-50" fmla="*/ 0 h 792508"/>
              <a:gd name="connsiteX0-51" fmla="*/ 0 w 12192000"/>
              <a:gd name="connsiteY0-52" fmla="*/ 0 h 833387"/>
              <a:gd name="connsiteX1-53" fmla="*/ 12192000 w 12192000"/>
              <a:gd name="connsiteY1-54" fmla="*/ 0 h 833387"/>
              <a:gd name="connsiteX2-55" fmla="*/ 12192000 w 12192000"/>
              <a:gd name="connsiteY2-56" fmla="*/ 792480 h 833387"/>
              <a:gd name="connsiteX3-57" fmla="*/ 9215120 w 12192000"/>
              <a:gd name="connsiteY3-58" fmla="*/ 680720 h 833387"/>
              <a:gd name="connsiteX4-59" fmla="*/ 10160 w 12192000"/>
              <a:gd name="connsiteY4-60" fmla="*/ 345440 h 833387"/>
              <a:gd name="connsiteX5" fmla="*/ 0 w 12192000"/>
              <a:gd name="connsiteY5" fmla="*/ 0 h 833387"/>
              <a:gd name="connsiteX0-61" fmla="*/ 0 w 12192000"/>
              <a:gd name="connsiteY0-62" fmla="*/ 0 h 810530"/>
              <a:gd name="connsiteX1-63" fmla="*/ 12192000 w 12192000"/>
              <a:gd name="connsiteY1-64" fmla="*/ 0 h 810530"/>
              <a:gd name="connsiteX2-65" fmla="*/ 12192000 w 12192000"/>
              <a:gd name="connsiteY2-66" fmla="*/ 792480 h 810530"/>
              <a:gd name="connsiteX3-67" fmla="*/ 8879840 w 12192000"/>
              <a:gd name="connsiteY3-68" fmla="*/ 375920 h 810530"/>
              <a:gd name="connsiteX4-69" fmla="*/ 10160 w 12192000"/>
              <a:gd name="connsiteY4-70" fmla="*/ 345440 h 810530"/>
              <a:gd name="connsiteX5-71" fmla="*/ 0 w 12192000"/>
              <a:gd name="connsiteY5-72" fmla="*/ 0 h 810530"/>
              <a:gd name="connsiteX0-73" fmla="*/ 0 w 12192000"/>
              <a:gd name="connsiteY0-74" fmla="*/ 0 h 803483"/>
              <a:gd name="connsiteX1-75" fmla="*/ 12192000 w 12192000"/>
              <a:gd name="connsiteY1-76" fmla="*/ 0 h 803483"/>
              <a:gd name="connsiteX2-77" fmla="*/ 12192000 w 12192000"/>
              <a:gd name="connsiteY2-78" fmla="*/ 792480 h 803483"/>
              <a:gd name="connsiteX3-79" fmla="*/ 9834880 w 12192000"/>
              <a:gd name="connsiteY3-80" fmla="*/ 457200 h 803483"/>
              <a:gd name="connsiteX4-81" fmla="*/ 8879840 w 12192000"/>
              <a:gd name="connsiteY4-82" fmla="*/ 375920 h 803483"/>
              <a:gd name="connsiteX5-83" fmla="*/ 10160 w 12192000"/>
              <a:gd name="connsiteY5-84" fmla="*/ 345440 h 803483"/>
              <a:gd name="connsiteX6" fmla="*/ 0 w 12192000"/>
              <a:gd name="connsiteY6" fmla="*/ 0 h 803483"/>
              <a:gd name="connsiteX0-85" fmla="*/ 0 w 12192000"/>
              <a:gd name="connsiteY0-86" fmla="*/ 0 h 803483"/>
              <a:gd name="connsiteX1-87" fmla="*/ 12192000 w 12192000"/>
              <a:gd name="connsiteY1-88" fmla="*/ 0 h 803483"/>
              <a:gd name="connsiteX2-89" fmla="*/ 12192000 w 12192000"/>
              <a:gd name="connsiteY2-90" fmla="*/ 792480 h 803483"/>
              <a:gd name="connsiteX3-91" fmla="*/ 9834880 w 12192000"/>
              <a:gd name="connsiteY3-92" fmla="*/ 457200 h 803483"/>
              <a:gd name="connsiteX4-93" fmla="*/ 8879840 w 12192000"/>
              <a:gd name="connsiteY4-94" fmla="*/ 375920 h 803483"/>
              <a:gd name="connsiteX5-95" fmla="*/ 10160 w 12192000"/>
              <a:gd name="connsiteY5-96" fmla="*/ 345440 h 803483"/>
              <a:gd name="connsiteX6-97" fmla="*/ 0 w 12192000"/>
              <a:gd name="connsiteY6-98" fmla="*/ 0 h 803483"/>
              <a:gd name="connsiteX0-99" fmla="*/ 1320314 w 13512314"/>
              <a:gd name="connsiteY0-100" fmla="*/ 0 h 803483"/>
              <a:gd name="connsiteX1-101" fmla="*/ 13512314 w 13512314"/>
              <a:gd name="connsiteY1-102" fmla="*/ 0 h 803483"/>
              <a:gd name="connsiteX2-103" fmla="*/ 13512314 w 13512314"/>
              <a:gd name="connsiteY2-104" fmla="*/ 792480 h 803483"/>
              <a:gd name="connsiteX3-105" fmla="*/ 11155194 w 13512314"/>
              <a:gd name="connsiteY3-106" fmla="*/ 457200 h 803483"/>
              <a:gd name="connsiteX4-107" fmla="*/ 10200154 w 13512314"/>
              <a:gd name="connsiteY4-108" fmla="*/ 375920 h 803483"/>
              <a:gd name="connsiteX5-109" fmla="*/ 1330474 w 13512314"/>
              <a:gd name="connsiteY5-110" fmla="*/ 345440 h 803483"/>
              <a:gd name="connsiteX6-111" fmla="*/ 1320314 w 13512314"/>
              <a:gd name="connsiteY6-112" fmla="*/ 0 h 803483"/>
              <a:gd name="connsiteX0-113" fmla="*/ 1320314 w 14509230"/>
              <a:gd name="connsiteY0-114" fmla="*/ 0 h 803483"/>
              <a:gd name="connsiteX1-115" fmla="*/ 13512314 w 14509230"/>
              <a:gd name="connsiteY1-116" fmla="*/ 0 h 803483"/>
              <a:gd name="connsiteX2-117" fmla="*/ 13512314 w 14509230"/>
              <a:gd name="connsiteY2-118" fmla="*/ 792480 h 803483"/>
              <a:gd name="connsiteX3-119" fmla="*/ 11155194 w 14509230"/>
              <a:gd name="connsiteY3-120" fmla="*/ 457200 h 803483"/>
              <a:gd name="connsiteX4-121" fmla="*/ 10200154 w 14509230"/>
              <a:gd name="connsiteY4-122" fmla="*/ 375920 h 803483"/>
              <a:gd name="connsiteX5-123" fmla="*/ 1330474 w 14509230"/>
              <a:gd name="connsiteY5-124" fmla="*/ 345440 h 803483"/>
              <a:gd name="connsiteX6-125" fmla="*/ 1320314 w 14509230"/>
              <a:gd name="connsiteY6-126" fmla="*/ 0 h 803483"/>
              <a:gd name="connsiteX0-127" fmla="*/ 1320314 w 14511121"/>
              <a:gd name="connsiteY0-128" fmla="*/ 0 h 803483"/>
              <a:gd name="connsiteX1-129" fmla="*/ 13512314 w 14511121"/>
              <a:gd name="connsiteY1-130" fmla="*/ 0 h 803483"/>
              <a:gd name="connsiteX2-131" fmla="*/ 13512314 w 14511121"/>
              <a:gd name="connsiteY2-132" fmla="*/ 792480 h 803483"/>
              <a:gd name="connsiteX3-133" fmla="*/ 11155194 w 14511121"/>
              <a:gd name="connsiteY3-134" fmla="*/ 457200 h 803483"/>
              <a:gd name="connsiteX4-135" fmla="*/ 10200154 w 14511121"/>
              <a:gd name="connsiteY4-136" fmla="*/ 375920 h 803483"/>
              <a:gd name="connsiteX5-137" fmla="*/ 1330474 w 14511121"/>
              <a:gd name="connsiteY5-138" fmla="*/ 345440 h 803483"/>
              <a:gd name="connsiteX6-139" fmla="*/ 1320314 w 14511121"/>
              <a:gd name="connsiteY6-140" fmla="*/ 0 h 803483"/>
              <a:gd name="connsiteX0-141" fmla="*/ 1320314 w 13686915"/>
              <a:gd name="connsiteY0-142" fmla="*/ 0 h 803483"/>
              <a:gd name="connsiteX1-143" fmla="*/ 13512314 w 13686915"/>
              <a:gd name="connsiteY1-144" fmla="*/ 0 h 803483"/>
              <a:gd name="connsiteX2-145" fmla="*/ 13512314 w 13686915"/>
              <a:gd name="connsiteY2-146" fmla="*/ 792480 h 803483"/>
              <a:gd name="connsiteX3-147" fmla="*/ 11155194 w 13686915"/>
              <a:gd name="connsiteY3-148" fmla="*/ 457200 h 803483"/>
              <a:gd name="connsiteX4-149" fmla="*/ 10200154 w 13686915"/>
              <a:gd name="connsiteY4-150" fmla="*/ 375920 h 803483"/>
              <a:gd name="connsiteX5-151" fmla="*/ 1330474 w 13686915"/>
              <a:gd name="connsiteY5-152" fmla="*/ 345440 h 803483"/>
              <a:gd name="connsiteX6-153" fmla="*/ 1320314 w 13686915"/>
              <a:gd name="connsiteY6-154" fmla="*/ 0 h 803483"/>
              <a:gd name="connsiteX0-155" fmla="*/ 1320314 w 13512314"/>
              <a:gd name="connsiteY0-156" fmla="*/ 0 h 803483"/>
              <a:gd name="connsiteX1-157" fmla="*/ 13512314 w 13512314"/>
              <a:gd name="connsiteY1-158" fmla="*/ 0 h 803483"/>
              <a:gd name="connsiteX2-159" fmla="*/ 13512314 w 13512314"/>
              <a:gd name="connsiteY2-160" fmla="*/ 792480 h 803483"/>
              <a:gd name="connsiteX3-161" fmla="*/ 11155194 w 13512314"/>
              <a:gd name="connsiteY3-162" fmla="*/ 457200 h 803483"/>
              <a:gd name="connsiteX4-163" fmla="*/ 10200154 w 13512314"/>
              <a:gd name="connsiteY4-164" fmla="*/ 375920 h 803483"/>
              <a:gd name="connsiteX5-165" fmla="*/ 1330474 w 13512314"/>
              <a:gd name="connsiteY5-166" fmla="*/ 345440 h 803483"/>
              <a:gd name="connsiteX6-167" fmla="*/ 1320314 w 13512314"/>
              <a:gd name="connsiteY6-168" fmla="*/ 0 h 803483"/>
              <a:gd name="connsiteX0-169" fmla="*/ 1320314 w 13512314"/>
              <a:gd name="connsiteY0-170" fmla="*/ 0 h 847119"/>
              <a:gd name="connsiteX1-171" fmla="*/ 13512314 w 13512314"/>
              <a:gd name="connsiteY1-172" fmla="*/ 0 h 847119"/>
              <a:gd name="connsiteX2-173" fmla="*/ 13512314 w 13512314"/>
              <a:gd name="connsiteY2-174" fmla="*/ 792480 h 847119"/>
              <a:gd name="connsiteX3-175" fmla="*/ 11368554 w 13512314"/>
              <a:gd name="connsiteY3-176" fmla="*/ 792480 h 847119"/>
              <a:gd name="connsiteX4-177" fmla="*/ 10200154 w 13512314"/>
              <a:gd name="connsiteY4-178" fmla="*/ 375920 h 847119"/>
              <a:gd name="connsiteX5-179" fmla="*/ 1330474 w 13512314"/>
              <a:gd name="connsiteY5-180" fmla="*/ 345440 h 847119"/>
              <a:gd name="connsiteX6-181" fmla="*/ 1320314 w 13512314"/>
              <a:gd name="connsiteY6-182" fmla="*/ 0 h 847119"/>
              <a:gd name="connsiteX0-183" fmla="*/ 1320314 w 13512314"/>
              <a:gd name="connsiteY0-184" fmla="*/ 0 h 869791"/>
              <a:gd name="connsiteX1-185" fmla="*/ 13512314 w 13512314"/>
              <a:gd name="connsiteY1-186" fmla="*/ 0 h 869791"/>
              <a:gd name="connsiteX2-187" fmla="*/ 13512314 w 13512314"/>
              <a:gd name="connsiteY2-188" fmla="*/ 792480 h 869791"/>
              <a:gd name="connsiteX3-189" fmla="*/ 11368554 w 13512314"/>
              <a:gd name="connsiteY3-190" fmla="*/ 792480 h 869791"/>
              <a:gd name="connsiteX4-191" fmla="*/ 10200154 w 13512314"/>
              <a:gd name="connsiteY4-192" fmla="*/ 375920 h 869791"/>
              <a:gd name="connsiteX5-193" fmla="*/ 1330474 w 13512314"/>
              <a:gd name="connsiteY5-194" fmla="*/ 345440 h 869791"/>
              <a:gd name="connsiteX6-195" fmla="*/ 1320314 w 13512314"/>
              <a:gd name="connsiteY6-196" fmla="*/ 0 h 869791"/>
              <a:gd name="connsiteX0-197" fmla="*/ 1320314 w 13512314"/>
              <a:gd name="connsiteY0-198" fmla="*/ 0 h 851182"/>
              <a:gd name="connsiteX1-199" fmla="*/ 13512314 w 13512314"/>
              <a:gd name="connsiteY1-200" fmla="*/ 0 h 851182"/>
              <a:gd name="connsiteX2-201" fmla="*/ 13512314 w 13512314"/>
              <a:gd name="connsiteY2-202" fmla="*/ 792480 h 851182"/>
              <a:gd name="connsiteX3-203" fmla="*/ 11368554 w 13512314"/>
              <a:gd name="connsiteY3-204" fmla="*/ 792480 h 851182"/>
              <a:gd name="connsiteX4-205" fmla="*/ 10200154 w 13512314"/>
              <a:gd name="connsiteY4-206" fmla="*/ 375920 h 851182"/>
              <a:gd name="connsiteX5-207" fmla="*/ 1330474 w 13512314"/>
              <a:gd name="connsiteY5-208" fmla="*/ 345440 h 851182"/>
              <a:gd name="connsiteX6-209" fmla="*/ 1320314 w 13512314"/>
              <a:gd name="connsiteY6-210" fmla="*/ 0 h 851182"/>
              <a:gd name="connsiteX0-211" fmla="*/ 1320314 w 13512314"/>
              <a:gd name="connsiteY0-212" fmla="*/ 0 h 806026"/>
              <a:gd name="connsiteX1-213" fmla="*/ 13512314 w 13512314"/>
              <a:gd name="connsiteY1-214" fmla="*/ 0 h 806026"/>
              <a:gd name="connsiteX2-215" fmla="*/ 13512314 w 13512314"/>
              <a:gd name="connsiteY2-216" fmla="*/ 792480 h 806026"/>
              <a:gd name="connsiteX3-217" fmla="*/ 11368554 w 13512314"/>
              <a:gd name="connsiteY3-218" fmla="*/ 792480 h 806026"/>
              <a:gd name="connsiteX4-219" fmla="*/ 10200154 w 13512314"/>
              <a:gd name="connsiteY4-220" fmla="*/ 375920 h 806026"/>
              <a:gd name="connsiteX5-221" fmla="*/ 1330474 w 13512314"/>
              <a:gd name="connsiteY5-222" fmla="*/ 345440 h 806026"/>
              <a:gd name="connsiteX6-223" fmla="*/ 1320314 w 13512314"/>
              <a:gd name="connsiteY6-224" fmla="*/ 0 h 806026"/>
              <a:gd name="connsiteX0-225" fmla="*/ 1320314 w 13512314"/>
              <a:gd name="connsiteY0-226" fmla="*/ 0 h 806026"/>
              <a:gd name="connsiteX1-227" fmla="*/ 13512314 w 13512314"/>
              <a:gd name="connsiteY1-228" fmla="*/ 0 h 806026"/>
              <a:gd name="connsiteX2-229" fmla="*/ 13512314 w 13512314"/>
              <a:gd name="connsiteY2-230" fmla="*/ 792480 h 806026"/>
              <a:gd name="connsiteX3-231" fmla="*/ 11368554 w 13512314"/>
              <a:gd name="connsiteY3-232" fmla="*/ 792480 h 806026"/>
              <a:gd name="connsiteX4-233" fmla="*/ 10200154 w 13512314"/>
              <a:gd name="connsiteY4-234" fmla="*/ 375920 h 806026"/>
              <a:gd name="connsiteX5-235" fmla="*/ 1330474 w 13512314"/>
              <a:gd name="connsiteY5-236" fmla="*/ 345440 h 806026"/>
              <a:gd name="connsiteX6-237" fmla="*/ 1320314 w 13512314"/>
              <a:gd name="connsiteY6-238" fmla="*/ 0 h 806026"/>
              <a:gd name="connsiteX0-239" fmla="*/ 1320314 w 13512314"/>
              <a:gd name="connsiteY0-240" fmla="*/ 0 h 806026"/>
              <a:gd name="connsiteX1-241" fmla="*/ 13512314 w 13512314"/>
              <a:gd name="connsiteY1-242" fmla="*/ 0 h 806026"/>
              <a:gd name="connsiteX2-243" fmla="*/ 13512314 w 13512314"/>
              <a:gd name="connsiteY2-244" fmla="*/ 792480 h 806026"/>
              <a:gd name="connsiteX3-245" fmla="*/ 11368554 w 13512314"/>
              <a:gd name="connsiteY3-246" fmla="*/ 792480 h 806026"/>
              <a:gd name="connsiteX4-247" fmla="*/ 10200154 w 13512314"/>
              <a:gd name="connsiteY4-248" fmla="*/ 375920 h 806026"/>
              <a:gd name="connsiteX5-249" fmla="*/ 1330474 w 13512314"/>
              <a:gd name="connsiteY5-250" fmla="*/ 345440 h 806026"/>
              <a:gd name="connsiteX6-251" fmla="*/ 1320314 w 13512314"/>
              <a:gd name="connsiteY6-252" fmla="*/ 0 h 806026"/>
              <a:gd name="connsiteX0-253" fmla="*/ 1320314 w 13512314"/>
              <a:gd name="connsiteY0-254" fmla="*/ 0 h 806026"/>
              <a:gd name="connsiteX1-255" fmla="*/ 13512314 w 13512314"/>
              <a:gd name="connsiteY1-256" fmla="*/ 0 h 806026"/>
              <a:gd name="connsiteX2-257" fmla="*/ 13512314 w 13512314"/>
              <a:gd name="connsiteY2-258" fmla="*/ 792480 h 806026"/>
              <a:gd name="connsiteX3-259" fmla="*/ 11368554 w 13512314"/>
              <a:gd name="connsiteY3-260" fmla="*/ 792480 h 806026"/>
              <a:gd name="connsiteX4-261" fmla="*/ 10200154 w 13512314"/>
              <a:gd name="connsiteY4-262" fmla="*/ 375920 h 806026"/>
              <a:gd name="connsiteX5-263" fmla="*/ 1330474 w 13512314"/>
              <a:gd name="connsiteY5-264" fmla="*/ 345440 h 806026"/>
              <a:gd name="connsiteX6-265" fmla="*/ 1320314 w 13512314"/>
              <a:gd name="connsiteY6-266" fmla="*/ 0 h 806026"/>
              <a:gd name="connsiteX0-267" fmla="*/ 1320314 w 13512314"/>
              <a:gd name="connsiteY0-268" fmla="*/ 0 h 806026"/>
              <a:gd name="connsiteX1-269" fmla="*/ 13512314 w 13512314"/>
              <a:gd name="connsiteY1-270" fmla="*/ 0 h 806026"/>
              <a:gd name="connsiteX2-271" fmla="*/ 13512314 w 13512314"/>
              <a:gd name="connsiteY2-272" fmla="*/ 792480 h 806026"/>
              <a:gd name="connsiteX3-273" fmla="*/ 11368554 w 13512314"/>
              <a:gd name="connsiteY3-274" fmla="*/ 792480 h 806026"/>
              <a:gd name="connsiteX4-275" fmla="*/ 10200154 w 13512314"/>
              <a:gd name="connsiteY4-276" fmla="*/ 375920 h 806026"/>
              <a:gd name="connsiteX5-277" fmla="*/ 1330474 w 13512314"/>
              <a:gd name="connsiteY5-278" fmla="*/ 345440 h 806026"/>
              <a:gd name="connsiteX6-279" fmla="*/ 1320314 w 13512314"/>
              <a:gd name="connsiteY6-280" fmla="*/ 0 h 806026"/>
              <a:gd name="connsiteX0-281" fmla="*/ 1320314 w 13512314"/>
              <a:gd name="connsiteY0-282" fmla="*/ 0 h 806026"/>
              <a:gd name="connsiteX1-283" fmla="*/ 13512314 w 13512314"/>
              <a:gd name="connsiteY1-284" fmla="*/ 0 h 806026"/>
              <a:gd name="connsiteX2-285" fmla="*/ 13512314 w 13512314"/>
              <a:gd name="connsiteY2-286" fmla="*/ 792480 h 806026"/>
              <a:gd name="connsiteX3-287" fmla="*/ 11368554 w 13512314"/>
              <a:gd name="connsiteY3-288" fmla="*/ 792480 h 806026"/>
              <a:gd name="connsiteX4-289" fmla="*/ 10200154 w 13512314"/>
              <a:gd name="connsiteY4-290" fmla="*/ 375920 h 806026"/>
              <a:gd name="connsiteX5-291" fmla="*/ 1330474 w 13512314"/>
              <a:gd name="connsiteY5-292" fmla="*/ 345440 h 806026"/>
              <a:gd name="connsiteX6-293" fmla="*/ 1320314 w 13512314"/>
              <a:gd name="connsiteY6-294" fmla="*/ 0 h 806026"/>
              <a:gd name="connsiteX0-295" fmla="*/ 1320314 w 13512314"/>
              <a:gd name="connsiteY0-296" fmla="*/ 0 h 806026"/>
              <a:gd name="connsiteX1-297" fmla="*/ 13512314 w 13512314"/>
              <a:gd name="connsiteY1-298" fmla="*/ 0 h 806026"/>
              <a:gd name="connsiteX2-299" fmla="*/ 13512314 w 13512314"/>
              <a:gd name="connsiteY2-300" fmla="*/ 792480 h 806026"/>
              <a:gd name="connsiteX3-301" fmla="*/ 11368554 w 13512314"/>
              <a:gd name="connsiteY3-302" fmla="*/ 792480 h 806026"/>
              <a:gd name="connsiteX4-303" fmla="*/ 10200154 w 13512314"/>
              <a:gd name="connsiteY4-304" fmla="*/ 375920 h 806026"/>
              <a:gd name="connsiteX5-305" fmla="*/ 1330474 w 13512314"/>
              <a:gd name="connsiteY5-306" fmla="*/ 345440 h 806026"/>
              <a:gd name="connsiteX6-307" fmla="*/ 1320314 w 13512314"/>
              <a:gd name="connsiteY6-308" fmla="*/ 0 h 806026"/>
              <a:gd name="connsiteX0-309" fmla="*/ 649073 w 12841073"/>
              <a:gd name="connsiteY0-310" fmla="*/ 59 h 806085"/>
              <a:gd name="connsiteX1-311" fmla="*/ 12841073 w 12841073"/>
              <a:gd name="connsiteY1-312" fmla="*/ 59 h 806085"/>
              <a:gd name="connsiteX2-313" fmla="*/ 12841073 w 12841073"/>
              <a:gd name="connsiteY2-314" fmla="*/ 792539 h 806085"/>
              <a:gd name="connsiteX3-315" fmla="*/ 10697313 w 12841073"/>
              <a:gd name="connsiteY3-316" fmla="*/ 792539 h 806085"/>
              <a:gd name="connsiteX4-317" fmla="*/ 9528913 w 12841073"/>
              <a:gd name="connsiteY4-318" fmla="*/ 375979 h 806085"/>
              <a:gd name="connsiteX5-319" fmla="*/ 659233 w 12841073"/>
              <a:gd name="connsiteY5-320" fmla="*/ 345499 h 806085"/>
              <a:gd name="connsiteX6-321" fmla="*/ 649073 w 12841073"/>
              <a:gd name="connsiteY6-322" fmla="*/ 59 h 806085"/>
              <a:gd name="connsiteX0-323" fmla="*/ 0 w 12192000"/>
              <a:gd name="connsiteY0-324" fmla="*/ 59 h 806085"/>
              <a:gd name="connsiteX1-325" fmla="*/ 12192000 w 12192000"/>
              <a:gd name="connsiteY1-326" fmla="*/ 59 h 806085"/>
              <a:gd name="connsiteX2-327" fmla="*/ 12192000 w 12192000"/>
              <a:gd name="connsiteY2-328" fmla="*/ 792539 h 806085"/>
              <a:gd name="connsiteX3-329" fmla="*/ 10048240 w 12192000"/>
              <a:gd name="connsiteY3-330" fmla="*/ 792539 h 806085"/>
              <a:gd name="connsiteX4-331" fmla="*/ 8879840 w 12192000"/>
              <a:gd name="connsiteY4-332" fmla="*/ 375979 h 806085"/>
              <a:gd name="connsiteX5-333" fmla="*/ 10160 w 12192000"/>
              <a:gd name="connsiteY5-334" fmla="*/ 345499 h 806085"/>
              <a:gd name="connsiteX6-335" fmla="*/ 0 w 12192000"/>
              <a:gd name="connsiteY6-336" fmla="*/ 59 h 806085"/>
              <a:gd name="connsiteX0-337" fmla="*/ 0 w 12196549"/>
              <a:gd name="connsiteY0-338" fmla="*/ 59 h 806085"/>
              <a:gd name="connsiteX1-339" fmla="*/ 12196549 w 12196549"/>
              <a:gd name="connsiteY1-340" fmla="*/ 59 h 806085"/>
              <a:gd name="connsiteX2-341" fmla="*/ 12196549 w 12196549"/>
              <a:gd name="connsiteY2-342" fmla="*/ 792539 h 806085"/>
              <a:gd name="connsiteX3-343" fmla="*/ 10052789 w 12196549"/>
              <a:gd name="connsiteY3-344" fmla="*/ 792539 h 806085"/>
              <a:gd name="connsiteX4-345" fmla="*/ 8884389 w 12196549"/>
              <a:gd name="connsiteY4-346" fmla="*/ 375979 h 806085"/>
              <a:gd name="connsiteX5-347" fmla="*/ 14709 w 12196549"/>
              <a:gd name="connsiteY5-348" fmla="*/ 345499 h 806085"/>
              <a:gd name="connsiteX6-349" fmla="*/ 0 w 12196549"/>
              <a:gd name="connsiteY6-350" fmla="*/ 59 h 806085"/>
              <a:gd name="connsiteX0-351" fmla="*/ 0 w 12196549"/>
              <a:gd name="connsiteY0-352" fmla="*/ 58 h 806084"/>
              <a:gd name="connsiteX1-353" fmla="*/ 12196549 w 12196549"/>
              <a:gd name="connsiteY1-354" fmla="*/ 58 h 806084"/>
              <a:gd name="connsiteX2-355" fmla="*/ 12196549 w 12196549"/>
              <a:gd name="connsiteY2-356" fmla="*/ 792538 h 806084"/>
              <a:gd name="connsiteX3-357" fmla="*/ 10052789 w 12196549"/>
              <a:gd name="connsiteY3-358" fmla="*/ 792538 h 806084"/>
              <a:gd name="connsiteX4-359" fmla="*/ 8884389 w 12196549"/>
              <a:gd name="connsiteY4-360" fmla="*/ 375978 h 806084"/>
              <a:gd name="connsiteX5-361" fmla="*/ 3512 w 12196549"/>
              <a:gd name="connsiteY5-362" fmla="*/ 352962 h 806084"/>
              <a:gd name="connsiteX6-363" fmla="*/ 0 w 12196549"/>
              <a:gd name="connsiteY6-364" fmla="*/ 58 h 806084"/>
              <a:gd name="connsiteX0-365" fmla="*/ 0 w 12200281"/>
              <a:gd name="connsiteY0-366" fmla="*/ 3733 h 806026"/>
              <a:gd name="connsiteX1-367" fmla="*/ 12200281 w 12200281"/>
              <a:gd name="connsiteY1-368" fmla="*/ 0 h 806026"/>
              <a:gd name="connsiteX2-369" fmla="*/ 12200281 w 12200281"/>
              <a:gd name="connsiteY2-370" fmla="*/ 792480 h 806026"/>
              <a:gd name="connsiteX3-371" fmla="*/ 10056521 w 12200281"/>
              <a:gd name="connsiteY3-372" fmla="*/ 792480 h 806026"/>
              <a:gd name="connsiteX4-373" fmla="*/ 8888121 w 12200281"/>
              <a:gd name="connsiteY4-374" fmla="*/ 375920 h 806026"/>
              <a:gd name="connsiteX5-375" fmla="*/ 7244 w 12200281"/>
              <a:gd name="connsiteY5-376" fmla="*/ 352904 h 806026"/>
              <a:gd name="connsiteX6-377" fmla="*/ 0 w 12200281"/>
              <a:gd name="connsiteY6-378" fmla="*/ 3733 h 806026"/>
              <a:gd name="connsiteX0-379" fmla="*/ 0 w 12200281"/>
              <a:gd name="connsiteY0-380" fmla="*/ 3733 h 795992"/>
              <a:gd name="connsiteX1-381" fmla="*/ 12200281 w 12200281"/>
              <a:gd name="connsiteY1-382" fmla="*/ 0 h 795992"/>
              <a:gd name="connsiteX2-383" fmla="*/ 12200281 w 12200281"/>
              <a:gd name="connsiteY2-384" fmla="*/ 792480 h 795992"/>
              <a:gd name="connsiteX3-385" fmla="*/ 10056521 w 12200281"/>
              <a:gd name="connsiteY3-386" fmla="*/ 792480 h 795992"/>
              <a:gd name="connsiteX4-387" fmla="*/ 8888121 w 12200281"/>
              <a:gd name="connsiteY4-388" fmla="*/ 375920 h 795992"/>
              <a:gd name="connsiteX5-389" fmla="*/ 7244 w 12200281"/>
              <a:gd name="connsiteY5-390" fmla="*/ 352904 h 795992"/>
              <a:gd name="connsiteX6-391" fmla="*/ 0 w 12200281"/>
              <a:gd name="connsiteY6-392" fmla="*/ 3733 h 795992"/>
              <a:gd name="connsiteX0-393" fmla="*/ 0 w 12202789"/>
              <a:gd name="connsiteY0-394" fmla="*/ 3733 h 795992"/>
              <a:gd name="connsiteX1-395" fmla="*/ 12200281 w 12202789"/>
              <a:gd name="connsiteY1-396" fmla="*/ 0 h 795992"/>
              <a:gd name="connsiteX2-397" fmla="*/ 12200281 w 12202789"/>
              <a:gd name="connsiteY2-398" fmla="*/ 792480 h 795992"/>
              <a:gd name="connsiteX3-399" fmla="*/ 10056521 w 12202789"/>
              <a:gd name="connsiteY3-400" fmla="*/ 792480 h 795992"/>
              <a:gd name="connsiteX4-401" fmla="*/ 8888121 w 12202789"/>
              <a:gd name="connsiteY4-402" fmla="*/ 375920 h 795992"/>
              <a:gd name="connsiteX5-403" fmla="*/ 7244 w 12202789"/>
              <a:gd name="connsiteY5-404" fmla="*/ 352904 h 795992"/>
              <a:gd name="connsiteX6-405" fmla="*/ 0 w 12202789"/>
              <a:gd name="connsiteY6-406" fmla="*/ 3733 h 795992"/>
              <a:gd name="connsiteX0-407" fmla="*/ 0 w 12202789"/>
              <a:gd name="connsiteY0-408" fmla="*/ 3733 h 795992"/>
              <a:gd name="connsiteX1-409" fmla="*/ 12200281 w 12202789"/>
              <a:gd name="connsiteY1-410" fmla="*/ 0 h 795992"/>
              <a:gd name="connsiteX2-411" fmla="*/ 12200281 w 12202789"/>
              <a:gd name="connsiteY2-412" fmla="*/ 792480 h 795992"/>
              <a:gd name="connsiteX3-413" fmla="*/ 10056521 w 12202789"/>
              <a:gd name="connsiteY3-414" fmla="*/ 792480 h 795992"/>
              <a:gd name="connsiteX4-415" fmla="*/ 8888121 w 12202789"/>
              <a:gd name="connsiteY4-416" fmla="*/ 375920 h 795992"/>
              <a:gd name="connsiteX5-417" fmla="*/ 7244 w 12202789"/>
              <a:gd name="connsiteY5-418" fmla="*/ 352904 h 795992"/>
              <a:gd name="connsiteX6-419" fmla="*/ 0 w 12202789"/>
              <a:gd name="connsiteY6-420" fmla="*/ 3733 h 79599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71" y="connsiteY5-72"/>
              </a:cxn>
              <a:cxn ang="0">
                <a:pos x="connsiteX6-97" y="connsiteY6-98"/>
              </a:cxn>
            </a:cxnLst>
            <a:rect l="l" t="t" r="r" b="b"/>
            <a:pathLst>
              <a:path w="12202789" h="795992">
                <a:moveTo>
                  <a:pt x="0" y="3733"/>
                </a:moveTo>
                <a:cubicBezTo>
                  <a:pt x="843" y="9005"/>
                  <a:pt x="8133521" y="1244"/>
                  <a:pt x="12200281" y="0"/>
                </a:cubicBezTo>
                <a:cubicBezTo>
                  <a:pt x="12200281" y="264160"/>
                  <a:pt x="12205925" y="195298"/>
                  <a:pt x="12200281" y="792480"/>
                </a:cubicBezTo>
                <a:cubicBezTo>
                  <a:pt x="12197459" y="800382"/>
                  <a:pt x="11128401" y="792480"/>
                  <a:pt x="10056521" y="792480"/>
                </a:cubicBezTo>
                <a:cubicBezTo>
                  <a:pt x="9504494" y="723053"/>
                  <a:pt x="9560470" y="364162"/>
                  <a:pt x="8888121" y="375920"/>
                </a:cubicBezTo>
                <a:cubicBezTo>
                  <a:pt x="8848376" y="358923"/>
                  <a:pt x="2963804" y="363064"/>
                  <a:pt x="7244" y="352904"/>
                </a:cubicBezTo>
                <a:cubicBezTo>
                  <a:pt x="-1234" y="347814"/>
                  <a:pt x="7897" y="-1515"/>
                  <a:pt x="0" y="3733"/>
                </a:cubicBezTo>
                <a:close/>
              </a:path>
            </a:pathLst>
          </a:custGeom>
          <a:solidFill>
            <a:srgbClr val="4256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-14605" y="6693535"/>
            <a:ext cx="12218035" cy="173990"/>
          </a:xfrm>
          <a:prstGeom prst="rect">
            <a:avLst/>
          </a:prstGeom>
          <a:solidFill>
            <a:srgbClr val="42563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304800" y="565785"/>
            <a:ext cx="1505585" cy="549275"/>
          </a:xfrm>
          <a:prstGeom prst="roundRect">
            <a:avLst/>
          </a:prstGeom>
          <a:noFill/>
          <a:ln w="12700" cap="flat" cmpd="sng" algn="ctr">
            <a:solidFill>
              <a:srgbClr val="42563E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tlCol="0" anchor="ctr"/>
          <a:lstStyle/>
          <a:p>
            <a:pPr algn="ctr"/>
            <a:r>
              <a:rPr lang="zh-CN" altLang="en-US" sz="2400">
                <a:solidFill>
                  <a:srgbClr val="42563E"/>
                </a:solidFill>
                <a:latin typeface="思源黑体 CN" charset="0"/>
                <a:ea typeface="思源黑体 CN" charset="0"/>
              </a:rPr>
              <a:t>课后作业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623570" y="1784350"/>
            <a:ext cx="5962650" cy="4386580"/>
            <a:chOff x="1095" y="2810"/>
            <a:chExt cx="9390" cy="6908"/>
          </a:xfrm>
        </p:grpSpPr>
        <p:sp>
          <p:nvSpPr>
            <p:cNvPr id="47" name="文本框 46"/>
            <p:cNvSpPr txBox="1"/>
            <p:nvPr/>
          </p:nvSpPr>
          <p:spPr>
            <a:xfrm>
              <a:off x="1322" y="3243"/>
              <a:ext cx="8855" cy="6136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marL="0" indent="0" algn="just" defTabSz="266700">
                <a:lnSpc>
                  <a:spcPct val="200000"/>
                </a:lnSpc>
                <a:spcAft>
                  <a:spcPct val="0"/>
                </a:spcAft>
              </a:pPr>
              <a:r>
                <a:rPr lang="en-US" altLang="zh-CN" sz="2000">
                  <a:solidFill>
                    <a:schemeClr val="accent6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1</a:t>
              </a:r>
              <a:r>
                <a:rPr lang="zh-CN" altLang="en-US" sz="2000">
                  <a:solidFill>
                    <a:schemeClr val="accent6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、进一步完善“需求分析表”，根据工作流程中的功能模块，形成设计方案。</a:t>
              </a:r>
            </a:p>
            <a:p>
              <a:pPr marL="0" indent="0" algn="just" defTabSz="266700">
                <a:lnSpc>
                  <a:spcPct val="200000"/>
                </a:lnSpc>
                <a:spcAft>
                  <a:spcPct val="0"/>
                </a:spcAft>
              </a:pPr>
              <a:r>
                <a:rPr lang="en-US" altLang="zh-CN" sz="2000">
                  <a:solidFill>
                    <a:schemeClr val="accent6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2</a:t>
              </a:r>
              <a:r>
                <a:rPr lang="zh-CN" altLang="en-US" sz="2000">
                  <a:solidFill>
                    <a:schemeClr val="accent6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、生活中常用的气象数据除了风速以外，还有温度、湿度、风向、气压等等，同学们可以选择采集某一个或几个气象数据，通过系统原型搭建实践，了解气象站的数据传递过程。</a:t>
              </a:r>
            </a:p>
          </p:txBody>
        </p:sp>
        <p:sp>
          <p:nvSpPr>
            <p:cNvPr id="50" name="矩形 16"/>
            <p:cNvSpPr/>
            <p:nvPr/>
          </p:nvSpPr>
          <p:spPr>
            <a:xfrm>
              <a:off x="1095" y="2810"/>
              <a:ext cx="9391" cy="6909"/>
            </a:xfrm>
            <a:custGeom>
              <a:avLst/>
              <a:gdLst>
                <a:gd name="connsiteX0" fmla="*/ 0 w 2665416"/>
                <a:gd name="connsiteY0" fmla="*/ 0 h 2412497"/>
                <a:gd name="connsiteX1" fmla="*/ 666354 w 2665416"/>
                <a:gd name="connsiteY1" fmla="*/ 0 h 2412497"/>
                <a:gd name="connsiteX2" fmla="*/ 1386016 w 2665416"/>
                <a:gd name="connsiteY2" fmla="*/ 0 h 2412497"/>
                <a:gd name="connsiteX3" fmla="*/ 2665416 w 2665416"/>
                <a:gd name="connsiteY3" fmla="*/ 0 h 2412497"/>
                <a:gd name="connsiteX4" fmla="*/ 2665416 w 2665416"/>
                <a:gd name="connsiteY4" fmla="*/ 627249 h 2412497"/>
                <a:gd name="connsiteX5" fmla="*/ 2665416 w 2665416"/>
                <a:gd name="connsiteY5" fmla="*/ 1157999 h 2412497"/>
                <a:gd name="connsiteX6" fmla="*/ 2665416 w 2665416"/>
                <a:gd name="connsiteY6" fmla="*/ 1785248 h 2412497"/>
                <a:gd name="connsiteX7" fmla="*/ 2665416 w 2665416"/>
                <a:gd name="connsiteY7" fmla="*/ 2412497 h 2412497"/>
                <a:gd name="connsiteX8" fmla="*/ 2025716 w 2665416"/>
                <a:gd name="connsiteY8" fmla="*/ 2412497 h 2412497"/>
                <a:gd name="connsiteX9" fmla="*/ 1386016 w 2665416"/>
                <a:gd name="connsiteY9" fmla="*/ 2412497 h 2412497"/>
                <a:gd name="connsiteX10" fmla="*/ 746316 w 2665416"/>
                <a:gd name="connsiteY10" fmla="*/ 2412497 h 2412497"/>
                <a:gd name="connsiteX11" fmla="*/ 0 w 2665416"/>
                <a:gd name="connsiteY11" fmla="*/ 2412497 h 2412497"/>
                <a:gd name="connsiteX12" fmla="*/ 0 w 2665416"/>
                <a:gd name="connsiteY12" fmla="*/ 1785248 h 2412497"/>
                <a:gd name="connsiteX13" fmla="*/ 0 w 2665416"/>
                <a:gd name="connsiteY13" fmla="*/ 1254498 h 2412497"/>
                <a:gd name="connsiteX14" fmla="*/ 0 w 2665416"/>
                <a:gd name="connsiteY14" fmla="*/ 699624 h 2412497"/>
                <a:gd name="connsiteX15" fmla="*/ 0 w 2665416"/>
                <a:gd name="connsiteY15" fmla="*/ 0 h 2412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665416" h="2412497" extrusionOk="0">
                  <a:moveTo>
                    <a:pt x="0" y="0"/>
                  </a:moveTo>
                  <a:cubicBezTo>
                    <a:pt x="148152" y="13108"/>
                    <a:pt x="454638" y="-11811"/>
                    <a:pt x="666354" y="0"/>
                  </a:cubicBezTo>
                  <a:cubicBezTo>
                    <a:pt x="878070" y="11811"/>
                    <a:pt x="1053825" y="10777"/>
                    <a:pt x="1386016" y="0"/>
                  </a:cubicBezTo>
                  <a:cubicBezTo>
                    <a:pt x="1718207" y="-10777"/>
                    <a:pt x="2044332" y="52199"/>
                    <a:pt x="2665416" y="0"/>
                  </a:cubicBezTo>
                  <a:cubicBezTo>
                    <a:pt x="2666193" y="279679"/>
                    <a:pt x="2635953" y="427243"/>
                    <a:pt x="2665416" y="627249"/>
                  </a:cubicBezTo>
                  <a:cubicBezTo>
                    <a:pt x="2694879" y="827255"/>
                    <a:pt x="2649265" y="1005334"/>
                    <a:pt x="2665416" y="1157999"/>
                  </a:cubicBezTo>
                  <a:cubicBezTo>
                    <a:pt x="2681568" y="1310664"/>
                    <a:pt x="2690930" y="1611707"/>
                    <a:pt x="2665416" y="1785248"/>
                  </a:cubicBezTo>
                  <a:cubicBezTo>
                    <a:pt x="2639902" y="1958789"/>
                    <a:pt x="2673197" y="2272459"/>
                    <a:pt x="2665416" y="2412497"/>
                  </a:cubicBezTo>
                  <a:cubicBezTo>
                    <a:pt x="2366807" y="2383253"/>
                    <a:pt x="2292100" y="2431455"/>
                    <a:pt x="2025716" y="2412497"/>
                  </a:cubicBezTo>
                  <a:cubicBezTo>
                    <a:pt x="1759332" y="2393539"/>
                    <a:pt x="1672573" y="2426217"/>
                    <a:pt x="1386016" y="2412497"/>
                  </a:cubicBezTo>
                  <a:cubicBezTo>
                    <a:pt x="1099459" y="2398777"/>
                    <a:pt x="894374" y="2439680"/>
                    <a:pt x="746316" y="2412497"/>
                  </a:cubicBezTo>
                  <a:cubicBezTo>
                    <a:pt x="598258" y="2385314"/>
                    <a:pt x="204311" y="2406383"/>
                    <a:pt x="0" y="2412497"/>
                  </a:cubicBezTo>
                  <a:cubicBezTo>
                    <a:pt x="16580" y="2143514"/>
                    <a:pt x="4127" y="2056902"/>
                    <a:pt x="0" y="1785248"/>
                  </a:cubicBezTo>
                  <a:cubicBezTo>
                    <a:pt x="-4127" y="1513594"/>
                    <a:pt x="-4612" y="1382251"/>
                    <a:pt x="0" y="1254498"/>
                  </a:cubicBezTo>
                  <a:cubicBezTo>
                    <a:pt x="4612" y="1126745"/>
                    <a:pt x="26258" y="856414"/>
                    <a:pt x="0" y="699624"/>
                  </a:cubicBezTo>
                  <a:cubicBezTo>
                    <a:pt x="-26258" y="542834"/>
                    <a:pt x="23690" y="209563"/>
                    <a:pt x="0" y="0"/>
                  </a:cubicBezTo>
                  <a:close/>
                </a:path>
              </a:pathLst>
            </a:custGeom>
            <a:noFill/>
            <a:ln w="38100">
              <a:solidFill>
                <a:srgbClr val="42563E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+mn-ea"/>
              </a:endParaRPr>
            </a:p>
          </p:txBody>
        </p:sp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RhYjAyYzhjYjBlMDY0NzRlYTljYTJiZTA1NDYxNmQifQ=="/>
  <p:tag name="RESOURCE_RECORD_KEY" val="{&quot;13&quot;:[19951231],&quot;29&quot;:[20740703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6352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6352"/>
  <p:tag name="KSO_WM_TEMPLATE_CATEGORY" val="custom"/>
  <p:tag name="KSO_WM_UNIT_ISCONTENTSTITLE" val="0"/>
  <p:tag name="KSO_WM_UNIT_PRESET_TEXT" val="单击此处添加&#10;文档标题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9.55,&quot;left&quot;:46.6,&quot;top&quot;:251.85,&quot;width&quot;:866.9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9.55,&quot;left&quot;:46.6,&quot;top&quot;:251.85,&quot;width&quot;:866.9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9.55,&quot;left&quot;:46.6,&quot;top&quot;:251.85,&quot;width&quot;:866.9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9.55,&quot;left&quot;:46.6,&quot;top&quot;:251.85,&quot;width&quot;:866.9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9.55,&quot;left&quot;:46.6,&quot;top&quot;:251.85,&quot;width&quot;:866.9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9.55,&quot;left&quot;:46.6,&quot;top&quot;:251.85,&quot;width&quot;:866.9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6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6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solid&quot;:{&quot;brightness&quot;:0,&quot;colorType&quot;:1,&quot;foreColorIndex&quot;:10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0"/>
  <p:tag name="KSO_WM_UNIT_FILL_FORE_SCHEMECOLOR_INDEX_BRIGHTNESS" val="0"/>
  <p:tag name="KSO_WM_DIAGRAM_USE_COLOR_VALUE" val="{&quot;color_scheme&quot;:1,&quot;color_type&quot;:1,&quot;theme_color_indexes&quot;:[]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6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6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solid&quot;:{&quot;brightness&quot;:0,&quot;colorType&quot;:1,&quot;foreColorIndex&quot;:10,&quot;transparency&quot;:0},&quot;type&quot;:1},&quot;glow&quot;:{&quot;colorType&quot;:0},&quot;line&quot;:{&quot;type&quot;:0},&quot;shadow&quot;:{&quot;brightness&quot;:0.800000011920929,&quot;colorType&quot;:1,&quot;foreColorIndex&quot;:8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0"/>
  <p:tag name="KSO_WM_UNIT_FILL_FORE_SCHEMECOLOR_INDEX_BRIGHTNESS" val="0"/>
  <p:tag name="KSO_WM_DIAGRAM_USE_COLOR_VALUE" val="{&quot;color_scheme&quot;:1,&quot;color_type&quot;:1,&quot;theme_color_indexes&quot;:[]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6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6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10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6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19.4499938964844,&quot;left&quot;:24.500027163047342,&quot;top&quot;:233.3750030517578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10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0"/>
  <p:tag name="KSO_WM_DIAGRAM_USE_COLOR_VALUE" val="{&quot;color_scheme&quot;:1,&quot;color_type&quot;:1,&quot;theme_color_indexes&quot;:[]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6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57*84"/>
  <p:tag name="KSO_WM_UNIT_TYPE" val="m_h_x"/>
  <p:tag name="KSO_WM_UNIT_INDEX" val="1_6_1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6_1"/>
  <p:tag name="KSO_WM_UNIT_ID" val="diagram20230939_5*m_h_a*1_6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DIAGRAM_USE_COLOR_VALUE" val="{&quot;color_scheme&quot;:1,&quot;color_type&quot;:1,&quot;theme_color_indexes&quot;:[]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5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5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solid&quot;:{&quot;brightness&quot;:0,&quot;colorType&quot;:1,&quot;foreColorIndex&quot;:9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9"/>
  <p:tag name="KSO_WM_UNIT_FILL_FORE_SCHEMECOLOR_INDEX_BRIGHTNESS" val="0"/>
  <p:tag name="KSO_WM_DIAGRAM_USE_COLOR_VALUE" val="{&quot;color_scheme&quot;:1,&quot;color_type&quot;:1,&quot;theme_color_indexes&quot;:[]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5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5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solid&quot;:{&quot;brightness&quot;:0,&quot;colorType&quot;:1,&quot;foreColorIndex&quot;:9,&quot;transparency&quot;:0},&quot;type&quot;:1},&quot;glow&quot;:{&quot;colorType&quot;:0},&quot;line&quot;:{&quot;type&quot;:0},&quot;shadow&quot;:{&quot;brightness&quot;:0.800000011920929,&quot;colorType&quot;:1,&quot;foreColorIndex&quot;:5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9"/>
  <p:tag name="KSO_WM_UNIT_FILL_FORE_SCHEMECOLOR_INDEX_BRIGHTNESS" val="0"/>
  <p:tag name="KSO_WM_DIAGRAM_USE_COLOR_VALUE" val="{&quot;color_scheme&quot;:1,&quot;color_type&quot;:1,&quot;theme_color_indexes&quot;:[]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5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5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9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5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19.4499938964844,&quot;left&quot;:24.500027163047342,&quot;top&quot;:233.3750030517578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9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9"/>
  <p:tag name="KSO_WM_DIAGRAM_USE_COLOR_VALUE" val="{&quot;color_scheme&quot;:1,&quot;color_type&quot;:1,&quot;theme_color_indexes&quot;:[]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0939_5*m_h_a*1_5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DIAGRAM_USE_COLOR_VALUE" val="{&quot;color_scheme&quot;:1,&quot;color_type&quot;:1,&quot;theme_color_indexes&quot;:[]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5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5*65"/>
  <p:tag name="KSO_WM_UNIT_TYPE" val="m_h_x"/>
  <p:tag name="KSO_WM_UNIT_INDEX" val="1_5_1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4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4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solid&quot;:{&quot;brightness&quot;:0,&quot;colorType&quot;:1,&quot;foreColorIndex&quot;:8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4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4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brightness&quot;:0.800000011920929,&quot;colorType&quot;:1,&quot;foreColorIndex&quot;:8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4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4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4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19.4499938964844,&quot;left&quot;:24.500027163047342,&quot;top&quot;:233.3750030517578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8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8"/>
  <p:tag name="KSO_WM_DIAGRAM_USE_COLOR_VALUE" val="{&quot;color_scheme&quot;:1,&quot;color_type&quot;:1,&quot;theme_color_indexes&quot;:[]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4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6*69"/>
  <p:tag name="KSO_WM_UNIT_TYPE" val="m_h_x"/>
  <p:tag name="KSO_WM_UNIT_INDEX" val="1_4_1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0939_5*m_h_a*1_4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DIAGRAM_USE_COLOR_VALUE" val="{&quot;color_scheme&quot;:1,&quot;color_type&quot;:1,&quot;theme_color_indexes&quot;:[]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3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3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solid&quot;:{&quot;brightness&quot;:0,&quot;colorType&quot;:1,&quot;foreColorIndex&quot;:7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]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3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3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brightness&quot;:0.800000011920929,&quot;colorType&quot;:1,&quot;foreColorIndex&quot;:7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]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3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3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7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3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19.4499938964844,&quot;left&quot;:24.500027163047342,&quot;top&quot;:233.3750030517578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7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7"/>
  <p:tag name="KSO_WM_DIAGRAM_USE_COLOR_VALUE" val="{&quot;color_scheme&quot;:1,&quot;color_type&quot;:1,&quot;theme_color_indexes&quot;:[]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3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4*69"/>
  <p:tag name="KSO_WM_UNIT_TYPE" val="m_h_x"/>
  <p:tag name="KSO_WM_UNIT_INDEX" val="1_3_1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0939_5*m_h_a*1_3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DIAGRAM_USE_COLOR_VALUE" val="{&quot;color_scheme&quot;:1,&quot;color_type&quot;:1,&quot;theme_color_indexes&quot;:[]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2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2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solid&quot;:{&quot;brightness&quot;:0,&quot;colorType&quot;:1,&quot;foreColorIndex&quot;:6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2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2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brightness&quot;:0.800000011920929,&quot;colorType&quot;:1,&quot;foreColorIndex&quot;:6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2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2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6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2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19.4499938964844,&quot;left&quot;:24.500027163047342,&quot;top&quot;:233.3750030517578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DIAGRAM_USE_COLOR_VALUE" val="{&quot;color_scheme&quot;:1,&quot;color_type&quot;:1,&quot;theme_color_indexes&quot;:[]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2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9*58"/>
  <p:tag name="KSO_WM_UNIT_TYPE" val="m_h_x"/>
  <p:tag name="KSO_WM_UNIT_INDEX" val="1_2_1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0939_5*m_h_a*1_2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DIAGRAM_USE_COLOR_VALUE" val="{&quot;color_scheme&quot;:1,&quot;color_type&quot;:1,&quot;theme_color_indexes&quot;:[]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1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1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1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1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.800000011920929,&quot;colorType&quot;:1,&quot;foreColorIndex&quot;:5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1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1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1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19.4499938964844,&quot;left&quot;:24.500027163047342,&quot;top&quot;:233.3750030517578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]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1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5*60"/>
  <p:tag name="KSO_WM_UNIT_TYPE" val="m_h_x"/>
  <p:tag name="KSO_WM_UNIT_INDEX" val="1_1_1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0939_5*m_h_a*1_1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149.55,&quot;left&quot;:46.6,&quot;top&quot;:251.85,&quot;width&quot;:866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DIAGRAM_USE_COLOR_VALUE" val="{&quot;color_scheme&quot;:1,&quot;color_type&quot;:1,&quot;theme_color_indexes&quot;:[]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9.55,&quot;left&quot;:47.75,&quot;top&quot;:183.35,&quot;width&quot;:866.95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9.55,&quot;left&quot;:47.75,&quot;top&quot;:183.35,&quot;width&quot;:866.95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9.55,&quot;left&quot;:47.75,&quot;top&quot;:183.35,&quot;width&quot;:866.95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9.55,&quot;left&quot;:47.75,&quot;top&quot;:183.35,&quot;width&quot;:866.95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9.55,&quot;left&quot;:47.75,&quot;top&quot;:183.35,&quot;width&quot;:866.95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9.55,&quot;left&quot;:47.75,&quot;top&quot;:183.35,&quot;width&quot;:866.95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6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6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10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0"/>
  <p:tag name="KSO_WM_UNIT_FILL_FORE_SCHEMECOLOR_INDEX_BRIGHTNESS" val="0"/>
  <p:tag name="KSO_WM_DIAGRAM_USE_COLOR_VALUE" val="{&quot;color_scheme&quot;:1,&quot;color_type&quot;:1,&quot;theme_color_indexes&quot;:[]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6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6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10,&quot;transparency&quot;:0},&quot;type&quot;:1},&quot;glow&quot;:{&quot;colorType&quot;:0},&quot;line&quot;:{&quot;type&quot;:0},&quot;shadow&quot;:{&quot;brightness&quot;:0.800000011920929,&quot;colorType&quot;:1,&quot;foreColorIndex&quot;:8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0"/>
  <p:tag name="KSO_WM_UNIT_FILL_FORE_SCHEMECOLOR_INDEX_BRIGHTNESS" val="0"/>
  <p:tag name="KSO_WM_DIAGRAM_USE_COLOR_VALUE" val="{&quot;color_scheme&quot;:1,&quot;color_type&quot;:1,&quot;theme_color_indexes&quot;:[]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6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6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10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6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19.4499938964844,&quot;left&quot;:24.500027163047342,&quot;top&quot;:233.3750030517578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10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0"/>
  <p:tag name="KSO_WM_DIAGRAM_USE_COLOR_VALUE" val="{&quot;color_scheme&quot;:1,&quot;color_type&quot;:1,&quot;theme_color_indexes&quot;:[]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6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57*84"/>
  <p:tag name="KSO_WM_UNIT_TYPE" val="m_h_x"/>
  <p:tag name="KSO_WM_UNIT_INDEX" val="1_6_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6_1"/>
  <p:tag name="KSO_WM_UNIT_ID" val="diagram20230939_5*m_h_a*1_6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DIAGRAM_USE_COLOR_VALUE" val="{&quot;color_scheme&quot;:1,&quot;color_type&quot;:1,&quot;theme_color_indexes&quot;:[]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5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5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9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9"/>
  <p:tag name="KSO_WM_UNIT_FILL_FORE_SCHEMECOLOR_INDEX_BRIGHTNESS" val="0"/>
  <p:tag name="KSO_WM_DIAGRAM_USE_COLOR_VALUE" val="{&quot;color_scheme&quot;:1,&quot;color_type&quot;:1,&quot;theme_color_indexes&quot;:[]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5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5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9,&quot;transparency&quot;:0},&quot;type&quot;:1},&quot;glow&quot;:{&quot;colorType&quot;:0},&quot;line&quot;:{&quot;type&quot;:0},&quot;shadow&quot;:{&quot;brightness&quot;:0.800000011920929,&quot;colorType&quot;:1,&quot;foreColorIndex&quot;:5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9"/>
  <p:tag name="KSO_WM_UNIT_FILL_FORE_SCHEMECOLOR_INDEX_BRIGHTNESS" val="0"/>
  <p:tag name="KSO_WM_DIAGRAM_USE_COLOR_VALUE" val="{&quot;color_scheme&quot;:1,&quot;color_type&quot;:1,&quot;theme_color_indexes&quot;:[]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5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5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9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5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19.4499938964844,&quot;left&quot;:24.500027163047342,&quot;top&quot;:233.3750030517578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9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9"/>
  <p:tag name="KSO_WM_DIAGRAM_USE_COLOR_VALUE" val="{&quot;color_scheme&quot;:1,&quot;color_type&quot;:1,&quot;theme_color_indexes&quot;:[]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0939_5*m_h_a*1_5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DIAGRAM_USE_COLOR_VALUE" val="{&quot;color_scheme&quot;:1,&quot;color_type&quot;:1,&quot;theme_color_indexes&quot;:[]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5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5*65"/>
  <p:tag name="KSO_WM_UNIT_TYPE" val="m_h_x"/>
  <p:tag name="KSO_WM_UNIT_INDEX" val="1_5_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4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4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8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4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4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brightness&quot;:0.800000011920929,&quot;colorType&quot;:1,&quot;foreColorIndex&quot;:8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4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4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4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19.4499938964844,&quot;left&quot;:24.500027163047342,&quot;top&quot;:233.3750030517578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8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8"/>
  <p:tag name="KSO_WM_DIAGRAM_USE_COLOR_VALUE" val="{&quot;color_scheme&quot;:1,&quot;color_type&quot;:1,&quot;theme_color_indexes&quot;:[]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4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6*69"/>
  <p:tag name="KSO_WM_UNIT_TYPE" val="m_h_x"/>
  <p:tag name="KSO_WM_UNIT_INDEX" val="1_4_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0939_5*m_h_a*1_4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DIAGRAM_USE_COLOR_VALUE" val="{&quot;color_scheme&quot;:1,&quot;color_type&quot;:1,&quot;theme_color_indexes&quot;:[]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3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3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7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]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3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3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brightness&quot;:0.800000011920929,&quot;colorType&quot;:1,&quot;foreColorIndex&quot;:7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]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3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3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7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3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19.4499938964844,&quot;left&quot;:24.500027163047342,&quot;top&quot;:233.3750030517578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7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7"/>
  <p:tag name="KSO_WM_DIAGRAM_USE_COLOR_VALUE" val="{&quot;color_scheme&quot;:1,&quot;color_type&quot;:1,&quot;theme_color_indexes&quot;:[]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3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4*69"/>
  <p:tag name="KSO_WM_UNIT_TYPE" val="m_h_x"/>
  <p:tag name="KSO_WM_UNIT_INDEX" val="1_3_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0939_5*m_h_a*1_3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DIAGRAM_USE_COLOR_VALUE" val="{&quot;color_scheme&quot;:1,&quot;color_type&quot;:1,&quot;theme_color_indexes&quot;:[]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2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2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6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2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2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brightness&quot;:0.800000011920929,&quot;colorType&quot;:1,&quot;foreColorIndex&quot;:6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2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2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6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2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19.4499938964844,&quot;left&quot;:24.500027163047342,&quot;top&quot;:233.3750030517578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DIAGRAM_USE_COLOR_VALUE" val="{&quot;color_scheme&quot;:1,&quot;color_type&quot;:1,&quot;theme_color_indexes&quot;:[]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2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9*58"/>
  <p:tag name="KSO_WM_UNIT_TYPE" val="m_h_x"/>
  <p:tag name="KSO_WM_UNIT_INDEX" val="1_2_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0939_5*m_h_a*1_2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DIAGRAM_USE_COLOR_VALUE" val="{&quot;color_scheme&quot;:1,&quot;color_type&quot;:1,&quot;theme_color_indexes&quot;:[]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1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1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1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1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.800000011920929,&quot;colorType&quot;:1,&quot;foreColorIndex&quot;:5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1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1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1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19.4499938964844,&quot;left&quot;:24.500027163047342,&quot;top&quot;:233.3750030517578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]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1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5*60"/>
  <p:tag name="KSO_WM_UNIT_TYPE" val="m_h_x"/>
  <p:tag name="KSO_WM_UNIT_INDEX" val="1_1_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0939_5*m_h_a*1_1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DIAGRAM_USE_COLOR_VALUE" val="{&quot;color_scheme&quot;:1,&quot;color_type&quot;:1,&quot;theme_color_indexes&quot;:[]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20740703]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60*431"/>
  <p:tag name="TABLE_ENDDRAG_RECT" val="99*94*760*43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60*431"/>
  <p:tag name="TABLE_ENDDRAG_RECT" val="99*94*760*43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91*349"/>
  <p:tag name="TABLE_ENDDRAG_RECT" val="83*130*791*349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9.55,&quot;left&quot;:47.75,&quot;top&quot;:183.35,&quot;width&quot;:866.95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9.55,&quot;left&quot;:47.75,&quot;top&quot;:183.35,&quot;width&quot;:866.95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9.55,&quot;left&quot;:47.75,&quot;top&quot;:183.35,&quot;width&quot;:866.95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9.55,&quot;left&quot;:47.75,&quot;top&quot;:183.35,&quot;width&quot;:866.95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9.55,&quot;left&quot;:47.75,&quot;top&quot;:183.35,&quot;width&quot;:866.95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49.55,&quot;left&quot;:47.75,&quot;top&quot;:183.35,&quot;width&quot;:866.95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6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6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10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0"/>
  <p:tag name="KSO_WM_UNIT_FILL_FORE_SCHEMECOLOR_INDEX_BRIGHTNESS" val="0"/>
  <p:tag name="KSO_WM_DIAGRAM_USE_COLOR_VALUE" val="{&quot;color_scheme&quot;:1,&quot;color_type&quot;:1,&quot;theme_color_indexes&quot;:[]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6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6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10,&quot;transparency&quot;:0},&quot;type&quot;:1},&quot;glow&quot;:{&quot;colorType&quot;:0},&quot;line&quot;:{&quot;type&quot;:0},&quot;shadow&quot;:{&quot;brightness&quot;:0.800000011920929,&quot;colorType&quot;:1,&quot;foreColorIndex&quot;:8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0"/>
  <p:tag name="KSO_WM_UNIT_FILL_FORE_SCHEMECOLOR_INDEX_BRIGHTNESS" val="0"/>
  <p:tag name="KSO_WM_DIAGRAM_USE_COLOR_VALUE" val="{&quot;color_scheme&quot;:1,&quot;color_type&quot;:1,&quot;theme_color_indexes&quot;:[]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6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6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10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6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19.4499938964844,&quot;left&quot;:24.500027163047342,&quot;top&quot;:233.3750030517578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10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10"/>
  <p:tag name="KSO_WM_DIAGRAM_USE_COLOR_VALUE" val="{&quot;color_scheme&quot;:1,&quot;color_type&quot;:1,&quot;theme_color_indexes&quot;:[]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6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57*84"/>
  <p:tag name="KSO_WM_UNIT_TYPE" val="m_h_x"/>
  <p:tag name="KSO_WM_UNIT_INDEX" val="1_6_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6_1"/>
  <p:tag name="KSO_WM_UNIT_ID" val="diagram20230939_5*m_h_a*1_6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DIAGRAM_USE_COLOR_VALUE" val="{&quot;color_scheme&quot;:1,&quot;color_type&quot;:1,&quot;theme_color_indexes&quot;:[]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5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5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9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9"/>
  <p:tag name="KSO_WM_UNIT_FILL_FORE_SCHEMECOLOR_INDEX_BRIGHTNESS" val="0"/>
  <p:tag name="KSO_WM_DIAGRAM_USE_COLOR_VALUE" val="{&quot;color_scheme&quot;:1,&quot;color_type&quot;:1,&quot;theme_color_indexes&quot;:[]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5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5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9,&quot;transparency&quot;:0},&quot;type&quot;:1},&quot;glow&quot;:{&quot;colorType&quot;:0},&quot;line&quot;:{&quot;type&quot;:0},&quot;shadow&quot;:{&quot;brightness&quot;:0.800000011920929,&quot;colorType&quot;:1,&quot;foreColorIndex&quot;:5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9"/>
  <p:tag name="KSO_WM_UNIT_FILL_FORE_SCHEMECOLOR_INDEX_BRIGHTNESS" val="0"/>
  <p:tag name="KSO_WM_DIAGRAM_USE_COLOR_VALUE" val="{&quot;color_scheme&quot;:1,&quot;color_type&quot;:1,&quot;theme_color_indexes&quot;:[]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5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5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9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5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19.4499938964844,&quot;left&quot;:24.500027163047342,&quot;top&quot;:233.3750030517578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9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9"/>
  <p:tag name="KSO_WM_DIAGRAM_USE_COLOR_VALUE" val="{&quot;color_scheme&quot;:1,&quot;color_type&quot;:1,&quot;theme_color_indexes&quot;:[]}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0939_5*m_h_a*1_5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DIAGRAM_USE_COLOR_VALUE" val="{&quot;color_scheme&quot;:1,&quot;color_type&quot;:1,&quot;theme_color_indexes&quot;:[]}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5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5*65"/>
  <p:tag name="KSO_WM_UNIT_TYPE" val="m_h_x"/>
  <p:tag name="KSO_WM_UNIT_INDEX" val="1_5_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4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4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8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4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4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brightness&quot;:0.800000011920929,&quot;colorType&quot;:1,&quot;foreColorIndex&quot;:8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8"/>
  <p:tag name="KSO_WM_UNIT_FILL_FORE_SCHEMECOLOR_INDEX_BRIGHTNESS" val="0"/>
  <p:tag name="KSO_WM_DIAGRAM_USE_COLOR_VALUE" val="{&quot;color_scheme&quot;:1,&quot;color_type&quot;:1,&quot;theme_color_indexes&quot;:[]}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4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4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8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4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19.4499938964844,&quot;left&quot;:24.500027163047342,&quot;top&quot;:233.3750030517578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8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8"/>
  <p:tag name="KSO_WM_DIAGRAM_USE_COLOR_VALUE" val="{&quot;color_scheme&quot;:1,&quot;color_type&quot;:1,&quot;theme_color_indexes&quot;:[]}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4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6*69"/>
  <p:tag name="KSO_WM_UNIT_TYPE" val="m_h_x"/>
  <p:tag name="KSO_WM_UNIT_INDEX" val="1_4_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0939_5*m_h_a*1_4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DIAGRAM_USE_COLOR_VALUE" val="{&quot;color_scheme&quot;:1,&quot;color_type&quot;:1,&quot;theme_color_indexes&quot;:[]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3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3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7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]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3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3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brightness&quot;:0.800000011920929,&quot;colorType&quot;:1,&quot;foreColorIndex&quot;:7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]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3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3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7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3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19.4499938964844,&quot;left&quot;:24.500027163047342,&quot;top&quot;:233.3750030517578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7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7"/>
  <p:tag name="KSO_WM_DIAGRAM_USE_COLOR_VALUE" val="{&quot;color_scheme&quot;:1,&quot;color_type&quot;:1,&quot;theme_color_indexes&quot;:[]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3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4*69"/>
  <p:tag name="KSO_WM_UNIT_TYPE" val="m_h_x"/>
  <p:tag name="KSO_WM_UNIT_INDEX" val="1_3_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0939_5*m_h_a*1_3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DIAGRAM_USE_COLOR_VALUE" val="{&quot;color_scheme&quot;:1,&quot;color_type&quot;:1,&quot;theme_color_indexes&quot;:[]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2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2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6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2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2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brightness&quot;:0.800000011920929,&quot;colorType&quot;:1,&quot;foreColorIndex&quot;:6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]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2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2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6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2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19.4499938964844,&quot;left&quot;:24.500027163047342,&quot;top&quot;:233.3750030517578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DIAGRAM_USE_COLOR_VALUE" val="{&quot;color_scheme&quot;:1,&quot;color_type&quot;:1,&quot;theme_color_indexes&quot;:[]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2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9*58"/>
  <p:tag name="KSO_WM_UNIT_TYPE" val="m_h_x"/>
  <p:tag name="KSO_WM_UNIT_INDEX" val="1_2_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0939_5*m_h_a*1_2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DIAGRAM_USE_COLOR_VALUE" val="{&quot;color_scheme&quot;:1,&quot;color_type&quot;:1,&quot;theme_color_indexes&quot;:[]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1_3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1_3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1_1"/>
  <p:tag name="KSO_WM_TEMPLATE_CATEGORY" val="diagram"/>
  <p:tag name="KSO_WM_TEMPLATE_INDEX" val="20230939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TYPE" val="m_h_i"/>
  <p:tag name="KSO_WM_UNIT_INDEX" val="1_1_1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brightness&quot;:0.800000011920929,&quot;colorType&quot;:1,&quot;foreColorIndex&quot;:5,&quot;transparency&quot;:0.400000005960464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DIAGRAM_USE_COLOR_VALUE" val="{&quot;color_scheme&quot;:1,&quot;color_type&quot;:1,&quot;theme_color_indexes&quot;:[]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1_4"/>
  <p:tag name="KSO_WM_TEMPLATE_CATEGORY" val="diagram"/>
  <p:tag name="KSO_WM_TEMPLATE_INDEX" val="20230939"/>
  <p:tag name="KSO_WM_UNIT_LAYERLEVEL" val="1_1_1"/>
  <p:tag name="KSO_WM_TAG_VERSION" val="3.0"/>
  <p:tag name="KSO_WM_UNIT_TYPE" val="m_h_i"/>
  <p:tag name="KSO_WM_UNIT_INDEX" val="1_1_4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ffffff&quot;,&quot;transparency&quot;:0.550000011920929},{&quot;brightness&quot;:0,&quot;colorType&quot;:2,&quot;pos&quot;:1,&quot;rgb&quot;:&quot;#ffffff&quot;,&quot;transparency&quot;:0.550000011920929},{&quot;brightness&quot;:0,&quot;colorType&quot;:2,&quot;pos&quot;:0.75,&quot;rgb&quot;:&quot;#ffffff&quot;,&quot;transparency&quot;:1},{&quot;brightness&quot;:0,&quot;colorType&quot;:2,&quot;pos&quot;:0.25,&quot;rgb&quot;:&quot;#ffffff&quot;,&quot;transparency&quot;:1}],&quot;type&quot;:2},&quot;shadow&quot;:{&quot;brightness&quot;:-0.25,&quot;colorType&quot;:1,&quot;foreColorIndex&quot;:5,&quot;transparency&quot;:0.69999998807907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]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i*1_1_2"/>
  <p:tag name="KSO_WM_TEMPLATE_CATEGORY" val="diagram"/>
  <p:tag name="KSO_WM_TEMPLATE_INDEX" val="20230939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219.4499938964844,&quot;left&quot;:24.500027163047342,&quot;top&quot;:233.3750030517578,&quot;width&quot;:911.15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DIAGRAM_USE_COLOR_VALUE" val="{&quot;color_scheme&quot;:1,&quot;color_type&quot;:1,&quot;theme_color_indexes&quot;:[]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0939_5*m_h_x*1_1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VERSION" val="3"/>
  <p:tag name="KSO_WM_DIAGRAM_COLOR_TRICK" val="4"/>
  <p:tag name="KSO_WM_DIAGRAM_COLOR_TEXT_CAN_REMOVE" val="n"/>
  <p:tag name="KSO_WM_UNIT_VALUE" val="65*60"/>
  <p:tag name="KSO_WM_UNIT_TYPE" val="m_h_x"/>
  <p:tag name="KSO_WM_UNIT_INDEX" val="1_1_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0939_5*m_h_a*1_1_1"/>
  <p:tag name="KSO_WM_TEMPLATE_CATEGORY" val="diagram"/>
  <p:tag name="KSO_WM_TEMPLATE_INDEX" val="20230939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4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149.55,&quot;left&quot;:47.75,&quot;top&quot;:183.35,&quot;width&quot;:866.9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添加标题"/>
  <p:tag name="KSO_WM_DIAGRAM_USE_COLOR_VALUE" val="{&quot;color_scheme&quot;:1,&quot;color_type&quot;:1,&quot;theme_color_indexes&quot;:[]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自定义 305">
      <a:dk1>
        <a:srgbClr val="FFFFFF"/>
      </a:dk1>
      <a:lt1>
        <a:srgbClr val="FFFFFF"/>
      </a:lt1>
      <a:dk2>
        <a:srgbClr val="00B050"/>
      </a:dk2>
      <a:lt2>
        <a:srgbClr val="92D050"/>
      </a:lt2>
      <a:accent1>
        <a:srgbClr val="FFFFFF"/>
      </a:accent1>
      <a:accent2>
        <a:srgbClr val="FFFFFF"/>
      </a:accent2>
      <a:accent3>
        <a:srgbClr val="5F5F5F"/>
      </a:accent3>
      <a:accent4>
        <a:srgbClr val="080808"/>
      </a:accent4>
      <a:accent5>
        <a:srgbClr val="080808"/>
      </a:accent5>
      <a:accent6>
        <a:srgbClr val="080808"/>
      </a:accent6>
      <a:hlink>
        <a:srgbClr val="080808"/>
      </a:hlink>
      <a:folHlink>
        <a:srgbClr val="08080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s:customData xmlns="http://www.wps.cn/officeDocument/2013/wpsCustomData" xmlns:s="http://www.wps.cn/officeDocument/2013/wpsCustomData">
  <extobjs>
    <extobj name="C9F754DE-2CAD-44b6-B708-469DEB6407EB-1">
      <extobjdata type="C9F754DE-2CAD-44b6-B708-469DEB6407EB" data="ewoJIkZpbGVJZCIgOiAiMzMxOTUwODI5MTA4IiwKCSJHcm91cElkIiA6ICIxNTQxNzUxMzIiLAoJIkltYWdlIiA6ICJpVkJPUncwS0dnb0FBQUFOU1VoRVVnQUFCSzRBQUFLbUNBWUFBQUJrR2RZb0FBQUFBWE5TUjBJQXJzNGM2UUFBSUFCSlJFRlVlSnpzM1hsWWxPWCtCdkI3aG0yQUFRZFFka1ZsRVJGM1ZGeHlONWZVM0Vxek5JNm1udXgzTEJQVExETXp0VFQxcEtWV2JwMnlVaXcxdHdyRlhYRlBCUkVGV1dTWFpZQUJobGwvZnlDVEk4TU9NdUw5dVM2dTRIMmY5MzIvUTJQSnpmTjhINEZXcTlXQ2lJaUlpSWlJaUlqSXlBZ2J1Z0FpSWlJaUlpSWlJaUpER0Z3UkVSRVJFUkVSRVpGUlluQkZSRVJFUkVSRVJFUkdpY0VWRVJFUkVSRVJFUkVaSlFaWFJFUkVSRVJFUkVSa2xCaGNFUkVSRVJFUkVSR1JVV0p3UlVSRVJFUkVSRVJFUm9uQkZSRVJFUkVSRVJFUkdTVUdWMFJFUkVSRVJFUkVaSlFZWEJFUkVSRVJFUkVSa1ZGaWNFVkVSRVJFUkVSRVJFYUp3UlVSRVJFUkVSRVJFUmtsQmxkRVJFUkVSRVJFUkdTVUdGd1JFUkVSRVJFUkVaRlJZbkJGUkVSRVJFUkVSRVJHaWNFVkVSRVJFUkVSRVJFWkpRWlhSRVJFUkVSRVJFUmtsQmhjRVJFUkVSRVJFUkdSVVdKd1JVUkVSRVJFUkVSRVJvbkJGUkVSRVJFUkVSRVJHU1VHVjBSRVJFUkVSRVJFWkpRWVhCRVJFUkVSRVJFUmtWRmljRVZFUkVSRVJFUkVSRWFKd1JVUkVSRVJFUkVSRVJrbEJsZEVSRVJFUkVSRVJHU1VHRndSRVJFUkVSRVJFWkZSWW5CRlJFUkVSRVJFUkVSR2ljRVZFUkVSRVJFUkVSRVpKUVpYUkVSRVJFUkVSRVJrbEJoY0VSRVJFUkVSRVJHUlVXSndSVVJFUkVSRVJFUkVSb25CRlJFUkVSRVJFUkVSR1NVR1YwUkVSRVJFUkVSRVpKUVlYQkVSRVJFUkVSRVJrVkZpY0VWRVJFUkVSRVJFUkVhSndSVVJFUkVSRVJFUkVSa2xCbGRFUkVSRVJFUkVSR1NVR0Z3UkVSRVJFUkVSRVpGUlluQkZSRVJFUkVSRVJFUkdpY0VWRVJFUkVSRVJFUkVaSlFaWFJFUkVSRVJFUkVSa2xCaGNFUkVSRVJFUkVSR1JVV0p3UlVSRVJFUkVSRVJFUm9uQkZSRVJFUkVSRVJFUkdTVUdWMFJFUkVSRVJFUkVaSlFZWEJFUkVSRVJFUkVSa1ZGaWNFVkVSRVJFUkVSRVJFYUp3UlVSRVJFUkVSRVJFUmtsQmxkRVJFUkVSRVJFUkdTVUdGd1JFUkVSRVJFUkVaRlJNbTNvQW9pSWlJaUlua1ZGNmp5a0ZON1JPK1pxNVFOTEU5c0dxb2lJaU1qNE1MZ2lJaUlpSW5xQ0xtYnV4NldzL1lqTnYyend2TDlrQU5yYkRVUTNoeGVmY0dWRVJFVEdSNkRWYXJVTlhRUVJFUkVSVVdOM1V4cUdmWW1ya0tOSXFkSjRPM05Ydk5KcUdieHN1dFZ6WlVSRVJNYUxQYTZJaUlpSWlPclpIeWtic1QzbW5TcUhWZ0NRbzBqQnh1anB1Smk1djg3cjBXcTFVQ2dVcU94MzJDcVZDa3Fsc3RiUDAyZzBrTWxrMEdnMEZZNExDUWxCU0VoSXJaOUh4dXRKdlBjV0xWcUVyVnUzVnVzYXVWeGU2ZnV6THVYazVDQWxwZXIvUFNCNmxqRzRJaUlpSWlLcVIzK2tiTVJmS1p0cmZQMHY4WXZyUEx5S2pJekVDeSs4Z0h2MzdsVTRidlhxMVhqNzdiZHIvYnk0dURpTUhUc1cwZEhSbFk2TGk0c0RBS2pWYXFTbHBlbDk1T2ZuSXo4L3Y4engwbytxQkIwM2I5N0V1SEhqc0dEQmdscS9McXErSi9IZVMwcEtRa1pHUnBYSGF6UWFCQWNIWS9YcTFiVU9yd29LQ3JCbno1NUtnN2tmZi93UjgrZlByOVd6aUo0VjdIRkZSRVJFdFJJZUhvNVR4NDhoTmpZR3RsWVcrRHNxdHFGTG9uclFzYTBuOGd1TDRlbmxoUUdEbmtlM2JseStWaFUzcFdHMUNxMUsvUksvR1BZV3JyVmFOaWlWU25VL3pOKy9meDhBa0pDUUFMVmFYZTQxK2ZuNUtDNHV4cDA3L3pTUjkvSHhRV0ZoSVhiczJHSHdHazlQVHd3Y09CQ0ZoWVd3dGJXRlFDQXdPRTRtazhIQ3dnSm1abVlHeno5NDhBQlRwa3pST3paNjlHaFlXbHBpMTY1ZEJxL1p2SGt6UEQwOXkzMDkwZEhSK09DREQyQm5aNGVyVjYvaTY2Ky94dXpaczh1dGtlcEdYYjczNm9OUUtNVE1tVFB4d1FjZndOemNISFBuemtWY1hCeG16cHhacGV2TnpNeHcrUEJoQU1DeFk4Znd6VGZmSUNVbEJYUG16S21YZW9tZU5ReXVpSWlJcU1iV3J2NE1hbWtTT25uWVluejd0dkIwa1FEbzB0QmxVVDJKVFpVaU5rV0tZNy90d05sVHgvSE92UGNhdWlTanR5L3g4enE4MXlvRXQ2djVNcnF3c0RCczJyUko3OWpLbFN1cmRPMWJiNzJsK3p3ME5CUWFqVWEzekNrbUpnWkNvUkN0VzdjR0FOamIyK1BpeFl2NCtPT1BzV3ZYTHRqYjI1ZTVuMXF0eHRpeFl6RjM3bHlNR0RHaXdtZHYzNzRkRGc0T1dMTm1EUURnMVZkZnhiaHg0d0NVQk9mZmZ2c3R0bTNiQmdCbzBxUkp1ZmM1ZWZJa3Z2amlDM2g1ZVdIRmloVTRkZW9VMXE1ZGk2eXNMTXliTncvVzF0WlYrbDVROWRYbGU2KytkT2pRQVo5ODhnbTJiTm1Dek14TUFFQndjTERlbUtLaUlnZ0VBb2hFSXQyeGMrZk80ZEtsUzdxdlI0OGVqY2pJU0J3NGNBRFcxdGFZUG4wNlB2dnNNNXc5ZTFidlhrcWxFbXExR3FOR2pTcFR5OEtGQzlHN2QrKzZmSGxFVHpVR1YwUkVSRlFEV256NjRYdG83eXpFaXdNN05IUXg5SVI0dWtqZzZTTEI4MTJCdldkajhObVNCVmk0OURNQW5LMWl5TVhNL2NoUnBOYjRlanR6RjczclU0cWljVEZ6UDdvM3JkbHVnNk5IajhidzRjTUJBTGR1M2NMQ2hRdng1WmRmb2xXclZ1VmVzMmJOR2lRbEpXSGR1blY2eDhWaU1UNzk5Rk1Bd0l3Wk0vRENDeTlnekpneHV2T1AvNUJlbVlTRUJLaFVLdVRuNXdNQVltTmpkYk54TEN3c1lHbHBDUk1URXdBbHZZOWVmLzExZlAvOTk3QzB0SVJRS0RRWWpwVlNLQlRZc1dNSFFrSkMwTGR2WDh5Y09STUNnUUJEaHc1Rmt5Wk44TmxubjJIV3JGbFl1SEFoL1AzOXExVTNWVTFkdnZkU1UxTXJuUWtsbDh1Um5wNk9jK2ZPbFR2RzF0WVdPM2Z1aEZ3dXgrVEprekZqeGd3TUh6NGNYMy85TmM2Y09ZTmx5NVpoNmRLbENBd00xRjJ6ZnYxNlhMOStIVnUyYk5ITjBrdFBUOWNMcm9DU3dDczlQUjM3OXUzRGlCRWpNSFRvVUhUb29QLy95ckN3TU55N2R3OXZ2UEZHbWRvcW1qVkk5Q3hpY0VWRVJFVFZ0bmJWWitqZ0xNVG9udnpMOWJOcWJHOHY3RDE3RjErdVdZVzM1N0ZYa0NHbjBuK284Yld1bGo1NHkzY2JidVljeHkveGkzWEhJNlJoTlE2dVRFMU5ZV3BhOHRkL0N3c0xBTUNLRlN2S1hhb0hBTm5aMlhCemM0T2xwYVhCODFsWldZaVBqMGYzN3QxclZGT3BSWXNXSVRNelU5ZGY2T0xGaXhnL2ZqeUFraGxkbVptWnlNdkxnMWdzUm01dUx1UnlPV3h0YmFGU3FYU3Z5WkFyVjY1Zy9mcjF5TWpJd015Wk16RisvSGo4KzkvL2hydTdPeFl2WG96QXdFQnMyclFKeTVZdHc5eTVjOUczYjE5TW16WU5ibTV1dFhvOXBLOHUzM3MyTmphWU9uVnF1ZGVkT0hFQ2QrN2NnVWFqUWE5ZXZlRGw1V1Z3WEdrZFdxMVd0eXl4Vk8vZXZSRVFFSUJQUC8wVTY5ZXZSK3ZXclJFWEY0ZERodzRoT0RpNDBxV2xabVptK1Bqamo1R1ZsUVVYRnhlNHVMaWdjK2ZPZW1OaVkyT1JtcHBhNll4REltSndSVVJFUk5VVWZ2NGMxTGxKR0Qyb1kwT1hRZzFzYkc5dmZCWnlEWmN1WGtTM1dnWVhqVTJST2c4cFJYY3FIMmhBYVdobGFXS0w3azFmeEtXc2ZZak52d0lBaUpBZXI4c3lNWExrU0RnNU9aVjcvdmZmZjlmN2dmNXhwMCtmaHB1YkcxeGRYV3RWeDg2ZE82SFJhREIrL0hqMDdOa1Q3NzMzSHRMUzBoQVNFb0xseTVkRElCQkFvVkRBMWRVVlVxa1UxdGJXTURVMWhWd3Uxd1VRajRxSWlNRE9uVHR4K2ZKbCtQcjZZdW5TcFdqWnNpVUFJQ2dvQ0V1V0xNR1BQLzZJS1ZPbXdNWEZCUnMyYk1DdnYvNktIMzc0QVdmT25FRmdZQ0NHRGgyS3dNQkFDSVhjejZvKzFQUzlKeGFMOGRKTEx4bThKams1R1R0MjdOQUZZdkh4OFZpd1lFRzEveDBLQkFJc1dMQUFzMmZQeHIxNzk5QzZkV3RzM0xnUjN0N2VHRHg0Y0pYdUlaRklJSkZJY1BQbVRSdzhlTERNK2Vqb2FPVGw1UmxjTXRtbVRSdmRjbGdpWW5CRlJFUkUxWFRxK0ZGMDhpaS9qd3c5V3pxMWxPQmsyRjhNcmg2VFhGang3bm5sZVRTMEFvQ2Y0ejdVaFZhbHNoWEpzRGV2bXhsQlhsNWU4UER3S1BmOHlaTW5LOXlkN2VqUm8vRHo4OE9EQnc4QWxEUzVkbkJ3MEoxWEtwVlFLQlM2M2Y1S3Z6YTBjOXV0VzdjZ2s4bktITisrZlR1YU5XdW0rd0UvTnpjWEVva0VRTWtPYm8vM3B2cjU1NSt4YmRzMlNDUVN6Smt6QnkrODhJSmVjTkdyVnkrTUdUTUc0ZUhobURScEVzek16R0JpWW9LWFgzNFovZnYzeHc4Ly9JRFEwRkFrSmlhaVc3ZHVESzdxU1czZmU0WjgrZVdYNk4yN04yN2Z2ZzF2YjIvRXhNVGd0OTkrdzRRSkU2cDhqMzM3OXVIcnI3L1dmZjM1NTUvajg4Ly82VlgzL1BQUFF5UVM0Y0NCQTJXdVBYZnVuSzVtb1ZDSTBhTkhRNlZTb2FDZ0FFREpzbFZ6YzNNQWdMdTdPOXpkM1hYblNrVkVST2lXeFJKUkNRWlhSRVJFVkMyeHNmY3d2b05mUTVkQlJzTExWWUo5VjI0M2RCbFBEVmRMSC9SMW1vSjk5eitIWEMwcmMrN3gwT3BTMXU5bDdwRmRuRkpud2RYNzc3OWY2Umh2YjIrRHg2T2lvaEFkSFkzbzZHaGQwMndiR3h2ODl0dHZ1akd2dmZhYTNqWHo1czByOXprWEwxNEVBTnkrZlJzaElTRjQ3cm5uREk3THpjM1ZOV0hQenM3V2hWaWxoZzBiQnBWS2hRa1RKcUN3c0JENzl1MHJjdzhIQndmMDdkdTNUUGd3WnN3WXpKczNENis5OWhvS0N3c3JYTXBHdFZPYjk1NGh1M2J0d3ExYnQ3QjkrM2JNbXpjUHBxYW1tRGx6SmxhdVhJbXVYYnRXMkUvcmNTS1JTTmZEN1hGbnpwekJIMy84WWZEYzRjT0hjZjM2ZGFoVUttZzBHb3dlUFJxZE8zZEc1ODZka1pHUmdUZmZmQk5EaHc3Rks2KzhBaHNiRzV3N2R3N3IxcTNENXMyYmRZRnZVRkFRTndvZ2VneURLeUlpSXFvV0d5dUxoN3NIRWdGZWJuWVFXNW8zZEJtMWxpSXJ3SjBzS2U1a1MzWEg3bVRsSUY5Uk1sTm9TZC91Y0JYWDdvZEpPM01YWFREbFp0VUdYMGRQMDRWWFZRMnQ2dHJhdFdzci9JSCt2Ly85cjI3M3dNZnQyclVMQURCa3lCQk1uVG9WbHk1ZHd2YnQyd0dVTEhWYXRHaVJibXg2ZWpxMmJ0MktvS0FndUxxNlFxdlZsbGtpZGVIQ0JiUnExUW9XRmhiNDMvLytwK3NqWktqSFZWeGNIR2JObW9XTWpBeG90VnJNbWpVTEFQQi8vL2QvYU4rK1BhWk1tUUlBU0V4TXhPN2R1eXY5UHVUbDVVR3BWR0xVcUZFUUNvVVZMbUdycWg4am9uRXFJYm5XOXpGRy8rcm9oNTd1enJXNlIyM2VlNCs3ZHUwYXRtM2JodG16WjZOWnMyYTY0NzE3OTBhblRwM3cwVWNmWWVQR2piQ3hzYW5TL1V4TVROQ3hvK0hsOEhGeGNlVmVWeHAyaFlTRVlNdVdMWHJubWpWcmhsbXpabUhidG0wNGZQZ3czbnp6VFZoWldVRXFsZW8ySWdDQW5Kd2NpTVhpS3RWSjlLeGdjRVZFUkVUVmN2MzJQUUJkRzdvTU1pTFhvKzQxZEFuVmxpSXJ3TW1FWkZ4SnpVQjBsaFNwc29JeVk3enRKYkF4TjRPTmVkMEVjem1LVk56TU9ZN3VUVitFbTVVdjNtcXpEVjlIVDRPOXVXdTFRaXQ3aStyM2s5Sm9OQWdMQzlOOW5aU1VCQUM0ZWZNbTB0UFR5NzN1d1lNSHlNL1B4OUdqUjNYSFdyVnFoZUxpWXB3OWV4WmlzUmlXbHBad2RuYld6WUlDZ0taTm0yTEFnQUc2cjJOalk3RjE2MVowNmRJRmJkdTJCUUE0T2pycW1xRGZ2bjBiMmRuWjZOYXRHd0JnN05peGtNdmxBRkNteDFYSGpoMTFEYnUvL2ZaYjlPblRCMzUrSmJOQUh3MHRnSklBN1pkZmZxbndlNU9Sa1lIcDA2ZGp5SkFobkdGVlJRcU51dkpCRDlYMWUrL3hIZmNTRXhQeDZhZWZJakF3RUMrK1dIYmpndURnWU15YU5RdWZmUElKbGk5ZnJsdXE5eVFkT0hBQUowK2V4T3V2djQ0ZE8zWmcxNjVkY0hkMzF5MHJmSFJwWUVoSUNMUmE3Uk92a2NpWU1iZ2lJaUlpb21mRzVkUU0vQko1QnljZXpvUnhGbHNod01VUlB2WSs2T3JpaURZT2RUT2IwTTJxamNIanBUc0Vsb1pYd2UxQ1lHbGlVK1hRU21RaXJ0RXlRYlZhclpzTlZVb2lrV0Q3OXUyd3RyWXVzelJKbzlFZ016TVRJcEVJdHJhMmV0ZU9HalVLQ29VQ0hUcDBLSGRteUMrLy9JSzh2RHpNbkRtejNKcXVYNytPQ3hjdVlQcjA2Zmo5OTkvUnUzZHZLQlFLQU1EQWdRT1JscFlHNEo4ZVYyRmhZYkN3c0lDZm54LzgvUHh3NTg0ZEtKVktUSmd3QVQ0K1BsWCtYcHc3ZHc1ZHUzYlZOWFZmdjM0OXJLMnRLNnkxSmw3emI0UFgvQTIvRDU0bGRmM2VlelM0U2tsSndYdnZ2UWNiR3hzRUJ3Y2JmTDVFSXNIQ2hRdXhjT0ZDZlBEQkIxaTJiQmxFSWxHRk5SY1VGR0RVcUZFR3oxVzJrNlVoUFhyMFFIUjBOSUtEZzlHcFV5ZTg4ODQ3Y0hGeDBjM2VlclNlaGdqV2lJd2RneXNpSWlJaWF2UXVwMmJndTJ1UnVKS2FBYkdaR1daMGJvZkovbTFnWTE0L00yd3NUV3poYXVsamNHZkJSOE9yUjBPb3Fpd1A5TExwVnFONnpNek1zSFBuVHQzWEtTa3ArUGpqaitIaTRvSlBQdmtFRW9rRUlTRWgrUG5ubjNVOXFuYnQyb1VmZnZnQmt5Wk5Ldk5EdkVhandmRGh3L0hWVjE4WmZGNU1UQXh5Y25JcXJDa21KZ1lGQlFXUXlXUTRjZUlFVnExYWhjT0hEeHNjbTVpWWlJeU1ERXlhTkVsMzdNeVpNd0NBUFh2MjZDMUxOS1N3c0JCQ29SQlNxUlFyVjY2RWw1Y1hsaTFiaGl0WHJ1RENoUXRZc21RSnJLMnRrWkdSQVZ0YjIwcUREYXE2dW43dlBYcWYrZlBuUTYxV1krWEtsUlV1QSt6Y3VUT0NnNE94YXRVcUxGaXdBRXVYTGkzVEc2MlVqWTBOUEQwOUVSUVVoRTJiTnFGbHk1WVlQbnc0VnExYWhlZWVldzQ5ZS9hc2R2TjBSMGRIQkFjSFkvejQ4Zmo1NTU5MXN4UFQwOU5oYm03T25sWkVsV0J3UlVSRVJFU04ycytSZDdBbS9CcWN4VlpZMHJjN1JubFh2VWx6YmZSMW1xSUxxUjczYUhnRlZMMm5sYjlrWUszck9udjJMRmF2WG8xT25UcmgvZmZmMTgwOFVxdlZ1dDMvQUdEaXhJbHdkbmJHNTU5L2pzdVhMMlBtekptNnBYMUNvYkRNc3J5YXNyUzBoSitmSC96OS9jc05ydkx5OHJCMTYxYjQrZm1oUTRjT2tNbGtPSGp3SUlSQ0lZcUxpOHVNTHlvcXdydnZ2b3ZwMDZjaklDQUFiNzMxRm54OGZQRCsrKzlqeFlvVldMUm9FWUtEZy9INTU1OWo4K2JOOFBUMGhGS3B4TnR2dncxZlgxOTg5TkZIdWg1YlZIZnE0cjBIbEN3dFhieDRNUlFLQlZhdlhnMFhGNWRLbnoxa3lCRGs1K2RqMDZaTm1EbHpKaFl1WElndVhicVVHVGRvMENBTUdqUUlHbzBHSzFldVJJOGVQUkFZR0FoemMzTjRlSGdnTURBUUFMQjA2VktNSGoyNjB1ZCsvLzMzMkxObmo5Nng4K2ZQQTRCdWg4M0h3em1SU0lTUWtKQks3MDMwckdCd1JVUkVSRVNOVXI1Q2lUWGgxM0R3Ymh4R2VyZkV2TUF1OVRiRHlwRHVUVi9FbnlrYmthTklOWGgrMy8xVnNMZHd4YVhNL1ZVS3JUeHR1dXFDcnBxSWlZbkJ0OTkraTcvLy9odWpSbzNDbjMvK2lRa1RKdWpPcTFRcXFGU3FNajlFOStqUkE0bUppUWdLQ2tLUEhqMHdhZElrK1B2NzE3aU94NW1ZbU9ERER6K3NjRXhtWmliTXpNenczWGZmWWNPR0RmanBwNThnRkFyUnYzOS9YUytzMjdkTGRyZjA5ZlhGK2ZQbkVSTVRZM0RaVmZ2MjdiRnMyVElzV3JRSUd6ZHV4UHZ2djQ4TEZ5NUFwVkpoeG93WldMbHlKYjcvL25zRUJRWFYyV3Q4MXRYbGV3OEFGaTVjQ0hOemM2eGV2UnFwcWFuNDZLT1A5SzdMeWNsQmRuYTIzZ3c5b0dRSnE0Mk5EZGF1WFl1VksxZGkyN1p0NVM3NysvUFBQNkhSYUhSQjFlT3VYTG1pNjYxV2tjREFRSU1oYjNaMk5yNy8vbnYwNmROSDE5dXRWSFdYSWhJMWR2d1RRVVJFUkVTTjBxeERZYmlUTGNXN1BUcGpzbi9WZXlEVnBURXRGbUI3ekRzR3o4blYrZGdZUGIzcTkycStvTVoxeU9WeWZQTEpKekF6TThPYU5Xdmc2K3VMdm4zNzZvMEpDd3REYUdpb2JtZTBVazVPVG5Cd2NNQ3Z2LzZLWDMvOUZScU5SdS84d1lNSGNlVElFV2cwR2xoWldkV29Qa1BMdHZMeThnQUF5NVl0UTFSVUZQcjE2NGV6WjgvcTZsaTBhQkZ1M0xpaEM2NGlJeU1SR2hxS3paczM0K1RKazNCd2NDZzNZT3ZVcVJOV3JGZ0JiMjl2QUNVellNNmVQWXVRa0JCRVIwZGo1ODZkYU5XcUZmcjE2MWVqMTBQL3FPdjNYdHUyYlRGNDhHQzgrT0tMdWwwb1gzNzVaYjNyZHU3Y0NTY25Kd3dlUExoTVBVT0dESUdUa3hPc3JhMWhZMk9Eb3FJaXZmTmFyUlpIamh6QlYxOTloVGZmZkJQMjl2WUFTbVpCWGI1OEdkN2UzcmgxNnhhS2lvcmc1dWFHbUppWWNsOTdjWEV4L3Zyckx3d2VQRmkzS1FFQXlHUXkzZkxXeE1SRURCOCtITjI3ZDYvQ2Q1UG8yY1RnaW9pSWlJZ2FuWTlQWGNTZGJPa1RYUnBvU0h2SlFMellmRDcyMzE5ZHEvdE1hcmtNYmxhK05iNWVKQkpoM2JwMWFOS2tpVzQyUjhlT0hmWEdSRVZGd2NURXBNeHhYUTJUSnVHbGwxNHEwOStuVzdkdUdEbHlKQ0lqSTNIbzBDSGRjYTFXQzdXNlpQZTVSLzlaK25sbFRwOCtEYUJrZDdtVksxY2lJQ0FBbHk5ZnhxZWZmb3FYWDM0Wi9mcjF3NDBiTjNUanBWSXBKQklKTWpJeUVCNGVqcGRmZmhsQ29SQkFTWitseDVjVWR1clVTZmQ1ZEhTMExsaVlNV01HSWlNanNXN2RPZ1FFQkxEL1VDM1Z4M3Z2blhmK0NZTTlQRHpnNGVHaE4zN2Z2bjFvM3J3NXhvMGJaL0IrSFRwME1Iajg2TkdqMkwxN054UUtCVDc2NkNPOTJWYWpSNC9HbGkxYmNPblNKUWlGUXZUbzBRUGR1blZEWkdSa21UOFRoWVdGMEdnMG1EMTdObEpUVXpGMDZGRGR1UXNYTHVDcnI3N0Nnd2NQTUd2V0xKdytmUm9mZlBBQnVuYnRpbG16WnFGVnE0Yjc3eFdSc1dKd1JVUkVSRVNOeW9tRVpCeThHNGNabmRzMWFHaFZxcC9URkFDb2NYZzFxZVd5V2kwUkxPWGc0SUFwVTZZZ1B6L2Y0SG1GUWdHbFVva3hZOGFVZTQ4MzMzeFQ3NGR3b0dSV1RHQmdJSm8yYlFxVlNxVTdmdlBtVFF3Yk5reHY3Tnk1Yy9XKzd0eTVjN25QR2pac0dCSVNFakIvL256WTJOamcyclZyV0xGaUJVYU1HSUhwMDB0bXFsbFpXU0U2T2hvblRwekF5Wk1uOGR4enorSEFnUVBRYXJVWU1XS0U3bDR0VzdiRW1UTm5zR2ZQSGpnNE9PZzlKeW9xQ2pFeE1SZzdkaXlBa21WYUgzNzRJWEp6Y3hsYTFaSDZldS9WTlhkM2QvenJYLzlDang0OWRLRm5xWEhqeG1IczJMSFl2Mzgvek16TVlHcHFpdDkrK3cxSGpoeEJpeFl0ZE9NMEdnMU9uVG9GQUxDd3NNREdqUnZoNE9DQXc0Y1A0K0RCZzdoNzl5NWNYRnl3YXRVcWRPalFBUk1tVE1EUm8wZXhaY3NXekpvMUM4T0dEVU5RVUpCdXBoY1JNYmdpSWlJaW9rWm1UZmcxZU50TE1LdEwzZlZocXExK1RsTmdiK0dHZlltZmw5dno2bkd1bGo1NHBkV250WnBwOWJpMzMzNWJMMXlxcnRhdFc1ZTVYK2xzRXk4dkwzaDVlUUVBeG93WlUyNXZvRko3OSs2dDhMeWJteHMrK2VRVEFDVTlydGFzV1lOWnMyYnBoUmNEQnc1RWFHZ29saTlmam1iTm1tSGt5SkVRaThYdzh2TFNhOWc5YmRvMFpHVmxZZHUyYlhwTndJR1NYZVRHalJ1bnQ2ek0yZGtaenM3T0ZkWkgxVlBYNzczNjRPdGI4WjgxZ1VDQXc0Y1BJeTR1RGtESlRMN1dyVnZyelFBVENvVm8wNllOQWdJQ01HUEdEUHp4eHgvWXNHRUROQm9Obkp5Y01IdjJiSXdZTVVMWG1CNEFCZzhlako0OWUyTEhqaDNZdjM4L05Cb05nb09ENitkRkVqMkZCRnF0VnR2UVJSQVJFZEhUWThpUUlRajk3S1dHTG9PTXlKQ0ZJUWdORFczb01nQUEzMXlOd0hmWElyRjV4QUFFdURnMmREa0dYY3pjandocEdDS2t4dzJlOTVjTWdMOWtZSjNNc21wTXRGb3RkL29qbzZIUmFDQVFDQXkrSnpVYWpXN0dsbHd1eDQ4Ly9vanUzYnZEMzkrL3pFeXV4OTI5ZXhldXJxNmM3VWYwQ002NElpSWlJcUpHNCtEZGVIUnhibWEwb1JWUXN0dGdhU2dWazM5SmQ5elN4S1pPWjFjMU5neXR5SmhVRkVBOWVrNGtFdUdOTjk2bzhuMUxOd3dnb244d3VDSWlJaUtpUnVIQTNUaWt5Z293TDdEOHZrbkd4c3VtVzBPWFFFUkVaTlFxbnFkSVJFUkU5QVJFSldiaCtyMk1LbytYeXVTNGZpOERLVm15ZXFsSG85RkFyZFpVNjVxaVlpV2tNbm05MUZNVGFyVUdhZGt5Wk9VVlZUNjRrVGg0Tng3T1lpdjA5M0JyNkZLSWlJaW9qakM0SWlJaW9nYjM2VS9oQ1A3MlpKWEgzNGg3Z09CdlQrSkFlR3k5MUxOdzIya00rK0JYUEpBV1ZtbDhmcUVDNzM1ekF1OXNQbzZNS2w1VFhRVkZDdVRrVnowWWU1QmJpQ21yanVEakg4N1ZTejNHSmtWV2dDdXBHVWF4aXlBUkVSSFZIUzRWSkNJaW9rWkhvOUVnSzYvaWtNZk1WQWlKV0ZRbno3TVdtY0t0cVJnbmJ5Umg3dWJqV0RPelA1enRTeHJyenZ2MlJJM3UyZHZQRmVQNitBQUFNbklLOFA3Mk16QTFFV0R0ckFHd0ZwblZTZDJOeVluNFpBREFLQjhHVjBSRVJJMEpneXNpSWlKNm9vb1ZLbXo5ODZiZXNmd2lCUUJnNDRGclZicEhTbFlCQU9EdjJBeTlhMW8wczhYSVFFL2tGeWt4K2JOREZkNmpuWWNEL3Z2bVFQeHlJZ3BxdFJhdkR2S3JjTHhLcmNHdWs3ZlIxTllTUXdQMHd4R2hVSWlGRTN0QXJsRGp3dTFVek45eUV2Lzk5d0E0MkZyaXhyMEhWWHBOajJ2cFpLdjczTmJhQXVhbVFzU2tTUEhSLzg1aTViK2VnN21aQ1FCQXJsREIwQ2JSeFVvMUFFQ2oxYUtvV0dud0dRS0JBQ0x6eHZIWHdTdXBHWEFXVzhGVnpKMjRpSWlJR3BQRzhUY1ZJaUlpZW1vbzFScnNQUnRqOEZ4NXg4c1RreUpGVElwVTkzV0Fqek5HQm5yQ3dzd0VVd2IvRTBTRm5McURKdGJtZUw1clM5MHh4eVpXQUlCZno5eUZVcVdwTkxoU3F0VFk4VmNrZkp2Ymx3bXVBTURVUklqRmt3TXhmOHRKbUFpRk1CRUtrRmRRak4rWGpqRjR2d0s1RXBibXBoQUs5WGRLT3gyUmpOVWhsL1NPaWN4TjhXbFFIOHpaR0lZYjl4NWcrYy9oV1BKYUx3aUZBc3o4NzE5SXpTNG90KzQ3U1RrWXZXU2Z3WE5tcGtJYy9uUjhoYS83YVpDdlVPSmtZakltdGZOcDZGS0lpSWlvampHNElpSWlvaWRLYkdsZUpzeDVZOTFmeUpBV2xodnlQTzVzWkFvKzMzMFJZM3A1WWRwUWY5MXhrNGRia0l2TVRURjFjRHNBUUZaZUVYNDRlZ3NqdXJmU0hhdExaeUtTY1B0K05vWjA4WUNIVXhPc25OWVhGbVltaUUvTHhZS3RwekN4bnk5ZTd0ZW16SFdmN2JxSWRHa2hQbndsRU83TmJIVEh6VXdNdHlCMXNMWEU4cUErZUdmemNaeTdsWUlmdzI1aDZ1QjI2T3J0aEd3RHZhL2tDaFd1eG1SQWJHbUdEcTJhR2J5bmFUblBldHFjU0VnQ0FQYTNJaUlpYW9RWVhCRVJFZEVUWjJsUk56MmFURTJFbGQ3cjZ0MTBBRURIY3NLYjJycHdPeFYvWEk1SDJ4WU84SEJxb3VzLzVXSnZEYkdsT2I0N2NnTk9kbGJvMTZHNTdwcUx0MU54N2xZS25PMnMwTFNKWlpXZjFkSzVDWmE4MWhQN3o4ZGkvTVArVjIrUDdXcHdiRnEyREZOV0hZRjdVeHNzbmRxN0ZxL1ErSlV1RTJ6aklHbm9Vb2lJaUtpT01iZ2lJaUlpUFlWS0ZSUWFEVlJxRFJRYU5aUnFEWlFhRFpScURSUnFkYjArdTd3bGJiVngrVzRhVElRQ2RQUjByUE43VjhUYTBod2ZUZzdFZjc0K2hpLzJYRWFMWmpabzVTS0JVcVhHVjcrWDlPV2EvMUwzYXZlWTZ1emxoTTVlVGdCS2RqUFVHT2h2QlFDeW9wSytWbXFORnJrRnhlWGV6OUxjVk5jdjYybDFJaUVaL1QzY0dyb01JaUlpcWdjTXJvaUlpSjRTQlVvVlpBb2xDcFJLeUJSS3lCU0toOGNVRDc5V29rQ2hoRXgzL3VHSHN1UzRpOWdhQ3JVYUtvMEdpb2VoVkVrNHBVR2hVbFhsT3V6cThUVSsycGVxSWducGVUaDFNNm5TY1FxbEd1ZWpVdEhKMC9HSjdzU25WSlY4YjkyYml2RlNYeCtjdTVVS0NBUW9LbFppOTZsb3BHWVhZRVQzVnZCMms2Q29XQWxURXlITVRLc2ZIcjIrK2pEeWl3dzNYaTkxTnprSEU1YjlYdTc1Lzd6WUdhTjdlbFg3MmNiaVJFSXlaQXExTEpwaEFBQWdBRWxFUVZRbCtudTROM1FwUkVSRVZBOFlYQkVSRVRXZ3JDSTUwbVNGU0M4b1JKcXNFSmxGUlVqT2t5R3JTSTc4aCtGVVNWaFY5V0NwUERueThtZmRHSXVxOXFBNmRmTitsWUtyaTlHcEtDcFdvWmVmSzlScWplNjRRQ0FvMHhTOUxtMCtkQjIvbjQvVk96Ynp2My9wZlgzNFlod09YNHdEQUl6dTZZbi92TmpGNEwyK08zd0RTWm41ZXNjV3ZOd2RWaUl6REExb2hhTGlrdmVHUnF1RlVGRDExM1FuT1FkM2szT2VhS0JYSDM2T3ZBT3htUmxuWEJFUkVUVlNESzZJaUlqcWlWeWxSbksrVEJkS3BSZjhFMUNsRlJRaVhWWUlwVVpUK1kyZUlhTSsybHVsY2VvcWZ0OE9YYndIQU5pdy94bzI3TCttTys3dFpvZU4veG1zKzdwQXJzUzRwZjhzVXl4OEdBYk4vUEl2MUNiZTZ0bldGVTJzemNzOW4xdWd3UG1vbEFydmNTUHVBVzdmejlZN3Bud1l3czE2b2FQdTJOZS9YME5NaWhSVEIvdnBsaElDd04reEdiZ1drNEhBdGk1bzI4SkJiL3pkNUJ5SUxjdXZ6OWhGWjBseEpUVURNenJYZmROOUlpSWlNZzRNcm9pSWlHcEFwZFVpL1pFQXFpU1FLdEFMcG1TS2lwZHdVVm1ET3JXbzByalViQm11eG1SVU9PWitSaDR1MzNuWW1MMTFNM2c0MlFJQWpsMUwxQnZuS0xHQytXUEw5T1JLTmRRYUxVVG1wbnF6bUNwYmx2ZTRWd2I0Nm9WRmo0dEt6S28wdUZyMmVtOG9WU1ZCMWVMdnp5QTJOYmZNR0kxR2cyS2xHcEVKbVhodnl5bjRlVGhneWlBL0JQZzRJeUkrRXo4ZGo0S2QyRUt2bHRLZENLMHRuczYvRGtablNUSHJjQmpFWm1hWTdGOTIxMFlpSWlKcUhKN092NmtRRVJFOUlWb0FTWGt5eEdSTEVaT1RxL3ZuL1R4WnVVMnhxZWJlR1dkNGg3ekhuYnA1djlMZzZ0Y3pkM1dmOSt2Z2psR0JKWDJjU25jWkxQWDEvdzNHNDk3YmNoTFhZakt3L3MyQmFDYXhBZ0FVRlN2cnBYbDhaU1Jpa2U1elEzMnc4Z3FLSVMwb3hydmpBekNtbHhlK09YUWRWMk15OE5IL3ptTDd2R0gvekJoN2JPcVl0NXNkaXBWcU5HMWlWWC9GMTRNcmFROXdKeXNIMzF5TkFMVEFOeThNaEkzNTA3M2NrWWlJaU1ySDRJcUlpT2loM0dJRm9yTnlFSk9kaTVnY0tXS3ljM0V2SnhmeWV0NUo3MW56ZldnRU1uT0w5STdsRlpiMDMxcXo1MUtWN3BFdUxRUUFYTG1iWHVhYVFaMDk0Q1N4d2grWDR5QXlONEZjVVRmLy9pd3R6UEQ3MGpIVjZpUDFKR3crZEIzSHJpWGdoUjZlbURyWUQ1Ky8wUStYb2xPUklTMkNrNTIxYmxtaHFWQ29kOTJrL3I1MVhrdkExbDExZnM4eXRDV0JjaXVKTGJhUEhzelFpb2lJcUpGamNFVkVSTStjWXJWYUw1d3FuVW4xTkRRdmJ3eE9SeVFqSVQzUDRMay9Mc2RYNjE1eGFibUlTOU5mT3VmcElzR1JTM0ZRYTdTWTFNY0hPOE9peXIxZW9WUkRWcVNBbGNnTUl2UEsvMXFrMFdoUnBGVEJ4RVFJVXhOaHBlTy9PM0lETmhYMGtNb3ZVbFI2ajhxTTZONGFDUmw1T0JBZWk2UFhFakNwbnkvRzkvR0d4Y1BYSTFlVTlPc3lONnYrcm9YVjFkL0RIYm5GOWZ2blNLUFJJaVluRi9HNWVWZ1RmZzBmOSsxZXI4OGpJaUtpaHNYZ2lvaUlHcjJrZkJsdXBHZmhSa1ltcnFkbklpWmJDaTd5YXpqZnZ2MDh0STh0czN5UVc0VDN0cHhFYW5ZQmdpZDB3K0RPSmIydVVyTUxrRitrUUF0SFc0ak1URkFnVitLZHpjZHgvMEUrM2h6WkNTLzI5Q3h6ZjZGUUFMT0xjY2lRRmlMQXg3bkM0T3JVelNSOHZ2c2lncDV2aDFjSCtsVmErK1pEMS9ISDVYaXMrL2NBK0xkc1d1bjQ2UHZaMEFKUXFqUXdmUmgyS1ZVbC9iUE1UWVVRQ29VUW1adkNyQW9oV0huOFd6YkZWMjhOUXVqVkJIeHo2RHEyL3hXQmxrNjI2Tld1WkplOUhGbEpMeXNieS9xZm1mVEY0TjcxL294U0g1KzZnSU4zUzNabFpIaEZSRVRVZURHNElpS2lSa1doMWlBcU0xc1hVdDFJejBRMloxSVpGYUZRZ0VjYkxpV2s1K0tESFdlUW5sT0lhVVA5TVRTZ3BlN2NqdEFJbkx5UmhQV3pCNkp0Q3dmWVdsdGd4YitldzM4MkhzT21nMzhqTlZ1R21TTTZsT245OUVLUDF1amIzZzBKR2ZsUDZtWHA4VzF1RDFtUkFxOFA4Y2U1VzhuNDV0QU5CRThJd0tET0h0aXcveXArUHgrTHI5NGFoRll1a2hvL1E2dlY2bVpUQWNCei9tN28yTG9aUXE4bW9MT1hJNHFLU3hySkp6NzhIa2pFSXQyeFI1bWFDQTMyempKMkgvZnRBUjk3TzZ5OWNBMGp2VnNpd01XeG9Vc2lJaUtpZXNEZ2lvaUlubXJaOG1MOG5mWUFOOUl6Y1QwakU3Y3pjNkRVYUJxNkxLcWlNeEZKV0JWeUNVWEZLcncrcEIxZUdkQzIwbXVjN2EyeGJ0WUFMTmg2Q3Z2T3hlRDZ2UWQ0ZTB3WHRIdHNCcFNObFFXQWhnbXVoblJwaVNGZFNnSzRldzkzQVd6aGFGdnUrSWk0QjlqNlp3VGVHTmEreXM5SXp5bkFsRlZIREo3N1BqU3l6TEU1RzhNTWpwMDhvQzMrTmRTL3lzODFKcFA5ZmZCVFpEUyt1eGJKNElxSWlLaVJZbkJGUkVSUERZMVdpN3ZadVhxenFWSmtCUTFkRnRWQWZtRXhOaDI4anRDckNSQUtnRmJPVFpDZVUxQ20wWHIwL1d3QXdNL0hiNk9KdFg2dnFOSWdLQzR0Ris5c1BvNCsvbTU0NlRrZitIbFV2b1R2U1pISzVEZ2RrUXc3c1FVOFhacVVPMDZ1VkNNaVBoT3hxZElLZTJJOVNtUnVpbDUrcmhXT1NjMHVRRnhhTGh4c0xkSEczYzdnR0ErbjhnTzFwOEVvNzFiNDdsb2tVbVFGY0JWYk4zUTVSRVJFVk1jWVhCRVJrZEdTS1pXNG1aNkZ2OU1mNEdaR1NZOHF1WW83L05VM2tZa0p6RXlFTUJNS1lXNWlBbE1USWN5RndvZkhUSkJjaTN0ck5CcnNQeCtMSDQ1R0lyOUlDVWVKRlQ1NHBRZCtENC9GaVJ0SlpjWXJsQ1ZMNGE3Y1RZTlFXTFlQMUpkdkRzQzVXeW5ZR1JhRk14SEpPQk9SakxkR2RjS1kzdDU2NDY3ZXpkRHRMcGhmcElTbFJmMzNlNUlyVlBoODkwWElGU3BNSGV5bnE3OTBWMEtGNnArWmdmY2ZsTXdNYTJwcmlXSmwxZDdqRXJFSTQvdjRvRVByWmdiUEZ4UXBNR2RUeVN5clhuNnVtRE9tUzQxZml6RWI1Vk1TWEoySVQ4WmtmNStHTG9lSWlJanFHSU1ySWlJeUtqRTV1VGlkbUlKVGljbUl5TWhpRS9WSG1BZ0VFSnViUVd4dUJodHpjOTNuSlIrUGZHMW1CaHNMYzkzbll2T1NyMVB5WlRBVGxvUlNKVUhVUDUrYm1nZ2hNcWxhbjZNaEd6NnY4V3NRQ29WSXl5bUFUSzdFNko2ZW1EYTBQYXhGWnVYT2t2cjBwL000ZVNNSlg4enNqN1l0SEF5T2FlMGl3YUJPTGZEOTBVaWtaaGRnVkdEWmh1MW5JcE54SnZLZnlNMVJZbFhqMTFBVmw2SlQ4ZldCdjVHY0tVTXZQMWVNNy9OUG9OS3NTY216VisrNWhMYk43YUZRYVhEdVZncUVRZ0g4UEJ4d0xTYWowdnNyVldwOGMrZzZmajF6QjRlV2pTdlRveW83cndnZi8zaGUxOS9xUUhnc1lsSnlNSHRrSi9pVzgzMThXcm1LcmVGdEw4SEJ1M0VNcm9pSWlCb2hCbGRFUk5UZ3ppZWw0Y3o5Rkp4TVRFYWFyTENoeTNuaW5Ld3Q0V1J0QldleE5WekYxbWhxYlFsbmF5dllXNG9lQ2FyTVlHbGF1Lzl0MjRzczZxamkycGsxb2dOR2RHc0ZENmZ5bDg1Vmw0dURHQXNuOW9CR296RTRNMnY2c1BZWTFLbGtwOEo1MzU0b2MxNnQwVUx4eUV3bmphWWtNbFdxTmZySHRSVkhxUmR1cDJMYm56ZHhMelVYWnFaQ1RCbnNoOWNHK2oxc1NGOWllTGRXQ0wrZGdzajRUQ1NrNXdFQW1qYXhSTkNRVHBDSVJWQ3BTMlppQ1I1cFlGOUtXbEN5MGNDNzM1eEFhbllCSkdJTEtGVWFYWENsVm12dzU1VjRiRGx5QS9sRlNyZzFGZVBOa1IzeHk0bG9STVJuNGo4Ynd6Q2tpd2VtRDJzUEIxdkxDbC9MMDJTVWR5dXN2WEFOK1FvbGJNenJmellkRVJFUlBUa01yb2lJNkltVHlvdHhLakVGcCsrbklEd3BEVVVxVmVVWFBhWHNSUlp3RWx2cGdpbG5hNnRIdnJaQ1UwdVJidW5ZczBJb0ZDSzNvQmlyZGwrc2RPenRoejJ1Zmp4MkMwMnNLdzdlekUxTjhNNjRyZ2JQV1l0TTBlemhMQ3NmZHp0WW1PblBVUHJoNkMzOGNQUldtZXRlWDIyNCtYbDVXam5ab3JCWWhkRTlQZkZ5M3pad3NpdmJjOG5HeWh4clp3MkFWcXVGUnFPRlFBQmQyS2JSYUJGK094VkFTWmoxcUxoVUtkSnpTbnE2cFdZWG9HOTdkOHdaMHdWV0lqUGtGUlRqNkxWRTdEdDNGNm5aSldNNmV6cGkwU3M5SUJHTDBNUFhGV0YvSitDN0l6Y1JlalVCcHlPU01hbGZHN3pVdHczTXpaNitIUVVmMS9WaFkvWVRDVWtZNWQycWdhc2hJaUtpdXNUZ2lvaUlub2k3MmRLU3NDb3hCWkVQR3NjU1FMR1pHWndmaGxDUGhsRk8xbFp3ZnZpNXFZSFpQd1NrWkJYZzJOK0pWUm9yRkFwdytXNTZwZU1zelUzTEJGZU9UU3dSOUh3NytEYi9aM25jaDVONzZqNlhpQzNRenFQcVMrZVNzMlNReW9yTFBlOW9aNDBmM2h0UjVmdk4vUEl2Q0FRQ21Ka0lJUlFLa0NFdGhGUldES0VBNk43R1dXOXMxUDFzYUxXQXlOd0VjOGNGb0hzYlp4eS9maC9oVVNtNGNqY2Q2b2V6eEJ3bFZuaDlTRHM4MzdXbDN2VURPM21nbDU4YmZqeDJDM3RPMzhHTzBFZ2N1UnlISmEvMWdyZWI0Y2J0VDRzMkRoSTRpNjF3SWo2WndSVVJFVkVqdytDS2lJanFoVktqd2FXVWRKeEtUTUdaeEJTa0ZUeTlTd0ROaEVKNDJqV0JsNzBFM3ZaTjRHMHZnYStESFd3dHFyYjdHNVUxckZzckRPdFcvd0dEbzUwMVhoM29WKzc1QUI5bkJQZzRsM3YrY1d2MlhNSWZsK1Byb2pRSUJBTFlXbGtnSWo1VGQ4ek1WQWhQbHlhWU9yZ2RXcnRJOU1ZUDc5WUs4ZW01R0Izb0JmZG1ObENxMURoMElSYXhxYmtBZ0xZdEhEQTYwQk1ET2phSGlZbmh3RlJrYm9vM2huZkFrQzRlV0wvL0doSXo4dUJpM3poMjR1dnY0WTVmSXU4MGRCbEVSRVJVeHdSYWJTWE5Hb2lJaUtwSUMrQkthZ1lPM1kxSFdQeDlGQ2lmdmlXQWpsYVc4SEdRUEF5cFNqNDhtdGpBNUJsYnpsZVJJVU9HSVBTemx4cTZqRVpGbzlGQ3JkSEExRVFJUVRYZWF5bFpNcHkrbVlUK0hac2JYSlpZbWJUc0FqalhRWEExWkdFSVFrTkRhMzJmMnJpY21vRi9IejZPTHdiM1FYOFB0d2F0aFlpSWlPb09aMXdSRVZHdHhVbnpjUEJ1SEk3RUpDQ2pzS2loeTZrU2tZa0pXdHMxMFF1cDJqaElJRFpqWTJkNjhvUkNBWVRDNnZlYWNuVVFZMkovM3hvL3R5NUNLMk1SNE9JSXNaa1pEdHlKWTNCRlJFVFVpREM0SWlLaUdzbVdGK053VER3TzM0M0huV3hwUTVkVEtXZHJLM1IwYW9vT1RrM1IwYWtwZk93bHoxeFRkS0xHN2hWL0gzeDNMUklwc2dLNGlodFBLRWRFUlBRc1kzQkZSRVJWSmxlckVSYVhoTU14OGJpWWtnNk5rYTQyRndvRThMR1hvT1BEa0txemN6TTBzN0tzL0VJaWVxcU44bW1GNzY1RjRzQ2RPTXpxNHQvUTVWUlpXc2h1eUNJajRmWHgwb1l1aFlpSXlPZ3d1Q0lpb2dwcHRGcGNURW5Ib2J2eE9KNlFCTGxLM2RBbGxXRnRab3IyamsxMVFWVUh4NllRbVZaLzJSVVJQZDFjeGRibzE4SU5QMGZld1dUL05yQXhmenFXL3NxVDdpUC9WdVFUZldaV1ZoWUF3TUhCOEs2YXVibTVrTWxrY0hWMXJWYmZ0ZnBTVUZBQXBWSUppVVJTK2VCcVNFMU5oVXdtZzdlM2Q1M2VsNGlJNmc2REt5SWlNaWc2UzRyRE1mSDRNellCbVVYeWhpNUhqNHZZR2gyZG1xTFR3NlYvWG5aTnVPeVBpQUFBODNwMnh1aGRCL0ZUUkxUUnpicVNuajhIU2M5ZVpZNkwzSnZEcnFmaGEyU1JrUkMzYTFlbmRlVG01bUxxMUtsNDRZVVhNSHYyYklOakZpeFlBRk5UVTN6MTFWZmwzaWM1T1JuLys5Ly84UGJiYjhQS3lnb0FvRkFvRUJzYlc2VTZURXhNNE9QalUrazRxVlNLZi8zclgyamJ0aTFXckZoUjZYaXRWb3MxYTlaQUxCWmo1c3laRUFvTjc3SUpBRC85OUJQQ3c4TVJFaEpTcFpxSmlPakpZM0JGUkVRNktvMEdmOTVMeEMrUmR4Q1ZtZFBRNWVoWW1KZ2d3TVVSdlp1NzRMa1dibkFSV3pWMFNVUmtwRnpGMWhqcDNSTGZYWXRFZnc5M3RIR28yeGs2dFhGenhuUTBHem9Ndm12VzZSMTNmdWxsZytPVHRuNkhtRStXSXVEd24zVWFYdTNkdXhjS2hRSyt2cjZJaW9yU08yZHZiNCtNakF6RXhzWmk0c1NKWmM0RGdMdTdPMnhzYkJBVEU0T3dzREJrWkdSZzVjcVZFSWxFU0V0THc1dzVjNnBVaDQyTkRYNzc3YmRLeDBra0V2VHMyUk9ob2FFNGQrNGNldlVxRy80OXJtblRwdGk1Y3lmdTNidUh4WXNYdzhiR3BrbzFVZjJKaUloQWVIaDRqYStmTm0xYWhTRWtFVFZlREs2SWlBalo4bUtFM0xxTFg2TmlrQzB2YnVoeUFBQnVOdGJvM2R3VnZadTdvSnVMRTh4TitKZFZJcXFhZVlGZGNDSStHY0ZIeitDbnNVT05ac2xnNTExN2NIUEdOTWp2MzRlb2VYUEk3OTlIWnVpZmtFV1dMQk1VdDJ1SHBrT0dRdFM4T1ZTNXVZajVaQ2w4djFoYnA2RlZSa2FHYm5iUnlwVXJ5NXdmTzNZc1ltSmlBQUM3ZHUzQ3JsMjd5b3hadkhneCt2YnRpMzc5K2lFbkp3ZGZmLzAxUHZyb0l5eGZ2aHd1TGk3WXZIbHpwWFhzM3IwYmx5NWRxbkxkUVVGQnVIVHBrbTZKWTBVRUFnR0Nnb0xnNHVLQ3RXdlhZdTdjdWRpOGVUTk1UZm1qVDBPNmQrOGU5dS9mYi9DY1hDNkhVQ2lFdWJsNXVkZFBtemF0dmtvaklpTW4wR3FOdExNdUVSSFZ1K2dzS1g2OGVSdWhjZmVoMG1nYXRCWlRvUkJkbkp1aGQzTVg5Rzd1aXBaTitOdHhZelZreUJDRWZ2WlNRNWRCUm1USXdoQ0Vob1kyZEJsNm9yT2tlSFhmbi9DeGwrQ2JGd1lhVFhnRkFLcmNYTVQvZHgyU3RtMkJkVnMvMlBqNUFRRHliOTFDUWRRdHVFOTdBMTVMUHE3ejUybzBHc3lmUHgrSmlZbllzR0VEMHRQVGNlN2NPVXllUEZrMzV2ang0L2o2NjYveDNudnZvWDM3OWxpM2JoMWVmdmxsZUhsNTZjWllXVm5Cek95ZjcrZUdEUnR3NHNRSmZQSEZGMmpWcWxXVmF0bTRjU09PSGoycW0zRTFaY29VU0tVVjcxQ3JWcXRoWWxKeC84SnAwNlpoN05peHVxL0R3OE9oMFdqUXExY3ZyRnExQ3FkUG45WWJyMUFvb05Gb0lCS0p5dHhyL2ZyMVZYNDlWSE5hclJiRGhnM0RzR0hETUhmdTNJWXVoNGlNRUgvdFFFVDBqRkZwdFRnV2R4Ky9STjdCell6S2YzTmRuNXlzTGRITHZXUldWUTgzSjFqeXQrRkVWRWZhT0Vpd3BHOTNyRGwvRGFOMkhjQTNJd1lhemJMQm16T21RM1lyRXAxKzJWMm01NVgwL0xsL3p1K3EyNzVMbXpadHdvMGJOL0RoaHgvQzJka1p0Mjdkd20rLy9RWTNOemVNSGowYVNVbEoyTFp0RzlxMWE0Y2hRNFpBcFZKQm85Rmd4WW9WMkxCaEExeGRYUTNlZC9iczJaZzRjU0ljSFIxclhOdm8wYU5SVkZTa2R5dzBOQlF5bVV3dmlLcE1hYzhzaFVJQmMzTnpCQVlHNnM0TkhEaXdURSt0c0xBd3hNZkhHNXpOWTI5dlg1MlhRRFVrazhtZzBXaGdaMmZYMEtVUWtaSGlUd2hFUk0rSTNHSUY5a1RGWUU5VURCNFVGbFYrUVQwd0VRalF3YWxweWF3cWR4ZDQyeHZIRDVGRTFEaU44bTRGSDNzN3pEdDZHcS91K3hQekFqdmpsWGFWTndPdlQvSHIxa0IyS3hLZGQrMHh1QVJRMHJNWE91L2FnMnNUSnlCcDYzZHduejZqVHA2YmxaV0ZZOGVPWWN5WU1lalhyeCtBa2lBbktpb0t4NDhmeDhpUkl5RVFDT0RzN0l6ZzRHQUFnS21wS1pZc1dZSjE2OVpWT05QSnhNU2tWcUVWQUx6MFV0bFpuRmV2WG9XNXVUbW1UcDFhclh2OTl0dHYrUDMzMzdGNDhXSjRlbnJxamdjRUJDQWdJRUJ2Ykd4c0xGSlRVekZtekppYUZVNjFscG1aQ1FDMWZnOFJVZVBGNElxSXFKRzdKODNEanpkdjQ0L1lCQ2pVRGJNY3NLTlRVd3ozOU1EenJWdkExcUw4L2hWRVJIV3RqWU1FUDQ4ZGhubWhwN0VtL0JxK3VScUJ5ZjV0OEVvN255ZXlmRkNWbXd0WjFDMkkyL3JCdEVrVHBJYnNSdlBwYjFUWXQwcmNyaDJhVDM4RFNkdTIxbGx3NWVEZ2dDKy8vQkppc1JpcHFhbVF5K1VvS2lwQ3QyN2QwTDU5ZXh3L2ZoeHl1UndEQmd6QWtTTkhrSmVYcC9meDFsdHZZZno0OFhqbGxWY0FsUFMvdW4zN3R1NytVNmRPcmZObGRYSzVISmFXbHRXK3JtM2J0dmpwcDU4d1o4NGN6SjgvSC8zNzk2L1R1cWh1SlNZbUFnQ2FOMi9ld0pVUWtiRmljRVZFMUFocHRGcWNTRWpHTDVGM2NEWHRRWVBVMEZKaWkrR2VIaGpoMVpLN0FEWXlIWDFiTjNRSlpHU00vVDFoWTI2R2IxOFlpTXVwR2ZnNTRnNit2UnFCbnlLaTBkL0RIUUV1anZDMmw5VGJNc0pyRTE5Q1FkUXRXTGk1b2R1UnYxQ2NuQXhKWU05S3I1TUU5a1Q4ZjlkQmxadXJ1NGQxV3o5MCsrT3ZHdGZTdkhsekxGKytIQ2RPbkNoelRpZ1VRcVBSd04zZEhkYlcxcnFQMGgwRXJhMnQ0ZXZycXhzdmw4dFJVRkNBZ29JQzNMbHpCNk5HamRJRlY0Y09IYXEwUWJ0U3FZU1ZWY1gvYjVESlpCQUlCUGpsbDE4cUhHZHVibzV4NDhicHZtN2J0aTNXcjErUEJRc1dZUG55NWJDM3QwZUhEaDBxdkFmVnI2Q2dvSEliNjZ0VUtnREErKysvRDRGQVVPRjlYbi85ZFV5WU1LSE82eU1pNDhiZ2lvaW9FWkVwbGZndEtoYTdvKzRpVFZiNHhKL2YxRXFFWWEwOU1NekxBNzRPN0ZYUldPVVhGU00yVlFwUEZ5NzFKQ0FtT1FleVlsVkRsMUVsQVM2T0NIQnhSSXFzQU45ZWpjQ0orQ1FjdkJzSEFCQ2JtNkdOZ3gyNnV2eXpYTW5HM0F3K0QvOWIxdFc1V1kyZStXalFWTHA3WUhXbzh2TFEvcnV0a0NmZGg4aTk5ak5TWnN5WWdZa1RKOExTMGhJaWtRZ2lrUWlXbHBiNC9mZmZzV25USm16ZnZyMUs5M245OWRjQkFGRlJVWmd6WjQ3ZU9hVlNDYmxjanFDZ29ISjNpVHQzN2h3U0VoSXFmRVorZmo3a2NqbDI3dHhaN3BqaTRtTFkyOXZyQlZjQTRPcnFpaSsvL0JLSERoMUNodzRkRUJNVGc1U1VsRExYcDZlblE2bFU0dFNwVXdidjM3Tm5UNzFHOU5XUkxTL0d2WnpjR2wxcjdBSmNxcmVzYitqUW9TZ29LREI0N3VEQmc1QklKQmcwYUZDbDkzbThSeGtSUFJzWVhCRVJOUUp5bFJyZjM0akN6b2hvRkNxZjdBK1ExbWFtR05peU9ZWjdlU0RBeFJIQ1NuNWJTazgvVDA4dnhLWXd1S0lTTVNsU2VIbDVOM1FaMWVJcXRzYkhmWHNBZllFVVdRR3VwR1lnT2t1S0s2a1orUFpxaE1Gck5vOFlVTzBmMWg5WHVqeFFucFJVNmRqU01hS0h5NmRFZGJTTXl0cmFHZ0JRVkZTRWpJd01GQlVWb2JDd0VIZnUzSUZXcThYZXZYdFJXRmlJZ29JQzNiblN6MTk1NVpVeVBhSXE4dUtMTDBJc0Zoczg1K2ZuaCtUazVIS3ZMU2dvUUdGaEljYU9IWXZaczJlWE8yNzI3TmxRS0JRR3o5bmIyMlBLbENrQVNzS1JRNGNPbFh1ZlpjdVdHVHkrWjg4ZU5HblNwTnpyS3ZMUmlYQ0VKNmZWNkZwak42MlRIMlozYlYvbDhhVkxUQjkzLy81OTdOcTFDME9IRHNVYmI3eFJWK1VSVVNQRDRJcUk2Q21tMUdnUWNpc0cyNjdmZ2xSZS9NU2VheW9Vb2s5ekZ3eno5RURmRm00d054RStzV2RUd3hzd2VDaU83ZnNCejNkdDZFcklHRnhKa0dIWVU3eDB4MVZzRFZmdlZoaGxJSHZMVnlnUm5aVURvUG96VE1yalBINEMwdmFFd1BtbGx5c2NseHF5Rzg3ajYvNzcrdDU3NytIT25UdGxqZ3VGUW1pMVd1emZ2eDlXVmxhNkQwdExTemc2T3NMUzBoSzJ0cloxVmtlN2R1M1Fyb0krWDNmdjNnVlFlZCtqZ29LQ2NuZWpLeXdzeFBuejU5RzNiMSs4OWRaYm1EVnJsdTZjU3FYQzdObXpJWlBKc0huejVuSmZXMDE2YkpYNnBIOWdvNTF4NWQvTW9VN3VVeG9tOXVuVEJ4a1pHUWdPRGtaUVVCQUdEaHhZSi9jbm9zYUJ3UlVSMFZOSW85WGljRXdDTmwrOStVU1hCSFoyYnFacnNpNStBazJOeVRoMTY5WU5aMCtmeE41ejl6QzJsM0gzTnFMNnRlZjBYZGc2dDBiWHJvMHp4YlF4TjZ1endLcFV5N256Y0duNDg3ZzlieTU4MTZ3ek9PYjJ1KzlBZGlzU2JjczVYeHZ2dnZzdUZBb0ZMQzB0OVFLcTBxV0NPM2JzcVBObjFzVEZpeGNCQVA3Ky9oV09rOGxrYU5HaVJibjMrT3l6ejZEUmFEQmt5QkM5Slg4Ly9QQUQwdExTRUJ3Y0RDY25wN29yL0JIMklndlkxL0g3cHpHUlNxWDQ4ODgvMGFKRkM3UnYzeDdKeWNsSVRVMHRkMGtoRVQyN0dGd1JFVDFsVGlRa1k5T1ZtNGg5UXIvRjliSnJnbUZlSG5qQnF5V2FXZFg4TjgvVXVMenpiakErVzdJQWU4L2V4ZGplVDljeU1hb2JJYWVqY1MvWEhBdVd6RzNvVXA0cW91Yk4wWG5YSGx5Yk9BSFM4UE5vT1hjZVJPN3VBRXFXQjhhdld3TmxiaTQ2NzlwVFo4c0RIK1hwNmFuN1hLdlZvckN3RUZsWldaQktwZEJxdGJoOCtiS3U2WHJwY3IxSC8xbFFVSUJYWDMwVkhUdDJySFV0MTY5Zng4V0xGekZod2dTOVdWTnl1Unlob2FGd2MzT3JjS2RDclZZTG1VeFc3bXlwTTJmT3dNVEVCRDE3NmpmRFQwNU94czgvLzR6T25UdGo2TkNoQUVwMnRsdXhZZ1hlZmZkZDlsRjZRdGF2WHcrWlRJYTVjNnYyMzVDMHREUTRPenZYYzFWRVpJd1lYQkVSUFNWdVptUmgxZmtyaU1yTXFmZG5DUVVDREd6cGpzbitiZERCc1c2V0ExRGpzM0RwNS9oeTdXcDh0dWM2T25uWXdzdFZBaTgzTnVWdnpHS1NjeENUSXNXVk9DbHNYYnl3WU1tOGhpN3BxU1J1MXc3ZGp2eUYrSFZyRUxmMkN4US83UFZrNGVZR3U4Q2U4RnF5RktZMTdLdFVrZURnWU9UazVLQ3dzRkQzOGJqU25kMUtaMkpaVzF2ci9tbGhZUUVYRnhkWVdGaVUrd3lOUmxQbGV1TGk0ckI3OTI0TUdEQkFMN2dLQ1FtQlZDckY1TW1USzd4ZUpwTkJvOUVZN0VHbFZDcHg4ZUpGZE9uU3BVeWZyZlhyMThQTXpBenZ2dnV1N3BpRGd3TnljM094WXNVS2JONjhHU0tScU1xdmc2cnYrUEhqT0gzNk5McDI3WXErZmZ0VzZab1pNMmJnK2VlZngzLys4NTk2cm82SWpBMkRLeUlpSTNkUG1vY3ZML3lOczBtcDlmNHNhek5UakduamljbitiZUJremRsVlZMbTMzNTJQUzVjdTRlVHhvOWgzSlJwaVMzTmNqNHB0NkxLb0huUnE2NG44SWdXOHZMMHg3T1VKalhaNTRKTWlhdDRjdm12LyswU2YyYkZqUnlpVlNyMHdxdlFqUER3Y0lTRWgyTHQzTHl3dExTRXdzTkhHKysrL2p4WXRXc0RYMTlmZy9XL2N1SUVEQnc1VTJMdnFVY25KeVJBSUJIQi9PT01NS05tbGNPZk9uWEIyZHNiSWtTTXJ2RDRqSXdNQUlKR1UzU2ppMHFWTEtDb3FLaE9LL1BycnI3aDY5U28rL1BCRHZkazcxdGJXbUR0M0xqNzQ0QU5zM0xoUkw5U2l1blh1M0Rtc1dyVUs5dmIybUQ5L2ZwV3VLZDJwMHRTVVA3NFNQWXY0SjUrSXlFaWx5UXJ4MWVYcitDTTJzZDZmNVNxMnhxUjJQaGpUcGpXc3pQaS9CcXFlYnQyNm9WdTNiZzFkQnRGVDUvYTc3MEQrMk01NkluZjNjbnRmMVZicERudUczTDkvSHhxTkJpWW1KZ1pESzYxV2k5allXTDJRQ1NoWjFnZVU3TDUzK2ZKbGRPclVTUmN1NU9ibWxydXJvRmFyeGMyYk45RzhlWFBkN0thRWhBUXNYcndZV3EwV0N4WXMwT3RKWlVoNGVEZ0F3TVBEbzh5NXNMQXdDSVZDOU9yVkMwREpUTEM5ZS9maW0yKyt3WWdSSTlDblR4L2s1dVlpUHo5Zjc4UFYxUlZIamh4Qm56NTkwTDE3OXdxZlQ5VjM3Tmd4ckZxMUNwYVdsbGkrZkRrY0hQNloxVjM2Nzl2UVRNRDA5SFFBcUxkK1pFUmszUGpUQ1JHUmtaSEtpL0hOMVFqc3ZSMExsVlpicjgvcTZOUVVrLzNiWUlDSEc0UUdmbEFoSXFMNkkyN1hya3dmSzlNNjNMbXZPa3A3WDYxZHV4YTlldlhTQzYrMFdpMHVYYnFFbkp5Y01yMnRybDI3QmdDNGN1VUtYbnZ0TmJ6NjZxdUlqSXdFQUN4YnRneUJnWUVRQ3ZWM25sV3BWSWlJaUVCc2JLd3VUTHQ4K1RLV0wxOE9tVXlHNE9CZ3ZhYnNwVUZXa3laTllHZG5CMHRMU3p4NDhBREhqaDJEdmIwOTJyZHZyM2Yvb3FJaW5EOS9IdTNidDlmMXY1SktwZmp1dSsrZzFXcHg3Tmd4SEQ1OHVNejNRQ2dVd3RiV0ZoWVdGbGk3ZGkyMmJ0MEthMnZyR24wL1NWOTJkalkyYnR5SWt5ZFB3c0hCQVN0WHJpelR2NnhwMDZhd3NWQTFrTklBQUNBQVNVUkJWTEhSemZxenNySUNBS2pWYXZ6MTExOEFnRFp0Mmp6eDJvbW80VEc0SWlJeUVuS1ZHdHV2MzhLUE42TlJyRmJYNjdPZWI5MENyL3EzUWJ0bTl2WDZIQ0lpS3AvNzlCbVFuajhIUEJJU1NRSjdWbkJGL2ZIeDhjRWJiN3lCdlh2M0lpd3NyTXg1c1ZpTXNXUEhvbmZ2M25ySE5Sb05IQjBkOGNFSEg4RFB6dzhBMEtGREIweWNPQkZIang3RnI3LytXdVplQW9FQUVva0VFeWRPeEt1dnZvcXNyQ3dzWGJvVWFyVWFpeFl0d29BQkE4cU1MeW9xd3ZYcjEzVTl0QVFDQVZxM2JvMTMzbmxIRjNDVXVuTGxDaFFLaFc2MkZRRFkyOXRqeXBRcFNFOVBoNzI5UFNRU0NlenM3R0JuWndlSlJBS0pSQUliR3hzSUJBTDg4Y2NmV0xObURVSkNRaEFVRkZTemJ5anBLSlZLekprekIrbnA2UWdJQ01DQ0JRc01MdThVQ29WWXNHQUJObTdjaUsrKytncmFSMzU1WjI5dmo2Q2dvQ292UXlXaXhrV2cxZGJ6ci9PSmlLaFNvWEgzc1RiOEdoNFVGdFhiTThUbVpoamJ4aE9UL1gyNE95QVJrUkZRNWViaWZPOUFxUFB6QVFBbU5qYm9lVGE4WGhxejE1ZlMza00yTmphMXVzK1ZLMWRnYjI5ZjRTNkNRTW5TUktWU0NaRklWT0ZTd3JpNE9OamIyeHRzM0Y0WnJWYUxFeWRPb0YrL2ZtVm1pMUhOWExod0FUS1pESU1HRFdyb1Vvam9LY1RnaW9pb0FTWGx5ZkRwbVV1NG5KcFJiODl3dHhXWDlLL3lhUTJScVVtOVBZZUlpSWlJaUtpdWNha2dFVkVES0ZhcjhkMjFTUHg0TXhxcWFtd2RYaDF1TnRhWTBka2ZJN3c4MkwrS2lJaUlpUDZmdlRzUGk3THEzd0IrejhvTTZ3QWlxd3ZnZ2h2dWl2dVNacHFpYVlzdGxpMXEyYS9GMUN4YnpMUXdlODF5eThxdHhkS3M5OVZVTkRYTVhWRXpkMUFFUlVSWmgyMlkvWm5mSDhUa3lEb3dLTXY5dVM0dW5lZDV6bm5PQUk3TXpUbmZRMVFuTWJnaUlyckw5bDVOd2FLanAzQkxVM0xYSEVkbzVLekFDNTNhWVV6ckVFaTV4SUdJaUlpSWlPb3dCbGRFUkhkSmFvRUdIeDg4Z2FNM2J0VkkveDVPY2p3VDNnYmoyN1dDWE1MQWlvaUlpSWlJNmo0R1YwUkVOY3hnRnJEbTlBVjhlL29pakRXd0xOQlpKc1dUN1Z0alFvY3dPTXY0c2s1RVJFUkVSUFVIMytFUUVkV2dJeW0zOFBHaEU3aFpvSEY0MzA0U0NSNXAwd0xQZG1vTER5ZTV3L3NuSWlJaUlpSzYxeGhjRVJIVmdGdWFRaXc4ZkJMN2sxTWQzcmRVSk1MbzFpR1kxTGs5R2prckhONC9FUkVSRVJGUmJjSGdpb2pJd1g2NW1JRFBZLytHem1SMmFMOGlBTU5iTk1QVXJ1SHdjM1YyYU45RVJFUkVSRVMxRVlNcklpSUh5ZFRxTUhmL01SeEpjWHp4OVlITkF2Ri8zVHVpdVllYncvc21JaUlpSWlLcXJSaGNFUkU1UU16VkZIeDRJQllGQnFORCt3MVd1ZVBkdnQzUjBiZVJRL3NsSWlJaUlpS3FDeGhjRVJGVlE0SFJpQVdIVG1EbmxXU0g5cXVVU2pHbFMzczgzcjRWSkNLUlEvc21JaUlpSWlLcUt4aGNFUkZWVVd4cUd1YnNPNGFNUXExRCt4MGEzQVRUZTNWQkl5VUxyeE1SRVJFUlVjUEc0SXFJeUU1NnN4bGZ4SjdHenhjdU83VGZaaDV1ZUtkdmQzVHg4M0ZvdjBSRVJFUkVSSFVWZ3lzaUlqdkVaYW54ZHN4aFhNOHJjRmlmQ29rRUwzUnVoNmZDd3lEbHNrQWlJaUlpSWlJckJsZEVSSlZnc2xpdyt0UjVyUG43QXN3V2k4UDZIZFE4Q0cvMjZnSWZaNlhEK2lRaUlpSWlJcW92R0Z3UkVWVWdPUzhmYjhjY1JueFdqc1A2OUhkMXdldyszZEFyeU05aGZSSVJFUkVSRWRVM0RLNklpTXF4SitrNjV1dzdCcjNaN0pEK25DUVNQTnV4RFo0T2J3TzVST3lRUG9tSWlJaUlpT29yQmxkRVJLVXdXeXhZZlBRVU5qaXdBSHZiUmw2WVB5Z0NUZDNkSE5ZbkVSRVJFUkZSZmNiZ2lvam9EbXFkSHROM0g4Q1o5Q3lIOUNjUmlmQjg1M1o0dmxOYlNGaDhuWWlJaUlpSXFOSVlYQkVSM2VaY1JqYW03ejZBTEszT0lmMDFjWGRGMU9EZUNQUDJkRWgvUkVSRVJFUkVEUW1ES3lLaWYyeThjQm1MajU2Q3lVRzdCajdXdGlWZTdkRVJUaEtKUS9vaklpSWlJaUpxYUJoY0VWR0RaekFMZU8vUEkvamphb3BEK3ZOeFZtTHVnSjdvRWVEcmtQNklpSWlJaUlnYUtnWlhSTlNnM1Nvb3hPdTc5aU5CbmV1US9vYUZOTVhiZmJ2QlZTWnpTSDlFUkVSRVJFUU5HWU1ySW1xd2pxV21ZZGFlUXlnd0dxdmRsNnRjaHZmNzljRGc1a0VPR0JrUkVSRVJFUkVCREs2SXFBR3lBUGptMUhsODg5YzVPS0thVmZjQVg4d2JHSUZHU29VRGVpTWlJaUlpSXFKaURLNklxRUhSR0UyWXVlY2dZbFBUcXQyWFFpTEJLejA2NHJHMkxSMHdNaUlpSWlJaUlyb1RneXNpYWpEU05GcE0zYkVYMTNMenE5MVhrSnNyRmczdGkxQlBEd2VNaklpSWlJaUlpRXJENElxSUdvUXI2bHhNM2ZFbnNyUzZhdmNWRWVpSEJmZjFaZ0YySWlJaUlpS2lHc2JnaW9qcXZaTzNNakJ0MTM0VUdrM1Y3dXVGVG0weHBXc0hpQnd3TGlJaUlpSWlJaW9mZ3lzaXF0Zit2SFlEYi8xeENDWkw5Y3F3dThpa21EK3dGL28xRFhEUXlJaUlpSWlJaUtnaURLNklxTjc2NVdJQ0ZodytXZTErbW5tNDRZdjcreVBJM2RVQm95SWlJaUlpSXFMS1luQkZSUFhTRjdHbjhmM1p1R3IzMDdkSkFLSUc5NEpTeXBkTElpSWlJaUtpdTQzdnhJaW9YakZiTEhobjd4SHNTYnBlclg1RUFLWjJDOGV6SGRzNFptQkVSRVJFUkVSa053WlhSRlJ2NkV4bXZMSDdBR0pUMDZyVmo2dGNoay92NjRQdUFiNE9HaGtSRVJFUkVSRlZCWU1ySXFvWDFEbzlYdDd4Snk1bDUxU3JueENWTzc0WU5nRCtyczRPR2hrUkVSRVJFUkZWRllNcklxcnpVdklLOE9LT3ZiaFZVRml0Zm5vRStPS3pvZjJna0VvY05ESWlJaUlpSWlLcURnWlhSRlNueFdmbDRLVWRlNUduTjFTcm53ZENtMkh1Z0o2UWlFUU9HaGtSRVJFUkVSRlZGNE1ySXFxenptVms0YVhvUDZFMW1hclZ6N01kMitEbGJ1RU9HaFVSRVJFUkVSRTVDb01ySXFxVDRyTFVEZ210M3V2WEhhTmJoVGhvVkVSRVJFUkVST1JJREs2SXFNNUpVT2ZpeGUxN3F4VmF5Y1JpUkEzdWpZSE5BaDA0TWlJaUlpSWlJbklrQmxkRVZLY2txSE14ZVhzTUNvekdLdmZoS3BOaHlRTURFTjdZMjRFakl5SWlJaUlpSWtkamNFVkVkY2JWbkR4TTNoNVRyVUxzaloyVldERmlFSnA3dURsd1pFUkVSRVJFUkZRVEdGd1JVWjF3UGE4QUwxUXp0R3JtNFlhdkhoeU1Sa3FGQTBkR1JFUkVSRVJFTllYQkZSSFZldGZ6Q3ZEQ3RqK1FvOU5YdVk4T2piMnhkTmdBdU1wbERod1pFUkVSRVJFUjFTUUdWMFJVcTZVV2FQREN0aitRcGRWVnVZOEJUUU1STmJnMzVCS3hBMGRHUkVSRVJFUkVOWTNCRlJIVldta2FMVjdZV3IzUTZyN21RWWdhM0J0aWtjaUJJeU1pSWlJaUlxSzdnZE1QaUtoV3l0VHE4TUsyUDVCZXFLMXlIL2MxRDhMSERLMklpSWlJaUlqcUxBWlhSRlRyRklkV053czBWZTZqZjlNQWZEeTROeVFNcllpSWlJaUlpT29zQmxkRVZLc1VHSTE0Y1hzTVV2SUtxdHhILzZZQldEaWtMME1ySWlJaUlpS2lPbzdCRlJIVkdtYUxCZE4ySGNEVjNQd3E5OUVyeUE4TGgvU0ZsS0VWRVJFUkVSRlJuY2ZnaW9ocWpYa0hZbkhxVmthVjIvY0s4c05uUS9zeHRDSWlJaUlpSXFvbkdGd1JVYTJ3NnRSNWJMdDh0Y3J0dS9rM3htZEQrMEVtNXNzYUVSRVJFUkZSZmNGM2VFUjB6KzFLVE1iS3Y4NVZ1WDAzLzhiNFlsaC9obFpFUkVSRVJFVDFETi9sRWRFOTlkZXRETHovNTlFcXQrL2syd2hmRE9zUEo0bkVnYU1pSWlJaUlpS2kyb0RCRlJIZE05ZnpDakJ0MTM2WUxKWXF0ZS9rMndqTEhoakkwSXFJaUlpSWlLaWVZbkJGUlBkRWprNlBsM2JzaGNab3FsTDc0dEJLSVdWb1JVUkVSRVJFVkY4eHVDS2l1MDVuTnVQL2R1N0RyWUxDS3JWdjd1R0d6NGYxWjJoRlJFUkVSRVJVejBudjlRQ0lxR0VSTEJiTTJuTUljVm5xS3JYM1VqaGh4WWhCY0pYSkhEd3lJaUlpSWlLNlczUTVSdWh6QmVpeVRkQ3BpejRBUU9FcExmcndra0x1SVlGU3hkaWlvZU4zQUJIZFZWR0hUdUpReXMwcXRWVklKVmd4WWhBYU95c2RQQ29pSWlJaUlycGJiaHpKaDdGUWdFUXVnc0pMQ3E4d0pSU2VSZkZFY1lpVmw2eUgyV0NCekZtTXdGNXU5M2pFZEMrSkxKWXFWa1VtSXJMVGorY3U0Yk5qcDZyVVZpd1NZZWtEQTlBendOZkJveUlpSWlJaW9ydWg0SllCMS9mbHc2K2JDenhERlpWcW83Nml3NjIvTkdqYTN4MHV2bHgxMFJBeHVDS2l1K0t2V3htWXNqMEdWWDNCK2FCL1Q0eHMyZHloWXlJaUlpSWlvcnNqNDJ3aE5HbEdOQm5nQm9uTXZuTGJacjJBNVAxNWNBMlF3NmVkY3cyTmtHb3JGbWNub2hxWHJkTmp4cDZEVlE2dEpuUUlZMmhGUkVSRVJMV0dScVBCcFV1WHlqeWZtWm1KUFh2MlZLb3ZuVTRIUVJBY05iUUtxZFZxcEthbTNyWDdBVVdobFZGblJ2TWhIbmFIVmdBZ2NSSWplS2dLeGdJek1zNVZiWU1ucXJ0WTQ0cUlhcFRaWXNFYnV3NGdUMitvVXZ1QnpRTHhhbytPRGg0VkVSRVJFUkZnTkJxaDBXaVFsNWVIL1B4ODVPWGxJUzh2RDJxMUdtcTFHaHFOQmpObXpDalJMam82R2w5Ly9UVysvUEpMdEdqUm9zVDVEUnMyWU11V0xYQnpjMFBQbmozTHZMOGdDSmd4WXdhYU5HbUNtVE5uUWl5dSt0d1NqVWFESFR0MllOeTRjUkNKUkdWZTk4TVBQK0RvMGFOWXYzNTlsZTlsajRKYkJtalNqR2creEtQYWZRWDBkRVBTN2h3NCs4aTRiTEFCWVhCRlJEVnFTZXhwbk12SXFsTGI5ajdlaUJyY0cyWC90MHRFUkVSRWRZMVdxOFUzMzN5RGhJUUVMRm15cEVidmxabVppUlVyVmtDbjAwR3IxVnIvMUdnMDBHZzBNQnFOSmRxNHVyckMzZDNkK2xGUVVBQlhWMWZyZVVFUXNIbnpablRyMXEzVTBBb0FYbmpoQlJ3L2Zody8vL3h6dWNHVldDekc1TW1UOGM0NzcwQXVsMlBhdEdsSVNrckM1TW1USy9YOFpESVpvcU9qQVFCLy9QRUh2dnJxSzZTbXB1TFZWMSt0VlB1NzRmcStmTFFhNittdy9wcjBkMGZDYjJxRVBlTHRzRDZwZG1Od1JVUTE1dUQxVkt3L0YxK2x0bjZ1emxneXJEOWsxZml0RXhFUkVSSFZIanFkRGp0MzdzUlBQLzJFN094c2hJV0YxZmc5dmJ5OElKVks0ZVhsQldkblp6ZzdPME9wVkVLaFVHRGJ0bTFJVGs3R0s2KzhnbzRkTzhMZDNSMXVibTRWem5yNjQ0OC9rSjZlamc4KytBQUFzRzdkT216ZnZyM0VkVHFkRHZuNStYamtrVWRzanJ1N3UyUDE2dFhXeCtIaDRmand3dyt4YXRVcVpHWm1Ba0NKV1Y1YXJSWWlrUWdLeGI4RnpROGZQb3pqeDQ5YkgwZEdSdUw4K2ZQWXVuVXJYRnhjOFB6enoyUEJnZ1U0ZE9pUVRWOUdveEZtc3htalJvMHFNZWEzM25vTGZmcjBLZmY1MitQR2thSkM3SlZhSG1nQkVuZmx3TlZmanNiaFpkZXhranFKNGR2WkJUZU81aU13Z3JzTk5nUU1yb2lvUnR3cUtNVGJNVWVxMU5aTkxzT1h3d2ZCM1VudTRGRVJFUkVSMGIwUUV4T0R6ei8vSEZxdEZpMWJ0a1IyZHZaZHVhOVlMTWJzMmJOdGptVmtaQ0FxS2dySnljbDQ5TkZITVd6WU1NaGsveTQ3MCt2MStQbm5uekZxMUNpb1ZDcWJ0b0lnNEtlZmZzS0FBUVBRc21WTEFFQ25UcDNnNHVKaXZlYmd3WVBJemMzRm1ERmpJSmVYL0huV3lja0pRRkd3OWNRVFQyRFNwRWtZUG53NGxpOWZqb01IRDJMZXZIbVlPM2N1SWlJaXJHMldMRm1DMDZkUFk5V3FWZFpsZ0dscGFUYkJGVkFVZUtXbHBXSHo1czBZTVdJRWhnMGJodkR3Y0p0clltSmlrSmlZaUJkZWVLSEUyRUpEUTh2K1pOcEpxemJCV0NoVWF2ZEFpeGxJT1p3SGJhWUpydjRWdndmd2JLRkE3bFU5ZExrbUtEd1lhOVIzL0FvVGtjTVp6QUplMzdVZldwUEo3clpTc1JoTGhnMUFFM2ZYaWk4bUlpSWlvanJoNXMyYjhQSHh3V09QUFlZZVBYcVVtSVYwTjFnc0Z1ellzUVBmZlBNTmZIeDhzSFRwVXJScTFjcm1tbXZYcnVHamp6NUNVbElTeEdJeG5uenlTWnZ6MGRIUnVIbnpKajc2NkNNQXdNeVpNOUc1YzJjODhjUVRBSXJDcE8rKyt3NkJnWUY0OU5GSHJZR1lWcXVGVXFrc01aNzgvSHpvOVhycnNUNTkrcUJidDI2WVAzOCtsaXhaZ3BDUUVDUWxKV0g3OXUyWU1XTkd1YldyZ0tLbGd4OTg4QUd5c3JMZzcrOFBmMzkvZE83YzJlYWFLMWV1NE9iTm14Z3hZb1FkbnozN0dmTE1rTWdyTHZwUm1HSEN6ZGg4R0RUMkZhaVh5RVhRNTVvWlhEVUEvQW9Ua2NNdE9Id0NDZXJjS3JXTkd0UUxIUnB6dlRvUkVSRlJmVEp1M0RockNKU2JXN1dmRTZ2ajNMbHpXTDE2TlJJVEUvSE1NODlnOU9qUmtFZ2tBQUNEd1lEYzNGd2NPSEFBcTFhdGdxdXJLK2JQbjEraU5sVnViaTdXclZ1SHNXUEh3dC9mSDRjUEg4YmZmLytOUVlNR0FTZ0tvajc3N0RNQXdEdnZ2R01OcldKaVlyQnMyVElzWDc0Yy92Nys1WTVUSkJKaDFxeFptRHAxS2hJVEV4RVNFb0lWSzFhZ1pjdVdHREprU0tXZXEwcWxna3Fsd3Rtelo3RnQyN1lTNStQajQ1R1hsNGVvcUtnUzUxcTNibzJ4WThkVzZqNFYwV1dib1BDcU9ISkkzcGNMcFpjVVRRWjRJR0ZyNVdmaUtieWswR1diNE5IVXFUckRwRHFBd1JVUk9kVE9LOWZ3MjZXa0tyVjl0bU1iREdvZTVPQVJFUkVSRWRHOWRudHRwcnR0OGVMRjFnTG1vYUdoMkxkdkg2S2pvMUZRVUlEOC9Id1lEUC91Zm4zLy9mZGp5cFFwY0hkM0w5SFB4bzBia1p1YmkydlhybUh1M0xtNGVQRWlXclZxaFFjZWVNQjYvcSsvL3NMYmI3K05KazJhV051MWI5OGVScU1SVVZGUldMeDRzVFV3dTlQbXpadXhmUGx5NitOUFB2a0VuM3p5aWMzWUZBb0Z0bTdkV3FMdDRjT0hrWjZlRHFCb2VXUmtaQ1JNSmhNMEdnMkFvbkN1ZU5saVVGQVFnb0tDck9lS25UdDNyc3l4VllWT2JZSlhtTExDNjVvUFVVR2hzdisrQ2k4cHN1TzBWUmthMVRFTXJvaklZYTdtNUdIdS90Z3F0ZTNRMkJzdmRlM2c0QkVSRVJFUlVVUFhwVXNYWExod0FiNit2bENwVlBEMDlJU0hoNGQxUjc3RXhFUTBiZG9VcjczMkd0cTFhd2V6MlZ4cVA2MWJ0MGE3ZHUwZ0VvbVFsSlFFdFZxTitmUG5ReXdXNDhpUkkxaTdkaTNHakJtRFFZTUdRYS9YUTYvWFE2ZlRRYS9YWS9EZ3dZaU9qc1pQUC8yRXA1NTZxc3l4S2hRS3pKOC92OVJ6Qnc4ZXhNNmRPMHM5RngwZGpkT25UOE5rTWtFUUJFUkdScUp6NTg3bzNMa3owdFBUOGRKTEwySFlzR0Y0L1BISDRlYm1oc09IRDJQeDRzVll1WElsdkwyTFZqdE1uRGpScGxaWGRlblVKaWc4SzQ0Y3FoSmFBWURDVXdxZDJ2N1NKRlQzTUxnaUlvY29OSnJ3K3E0RE1BcjJyVTBIQUMrRkUvNHpwQy9FRmF6Wkp5SWlJcUthWjlRSTBLbE4xbERBVUdDRzhiYjZRMjVCY25oWFlpWk5iVEZnd0FBTUdEREErbGdRQk96Y3VSTnIxNjZGMld6R3l5Ky9qRkdqUmtFaWtTQXFLZ28zYnR6QWh4OStDQzh2cjFMN3ljbkp3WFBQUFlkeDQ4YWhSWXNXaUkrUHgvdnZ2dzhBMkw1OU96WnYzbHptV05hdlg0OCtmZm9nT0RpNDFQTVNpUVFkTzNZczlWeFNVdG1yR29yRHJrMmJObUhWcWxVMjUzeDhmREJseWhTc1diTUcwZEhSZU9tbGwrRHM3SXljbkJ5YmtFNnRWc1BWbFhWbXFmWmhjRVZFRGpGNzcyR2s1QmZZM1U0RTREOUQrOEZiZWUrbWp4TVJFUkUxWklMQkFuV2lEcG8wSTNScWswMUlCUlROaUJITHhmOCtyc1FzbXRycXdJRURXTHQyTFRJeU1qQjY5R2lNSHovZUpxd1pPWElrM252dlBienl5aXVZTjI4ZVFrSkNTdlR4K2VlZnc4UERBeE1uVGdSUU5CUHJ1ZWVlUTZOR2pmRDMzMzlqMTY1ZG1EbHpKbHhkWGJGbXpScDRlSGhnNXN5WnlNek14UFRwMDdGdDJ6YTg4c29yZCtYNWJ0MjZGZnYyN2NNenp6eURkZXZXWWVQR2pRZ0tDckl1Szd4OWFlQ21UWnRnc1ZnY2R1L2lHVkV5WmMzc0ZGN1pHVjFVOS9HclRFVFZ0djVjUEE1ZXYxbWx0aTkxN1lCd0ZtTW5JaUlpdXV1TUdnSHBaelRJU1N6YTFVN21Jb2FMcnd3S1Q2bjF6L3JnMXExYk9ISGlCTFp0MjRha3BDUU1IRGdRTTJmT2hGS3BSRXBLQ3JSYUxiUmFMWFE2SGJSYUxYcjM3bzNkdTNkajJyUnArT0NERDJ4MjVmdmYvLzZISTBlTzRQUFBQMGQyZGpaU1VsSWdsOHZ4K09PUEF5amFQVkdoVU9EKysrOEhBUHo4ODg5UUtwWHc4L09EbjU4ZmxpNWRpcFl0VzVZNVZvMUdnMUdqUnBWNnptUXlRU3ExNzJ2U3MyZFB4TWZIWThhTUdlalVxUk5lZi8xMStQdjdXMmR2M1Y1N3JMZ0dscU1VQjFkdUFUVVVYRld5K0R2VmZmd3FFMUcxWE03T3daTFkwMVZxR3hIb2gyYzd0WFh3aUlpSWlJaW9QRWFOZ0pzbkNwQ2ZZb0JZSm9JcXhBbU53MTBnY3hGWDNMZ09XclpzR1k0ZE8yWjlIQk1UZzVpWUdKdHJSQ0lSbkp5YzRPenNES1ZTaWREUVVHUmxaV0gyN05tWU5Xc1dCZzRjaU9Ua1pLeGN1Uklpa1FodnZQRUdUS2FpcFpUang0OUhlSGc0QUNBckt3c2VIaDVsanFWVnExWmxubk56YzBOb2FDZ21UcHlJTDcvOEVzMmJOOGZ3NGNPeGNPRkM5T3ZYRDcxNjliSzdlSHJqeG8weFk4WU1qQnMzRGovOTlKTjFiR2xwYVpETDVRNnRhWFVuaFpjVWVjbjZHdXRmbTIyQ3FqbDNGR3dJR0Z3UlVaV1pMQmE4SFhNWTVpcE1LZlp4VmlKcWNHK3dxaFVSRVJIUjNhTkpNeUo1WHg0QXdLZURNeHFGS1NHVzErK2Z5SjU4OGttMGJ0MGEzdDdlY0hGeGdhdXJLMXhjWE9EczdJd0RCdzVnM2JwMStPOS8vMXVpdmxOV1ZoYmVmdnR0bkR4NUVnTUhEb1NYbHhjNmR1eUlKazJhb0duVHBtalNwQW1DZ29MZzQrTmpiWk9jbkl5QWdJQXFqZk8rKys3RGZmZmRCMEVRRUJVVmhaNDlleUlpSWdKeXVSek5talZEUkVRRUFHRHUzTG1Jakl5c3NMOXZ2LzBXdi96eWk4MnhJMGVPQUNqYVpWQVFoQkt6dXhRS0JUWnQybFNsOGQvSnlVTU1zOUZ4U3cvdkpCZ3NrSHM0YmhkRXFyMFlYQkZSbFgzejF6bGN6YzIzdTUxRUpNSm5RL3ZCVFM2cmdWRVJFUkVSVVdteTRyUzRkVklEaFVxQ3BnTTk2dTBNcXp1MWFkTUdiZHEwd2RHalI3RjA2Vks4OGNZYkNBc0xBd0NiR1VjV2l3V2Zmdm9wQU9ERkYxK0V0N2MzbGl4WllsMU81K3JxaW9VTEY5cjBiYkZZa0oyZERXOXZiK1RuNXlNdUxnNFBQL3h3bVdNNWYvNDhqaDQ5aWtjZWVRUXlXZWsvQy8vKysrOFFCTUVhVk4zcDVNbVRhTnUyNGxVTEVSRVJOcUZhc2V6c2JIejc3YmZvMjdjdnVuZnZiblBPM3FXSTVWR29aSkFweFZCZjBjRXoxTEgxYkxNdjZ5QjNFMFBod1VpakllQlhtWWlxNUhKMkR0YjhmYUZLYmFmMTdJUTJqVHdkUENJaUlpSWlLc3V0RXhwa3hXdWhDbkdDZjFmWFdqM0w2c1NKRTlpOGVUTm16Wm9GTnpjM2gvVDU4ODgvWTlXcVZRZ0xDMFBUcGsxTHZVWWtFcUZyMTY1WXVuUXBZbU5qTVhYcVZBd2VQTmptbXB5Y0hNVEZ4ZGw4QkFjSFkvSGl4ZGk0Y1NOTUpoUDY5T2xUNWpoU1UxT3hZY01HREJ3NHNNVE1MSXZGZ2gwN2RtRFpzbVY0NmFXWHJMc2FLaFFLbkRoeEFpMWJ0c1NGQ3hlZzFXb1JHQmlJaElTRU11K2oxK3V4YTljdURCa3lCRzNhdExFZUx5Z293T3pac3dFVXpRNGJQbnc0ZXZUb1VmNG5yeG9DZTduaDRxWXN1QWZKSVhHcU9DaHQrM2lqQ3E4eDZRU2tuOVlnN0dIV3lXMG9HRndSa2QyTWdvQzNZdzZqS2hOLyt6VU53UGgyWmEvdEp5SWlJaUxIeXI5dXNJWldnYjBjRXdUVnBNTENRdnoxMTE5NDlkVlg4ZEZISDFWNTZSMVFGRFF0V3JRSVI0OGV4ZWpSby9IaWl5L2F6Q3E2Y3hlOSsrNjdEKzNidDhlQ0JRc1FGUldGQXdjTzRQWFhYNGVIaHdlKyt1b3I2OUk3ZDNkM3RHdlhEbzgvL2ppNmRldUd2WHYzWXRPbVRlamR1N2QxTmhkUUZJYVp6V2JyWTdWYURRRHc5ZlcxdWUrZVBYdnc4ODgvdzJBdzRQMzMzN2VaYlJVWkdZbFZxMWJoK1BIakVJdkY2Tm16SjdwMzc0N3o1OCtYcUhsVldGZ0lRUkF3ZGVwVTNMeDVFOE9HRGJPZU8zYnNHSll0VzRhTWpBeE1tVElGQnc0Y3dEdnZ2SU91WGJ0aXlwUXBDQTRPcnVxbnVWeE4rN3NqZVg4ZWdvZXFITkpmOHI0OE5CM2c3cEMrcUc0UVdSeTUzeVVSTlFoZnhKN0c5MmZqN0c0WDVPNktIOGNNZzdPTW1Ua1JFUkhSM1NBWUxJamZuQTI1aXhpaEQ5YWRHZTluenB6QisrKy9ENWxNaGdVTEZpQTBOTlR1UGhJVEV6RnIxaXpvZERxODhjWWJHRFJvRUlDaTJWY2lrUWd5bVF6UjBkRklTVW5CdG0zYklCYi9PeU5JRUFTc1hic1dHelpzUUZCUUVMNzU1aHZFeGNVaFBqNGVuVHAxUWtoSUNFUWlFZFJxTmI3NzdqdHMyN1lOb2FHaCtQVFRUMjFtaVMxWXNBQkhqeDdGaXkrK0NJdkZnaDkvL0JFV2l3VS8vUEFEdEZvdElpTWo4ZkxMTHlNc0xBeHF0Um85ZS9hMEdVY3hpOFdDTFZ1MlFDYVRRU3FWSWljbkJ4czNib1MvdnorV0wxOXVIZk9rU1pPUW5KeU1saTFiNHMwMzM0UzN0emNPSERpQWJkdTI0ZkxseS9EMzk4ZU1HVE9zeGVUMzdObURWYXRXSVRzN0d3ODg4QUFtVHB4b25lbmxTQm5uQzJFc01DT2daL1dDMDlSaitaQzdTZENvcmJPRFJrWjFBZDg5RXBGZExtYXFxeFJheWNSaUxCN2FqNkVWRVJFUjBWMTA4MlFCQktNRlRRZVd2ZE5kYlJRZUhvNm9xQ2k4OWRaYjJMRmpCLzd2Ly83UDdqNmFOV3VHQVFNR0lESXkwbVo1WUd4c0xFNmZMdG9WMjhQREExT25UaTBSRm9uRllqei8vUE1JRHcrSHM3TXpwRklwMnJkdmovYnQyMXV2c1Znc2VQZmRkM0hwMGlVTUh6NGNVNmRPdGRiREtqWisvSGdrSkNSZzBhSkZBQUNWU2xYcWM3bDlsbFpwUkNJUm9xT2prWlNVQkFDUXlXUUlDUW5CNjYrL2JqUG0xcTFibzF1M2JwZzBhUkoyN3R5SnBVdVhRaEFFK1ByNll1clVxUmd4WWdTY25QN2RpVy9Ja0NIbzFhc1gxcTFiaHkxYnRrQVFCTXlZTWFQY3NWU0ZUenRuWkp3clJOTHVIRFRwN3c1cEpaWU4zczZrRTVDOEx3L3VUZVFNclJvZ3pyZ2lva3JUbTgxNDdOZWRTTWt2c0x2dGpJak9YQ0pJUkVSRWRCY1pOUUl1YmM2R2Qyc2wvTHE1Vk55Z0ZycCsvVG9DQXdOTG5ZVlVIUmFMQlJhTHBkcjkzcmh4QXpxZHJrb3p3cXBLRUFTSVJDS0lSQ1hybEFtQ1lIMU9PcDBPUC96d0EzcjA2SUgyN2R0WCtGd3ZYNzZNZ0lBQW00TDFqcVpKTStMNi9qejRkbmFCWjR2S0ZXelB2cXhEK21rTm1nNXdoN01QTjNkcWlCaGNFVkdsL2Vmb0tXdzRmOG51ZGgxOUcySFZ5UHRRZTB1QUVoRVJFZFUvTjQ3a0krKzZBYTNIZU5YcVl1elU4Tnc0bWc5RGdRQ3BYQVNGbDdUb3c3Tm9aWVpPYllJdTJ3UnR0Z21Dd1FLNW03amFTd3lwYnVPYUhTS3FsTk5wbVZVS3JlUVNNZVlQN01YUWlvaUlpT2d1RWd3VzVGMDN3TDJKbktFVjFUcUJFVzdRNTVxZ3l6VkRsMjFDZHB3V09yVUpBS0R3TEFxeVZNMmRJUGVRUU9IQjJLS2g0M2NBRVZWSWF6TGhuYjFIcXRSMldzL084SGZsT25RaUlpS2l1eWt2eFFEQmFJRjNtUEplRDRXb1ZFNGVVamg1U09IUjFLbmlpNmxCWTNCRlJCWDZJdlkwYm1rSzdXN1gwYmNSSG1uVG9nWkdSRVJFVlBkcHpYbElMYlNkelJ6ZzNBcEtDYmQ1cCtyTGlpdUVRaVd4THI4aUlxcXIrQ3BHUk9VNmNUTWR2MXhNc0x1ZFFpckIvSUc5YW1CRVJFUkVkVnRzNWhZY3o5cUNLL2tuU2ozZlhqVUlIVHdIbzd2MzZMczhNcW92akJvQk9yVVpmbDNyWmtGMklxTGJzVGc3RVpXcDBHakN3NzlFSTcxUWEzZmJkL3AydzBPdDc5N3VLa1JFUkxYZDJad1liRTVlQ0xVaHRWTFhlOG9EOEhqd1BMUnc2Kzd3c1Znc0ZoaU5Sc2hrc2xKM0ppdG1NcGxnc1ZnZ2sxVnZKeTlCRUZCWVdBaG5aK2R5ZHpiYnRHa1RBT0NSUng2cDF2MGF1cHhFNVNibVpBQUFJQUJKUkVGVVBXNGN5VWZvQ0JWblhCRlJuZWZZUFVXSnFGNzU4dVRaS29WVzNmd2JNN1FpSWlLNnpjN1VGVmliOEhxbFF5c0FVQnRTc1NMK2VjUm1ibkg0ZU02ZlA0OEhIM3dRaVltSjVWNzM2YWVmNHJYWFhxdjIvWktTa3ZEUVF3OGhQajYrd3V1U2twSUFBR2F6R2JkdTNiTDV5TS9QUjM1K2Zvbmp4UjlHbzdIQ3NadzlleFpqeDQ3RnJGbXpxdjI4YXF1ODYzcklYTVFNcllpb1h1QXJHUkdWS2tHZGk0MFhMdHZkVGlHVllON0FpQm9ZRVJFUlVkMjBNM1VGZHFXdXJITDdEVmZmQXdEMGFGUzlwWU01T1RsSVQwOEhBRnkvZmgwQWNPM2FOWmpONWpMYjVPZm5RNi9YNDlLbGYydHh0V3JWQ29XRmhWaTNibDJwYlVKRFF6RjQ4R0FVRmhiQzNkMjl6QmxkQlFVRmNISnlLbk0yVjBaR0JpWk1tR0J6TERJeUVrcWxFaHMzYml5MXpjcVZLeEVhV3ZZdnorTGo0L0hPTysvQTA5TVRmLzMxRjVZdlg0NnBVNmVXTyt1c3JoRU1GdVNuR09EZG1rWFppYWgrWUhCRlJLV2F1LzhZaENxc0pKN1pxd3Q4blBtREVsRkRjdlRvVWV6Zit3ZXVYRW1BdTdNVC9yNTQ1VjRQaVdwQXh6YWh5Qy9VSTdSRkN3eTY3MzUwNys3NDVXdjEwZG1jbUdxRlZzVTJYSDBQWGs0QjFWbzJHQk1UZ3krLy9OTG1XRlJVVktYYXZ2enl5OWEvNzk2OUc0SWdJRFcxYVBaWVFrSUN4R0l4UWtKQ0FBQmVYbDZJalkzRkJ4OThnSTBiTjhMTHk2dEVmMmF6R1E4OTlCQ21UWnVHRVNOR2xIdnZ0V3ZYd3R2Ykc0c1dMUUlBUFBua2t4ZzdkaXlBb3RlZnI3LytHbXZXckFFQWVIaDRsTm5Qdm4zNzhKLy8vQWN0V3JUQXh4OS9qUDM3OStPenp6NURWbFlXcGsrZkRoZVgrbEVQU3BOV05PdE1GY3FkMm9pb2ZtQndSVVFsYkwyY2hJdVphcnZiZGZOdmpOR3RRbXBnUkVSVVczMzI2UUtZYzFMUXFaazd4blZvZzFCL0ZZQXU5M3BZVkVPdTNNekJsZFFjL1BIZmRUaTBmeTllbi83bXZSNVNyYmM1K1JNSDlyVVFNOXB0cW5MN3lNaElEQjgrSEFCdzRjSUZ2UFhXVy9qaWl5OFFIQnhjWnB0Rml4WWhKU1VGaXhjdnRqbnU2dXFLK2ZQbkF3QW1UWnFFQng5OEVHUEdqTEdlUDNUb2tGMWp1M2J0R2t3bUUvTHo4d0VBVjY1Y3NjNEVjM0p5Z2xLcGhFUWlBVkJVZCt1Wlo1N0J0OTkrQzZWU0NiRllYR280VnN4Z01HRGR1blhZdEdrVCt2ZnZqOG1USjBNa0VtSFlzR0h3OFBEQWdnVUxNR1hLRkx6MTFsdG8zNzY5WGVPdWpmSlM5QkRMUkZ3bVNFVDFCbC9OaU1oR3ZzR0lMNDc5YlhjN0Y1bVVTd1NKR2hRTDVyLzdKanI0aVRGNmNQaTlIZ3pkSmFIK0tvVDZxM0IvVitCL2h4S3dZTTRzdkRWM0FZRDZzOHpLa1dJenQwQnR1Rm5sOXA1eWY1djJxZHA0eEdadXFmS1NRYWxVQ3FtMDZNZC9KNmVpMlRnZmYveHh1WVhYczdPekVSZ1lDS1d5OU5uVVdWbFp1SHIxS25yMDZGR2xNUldiUFhzMk1qTXpJUWdDQUNBMk5oYmp4bzBEVURTakt6TXpFM2w1ZVhCMWRVVnViaTUwT2gzYzNkMWhNcG1zejZrMEowK2V4SklsUzVDZW5vN0preWRqM0xoeGVQSEZGeEVVRklUMzNuc1BFUkVSK1BMTEx6RnYzanhNbXpZTi9mdjN4M1BQUFlmQXdNQnFQWjk3UlRCWWtIZmRBUGNtOG5zOUZDSWloMkZ3UlVRMmxoMC9qUnk5d2U1Mk0zdDE1UkpCb2dia3M0VUxFTzRuUm1RdmJzVFFVRDNVcHdYK2QrZ3l2bGkwRUs5TnI3OUZycXRqZjlyM1ZXNGJvR3lGbDhQVzRLeDZyN1hHRlFDY3k0bXBkcTJyMjQwY09SSyt2cjVsbnYvdHQ5K2cxK3ZMUEgvZ3dBRUVCZ1lpSUNDZ1d1Tll2MzQ5QkVIQXVISGowS3RYTDd6NTVwdTRkZXNXTm0zYWhJOCsrZ2dpa1FnR2d3RUJBUUhJeWNtQmk0c0xwRklwZERxZE5ZUzczYmx6NTdCKy9YcWNPSEVDWVdGaG1EdDNMcG8zYnc0QW1EaHhJdWJNbVlNZmZ2Z0JFeVpNZ0wrL1A1WXVYWXBmZi8wVjMzLy9QUTRlUElpSWlBZ01HellNRVJFUjVlNkNXTnZrcFJnZ0dDMVFoU2p1OVZDSWlCeUd3UlVSV1NXb2MvRnJuUDIxYVRyNk5zTElsczFyWUVSRVZCc2RQWElZNXR3VVJON1g4VjRQaGU2eGgvcTB4SUpOcDNBOE5oYmRxem5qcHI3Um12T1FxcjFVOFlXbEtBNnRsQkozOUdnMEdzZXpOdU5LL2trQXdMbWN2WTRjSmxxMGFJRm16WnFWZVg3ZnZuM1dndTZsMmJObkQ5cTJiWXVNakF3QWdGZ3NocmUzdC9XODBXaUV3V0N3N3ZaWC9MaDRadFh0TGx5NGdJS0NnaExIMTY1ZEN4OGZIMnM5cnR6Y1hLaFVLZ0NBUnFNcFVadnFwNTkrd3BvMWE2QlNxZkRxcTYvaXdRY2Z0QW1mZXZmdWpURmp4dURvMGFNWVAzNDhaRElaSkJJSkhuMzBVUXdjT0JEZmYvODlkdS9lamVUa1pIVHYzcjNPQkZlQ3dZTDBNeG80TjViQnhiZnNXWFJFUkhVTmd5c2lBZ0JZVUZTUXZTcmU2OHNDdlVRTnlmNjllOUNwV2RrRmtLbGg2ZFJjaFgweHV4aGMzZUZHWVh5VjJ0MGVXZ0hBVDBudldrT3JZdG1HRy9DU08yWXAyOXR2djEzaE5TMWJ0aXoxK01XTEZ4RWZINC80K0hqczNyMGJBT0RtNW9iLy92ZS8xbXVlZXVvcG16YlRwMDh2OHo2eHNiRUFnTGk0T0d6YXRBbjkrdlVyOWJyYzNGeHJFZmJzN0d4cmlGWHNnUWNlZ01sa3dzTVBQNHpDd2tKczNyeTVSQi9lM3Q3bzM3OC90bTdkYW5OOHpKZ3htRDU5T3A1NjZpa1VGaGFXdTR5eU5oRU1GaVR0eVlGUkl5Q3dsOXU5SGc0UmtVTXh1Q0lpQU1DdkZ4T3FWSkI5YkZnb21xdmNhMkJFUkZSYlhibVNpSEhoYmUvMU1LaVdhQkdnd3VhVGNmZDZHRFhHcUJGZ05nZ09LM1Fkb0d5Ri9yNFRzUG42SjlDWkMwcWN1ek8wT3A3MVc0aytzdldwRGd1dVB2dnNzM0tMczMvKytlZlczUVB2dEhIalJnREEwS0ZEOGZUVFQrUDQ4ZU5ZdTNZdEFLQjE2OWFZUFh1MjlkcTB0RFNzWHIwYUV5ZE9SRUJBQUN3V1M0a2REWThkTzRiZzRHQTRPVG5odSsrK2cwaFVWRHV0dEJwWFNVbEptREpsQ3RMVDAyR3hXREJseWhRQXdQLzkzLytoUTRjT21EQmhBZ0FnT1RrWlAvLzhjNFdmaDd5OFBCaU5Sb3dhTlFwaXNiamM1Wk9WWlNvUWtKOWE5akpMUjVESXhTak1NaUh2dWg1bWd3V2hJMVFzeWs1RTlRNWYxWWdJQlVZamxwODRZM2M3WjVrVXIzVG5VaUdpaHNiTjJlbWYzUU9KZ0JhQm5uQlYxdDFDMElMQkFrMjZFVHExQ1pvMEk4d0dBVHExdWNSMXpZZDRWSHY1bGFmYzN4cE1CVHEzeHZMNDU2emhWV1ZEcTZvU0JBRXhNVEhXeHlrcEtRQ0FzMmZQSWkwdHJjeDJHUmtaeU0vUHg1NDllNnpIZ29PRG9kZnJjZWpRSWJpNnVrS3BWTUxQejg4NkN3b0FHalZxaEVHREJsa2ZYN2x5QmF0WHIwYVhMbDNRcGswYkFFRGp4bzJ0UmREajR1S1FuWjJON3QyTFpuRS85TkJEME9sMEFGQ2l4bFhIamgydHhlSy8vdnByOU8zYkYyM2JGb1hwUGo0K051TnYzYm8xTm16WVVPN25KajA5SGM4Ly96eUdEaDNxMEJsV2w2UFZFSXdXaC9WWEpwRUZFaWN4QW51Nk1yUWlvbnFKcjJ4RWhGVi9uVWUrd1doM3V4ZTdkSUNidkc1TW9TY2l4emtkbHdpZzY3MGVCdFVpcHk4bTN1c2gyTVdvRVpBVnAwWGVkVDJNbW45ckxUazNsa0htSW9GYjBML0Z2aVZ5RVJTZVVpZ2RFQWlvRFRkeFZyMFhQUnFOUnFCekdGNXV2UWJMNDUrRGx6ekFydERLeThuK1F1aG1zOWs2RzZxWVNxWEMyclZyNGVMaVVxSk9sQ0FJeU16TWhFS2hnTHU3dTAzYlVhTkd3V0F3SUR3OEhLNnVycVhlYjhPR0Rjakx5OFBreVpQTEhOUHAwNmR4N05neFBQLzg4L2p0dDkvUXAwOGZHQXhGRzhRTUhqd1l0MjdkQXZCdmphdVltQmc0T1RtaGJkdTJhTnUyTFM1ZHVnU2owWWlISDM0WXJWcTFxdlRuNHZEaHcramF0YXUxcVB1U0pVdmc0dUpTN2xpcm92bGdEeFJtbWh6YTU1MU1XalAwZVdabzBveTRjYXdBY25jSnd5c2lxbmY0cWtiVXdOMHNLTVNHOC9ZWGp3MTBjOEZqN1VxdmVVRkVSRlFiNmRRbVpNVnBrWk5ZdEh6TExVZ083ekFaRko1U2h4ZXpEblJ1WGVyeDRoMENpOE9yR2UwMlFTbHhxM1JvcFpDNFZtbVpvRXdtdy9yMTY2MlBVMU5UOGNFSEg4RGYzeDhmZnZnaFZDb1ZObTNhaEo5KytzbGFvMnJqeG8zNC92dnZNWDc4ZUl3YU5jcW1QMEVRTUh6NGNDeGJ0cXpVK3lVa0pFQ3RMcjhFUVVKQ0FqUWFEUW9LQ3ZEbm4zOWk0Y0tGaUk2T0x2WGE1T1JrcEtlblkvejQ4ZFpqQnc4ZUJBRDg4c3N2TnNzU1MxTllXQWl4V0l5Y25CeEVSVVdoUllzV21EZHZIazZlUElsang0NWh6cHc1Y0hGeFFYcDZPdHpkM2FGUVZIOVhQbVVqS1pTTjdzN2JMYU5HUVBLZnVVamFuWXZnb1I0TXI0aW9YcWtiVzJRUVVZMzVJdlp2bUN6MlQyTi9wMjkzU1A2cFBVRkVSRlNiQ1FZTGJoekp4NVhvSE9SZE44Qzd0Ukt0eG5paDZRQjNlSWNwYTJRSE5xWEVIUUhLMG1jQmJiajZIbUl6dHdBQXZPU0JkaTBQYk9GVy9RMVJEaDA2aEtsVHB5SWdJQUNmZnZxcHRiaTUyV3kyN3Y0SEFJODk5aGhtenB5Skw3LzhFblBtek1HTkd6ZXM1OFJpY1lsbGVWV2xWQ3JSdG0xYnRHL2Z2c3hyOHZMeXNIcjFhcHc1VTFUYW9LQ2dBTnUyYllOWUxJWmVYN0tPbEZhcnhVc3Z2WVFUSjA0QUFGNSsrV1VzWHJ3WWZuNSsrUGpqajVHUWtJQVpNMmFnVTZkT1dMbHlKZnIyN1F1ajBZalhYbnNObjN6eUNTeFYrTm5vWHBLNWlCRThWQVdKWElSYkp6WDNlamhFUkE3RktKNm9BWXZMVW1OUDBuVzcyL1Z0RW9BZUFkVXZXa3BFUkZUVGpCb0J5ZnR5b1ZPYjRkUEJHWTNDbEJETDc4NHZYdnI3VHJET3NMclQ3VE92Z01yWHRHcXZHbHpsOFNRa0pPRHJyNy9HMzMvL2pWR2pSdUgzMzMvSHd3OC9iRDF2TXBsZ01wbEt6SzdxMmJNbmtwT1RNWEhpUlBUczJSUGp4NDh2TjJTeWwwUWl3YnZ2dmx2dU5abVptWkRKWlBqbW0yK3dkT2xTL1Bqamp4Q0x4Umc0Y0tDMUZsWmNYTkVtQVdGaFlUaHk1QWdTRWhJZ2w1ZXN2OWFoUXdmTW16Y1BzMmZQeG9vVksvRDIyMi9qMkxGak1KbE1tRFJwRXFLaW92RHR0OTlpNHNTSkRudU9kNE5ZTG9JcVJJR01zNFV3YWdUSVhEaEhnWWpxQndaWFJBM1lna01uSzc3b0RsS1JDRE42ZGE2QjBSQVJFVG1XSnMySTVIMTVBQnhUWE4xZVBScU54dStwSzZBMjNDejEvT2JyQytIbEZJRGptVnNxRlZxRnVuVzFCbDMyMHVsMCtQREREeUdUeWJCbzBTS0VoWVdoZi8vK050ZkV4TVJnOSs3ZG1EOS92czF4WDE5ZmVIdDc0OWRmZjhXdnYvNEtRUkJzem0vYnRnMDdkdXlBSUFod2RuYXUwdmlLWjMzZExpK3Y2R3MzYjk0OFhMeDRFUU1HRE1DaFE0ZXM0NWc5ZXpiT25EbGpEYTdPbnorUDNidDNZK1hLbGRpM2J4Kzh2YjNMRE5nNmRlcUVqei8rR0MxYkZwVTlPSExrQ0E0ZE9vUk5telloUGo0ZTY5ZXZSM0J3TUFZTUdGQ2w1M092TkFwVElpdE9pNnlMV3ZoMWM2bTRBUkZSSGNEZ2lxaUIycE4wSGVjeXN1eHVONzU5S3dTNWxWNklsWWlJcUxiUXFVMUkzcGNIdVlzWVRRZDYzTFBaSjJPYXpzTGFoTmRMUGFjejUyTkYvUE9WNzZ2SnJDcVBRNkZRWVBIaXhmRHc4SUJVV3ZRV29HTkgyNTJCTDE2OENJbEVVdUo0c2ZIangrT1JSeDZCUkNLeE9kNjllM2VNSERrUzU4K2Z4L2J0MjYzSExSWUx6T2FpSFJwdi83UDQ3eFU1Y09BQWdLS2REYU9pb3RDdFd6ZWNPSEVDOCtmUHg2T1BQb29CQXdaWWx3NENRRTVPRGxRcUZkTFQwM0gwNkZFOCt1aWpFSXVMdnU0eW1hekVrc0pPblRwWi94NGZIMi9kN1hEU3BFazRmLzQ4Rmk5ZWpHN2R1cFVvWEYrYmllVWl1UGpLa0plaVozQkZSUFVHZ3l1aUJzZ29DUGc4OW0rNzI2bWM1SmpVMlhGTEE0aUlpR3FDWUxCWVoxb0ZEMVhkdGFXQnBlbWdHb3pSVFdaaXkvVlBxOVhQK09iekVPZ2NWcTArdkwyOU1XSENCT1RuNTVkNjNtQXd3R2cwWXN5WU1XWDI4ZEpMTDJIWXNHRTJ4M3g5ZlJFUkVZRkdqUnJCWlBwM0Y3MnpaOC9pZ1FjZXNMbDIyclJwTm84N2R5NTdGdmNERHp5QWE5ZXVZZWJNbVhCemM4T3BVNmZ3OGNjZlk4U0lFWGorK2FMQXo5blpHZkh4OGZqenp6K3hiOTgrOU92WEQxdTNib1hGWXNHSUVTT3NmVFZ2M2h3SER4N0VMNy84QW05dmI1djdYTHg0RVFrSkNYam9vWWNBQUZLcEZPKysreTV5YzNQclZHaFZ6TDJKRS9KVEROQ3BUU3pTVGtUMUFsL0ppQnFnTGZHSnVGVlFhSGU3VjNwMGhJdU1MeHRFUkZTN3BaOHBxdkVUT3VMZWhsYkZCdmhPQUlBcWgxZmptOCtyOGhMQk83MzIybXMyNFpLOVFrSkNTdlJYUEFPclJZc1dhTkdpQlFCZ3pKZ3hpSWlJS0xldi8vM3ZmK1dlRHd3TXhJY2ZmZ2lncU1iVm9rV0xNR1hLRkp2Z2JQRGd3ZGk5ZXpjKyt1Z2orUGo0WU9USWtYQjFkVVdMRmkzZzcrOXZ2ZTY1NTU1RFZsWVcxcXhaWTFPQUhnRGMzTnd3ZHV4WURCa3l4SHJNejg4UGZuNSs1WTZ2dG5JUGt1TUdnTHpyQmdaWFJGUXZpQ3gxYmNzTUlxb1dveUJnNUlhdHlOTHE3R29YNXUySkg4YmNYME9qSXFLNlpPalFvZGk5NEpGN1BReXFSWWErdFFtN2QrKysxOE1BVUZTTS9kTG1iS2hDbkJEWXkrMWVEOGZHMlp3WWJFNytwTXlhVjNjS1VMYkM0OEh6cXozVHFyNndXQ3dRY1VmalNrbmFuUXZCS0NCMGhPZTlIZ29SVWJVeGdpZHFZSDYrY05udTBBb0EzdTdUclFaR1EwUkU1RmpwWnpRUXkwVHc3MXI3NmpGMlVBMUdCOVZneEdadXdibWNHSnpMMlZ2cWRlMVZnOUJlTmRoaHM2enFDNFpXbGVmZVJJNWJKelhjWFpDSTZnVUdWMFFOaU41c3hwcS9MOWpkYmxoSVU3VHo4YXFCRVJFUkVUbU9ZTEFnSjFFUDc5YktXckZFc0N3OUdvMjJobElKK2NldHg1VVNOODZ1SW9kd2IrS0VXeWMxeUx1dWgzZVk4bDRQaDRpb1doaGNFVFVnUDUyN2hGeTl3YTQyQ29rRTAzcVdYVGlWaUlpb3RzaU0wd0lBdk52VW5UZnFMZHk2MytzaFVEMGtjeEZEb1pJZ1A4WEE0SXBxTFYyT0VmcGNBYnBzRTNUcW9nOEFVSGhLaXo2OHBKQjdTS0JVTWJabzZQZ2RRTlJBYUUwbXJEdDkwZTUyRXp1MlFTTm5SUTJNaUlnSXVKYVdpMnZwZVFnUDlvSEt0ZUxYbXV3OExRd21NNXlkWkhCM2NhcjBmUVRCQXJHNFptZmdhUFZHNkkzbVNqMlB1OEZzRnBDUld3aVpWQUp2OTRieHhqVW5VUWZueGpJdWpTSUNvQXBWY0xrZzFWbzNqdVREV0NoQUloZEI0U1dGVjVqU3VwbEFjWWlWbDZ5SDJXQ0J6RmxjNjJvVzB0M0ZWekNpQnVMN3MvRW91R01YbllyNHVpanhkSGliR2hvUkVSR3c3MndLNXEwL2ltdnBlUlZlbTZiV1lNTENhRXhZdUFQYll4TXJmWTlkSjYvaXFVKzI0MnhTUm5XR1dxNzhRZ1BlK09wUHZMNXlMOUp6N04rMXRUSTBXZ1BVK1pXdlVaaVJXNGdKQzNmZ2crOFAxOGg0YWh1ZDJnU2pSb0JuYU8wSURvbnVOYytRb244TFdSZTE5M2drUlA4cXVHWEF4WTFaY0c0c1EvUDdQTkNrbnp0ODJqbkRMVUFPbVZJTW1WSU10d0E1Zk5vNW8way9kelMvendQT2pXVzR1Q2tMbWpUNzNzdFEvY0VaVjBRTlFJSEJpTy9PMkQvYmFsclB6cEJMbUc4VFVlM3cxZmJUTUpnRUFNQXZCeTVoWk05UXVEbkxLMnlYbWF0RlJxNFd5MzQ3aFM5ZkdRS3grTi9YTlkzV2dMbnJqOWcxampsUDlvS0wwdmErTGdvcEFodTVZdCtaRkV4YnVSZUxKZytFbjVjTEFHRDYxMy9hMVgreFBtMERNTFp2S3dCQXVscUR0OWNlaEZRaXdtZFRCc0ZGSWF0U24vVlp6aFU5QU1BOXFPTHZDYUtHUUN3WFFSWGlCSFdpRG8zRG5XdDEzVGRxR0RMT0ZrS1Raa1Nyc1o2UXlDci9Ic016VkFIM0lEbVM5K2ZCOVo5UWl4b1dCbGRFRGNDNk14ZWhNNW50YWhPaWNzZVE0Q1kxTkNJaUl2c2NqNytKQStkdXdNMVpqaTR0R21QZm1SUjhIWDBhMHgrdXVEN1F1TDR0OGR2UkJDVGV6TVh1djVJeHJGdHo2em1UWU1HcGhIUzd4bUlTTENXT2ljVml2UFZZVCtnTVpoeUx1NG1acS9iaDh4Y0h3ZHRkaVRPSlZadnAxZHpYM2ZwM2R4Y255S1ZpSktUbTRQM3ZEaUhxMlg2UXl5UUFBSjNCQkl1bDVKajB4cUxYZmNGaWdWWmYrbStwUlNJUkZQTDY4ZU5nWG9vZWJrRnl2amtudW8wcVJJR2NSRDB5NDdSb0hNNDMrL1BuejhmbzBhUFJvVU9IS3ZkaE5wdHg2ZElsdEdsVCtxb0VrOG1FTDc3NEFqMTc5a1Rmdm4xeDVzd1pCQVVGd2N1cjdJMk9kRG9kNUhLNXpTOVdhcEphcllaV3EwVkFRTUJkdVI5UUZGb1pkV1kwSCtKUnBmWVNKekdDaDZxUWVpd2ZHZWNLNGRPZTM4OE5TZjM0U1lXSXlwU2pOK0RIYy9GMnQ1dmNwWDBOaklhSXlINVplVm9zM0ZTMDg5clVrWjBRMGNZZlp4SXpzUFBFVllRSCsyQm8xK2JsdG5lU1MvSDR3RGI0WnNjWjVHdjFwVjdqNytXQ3RkTWZLTGVmWnhmdHhNMXNUWm5ucFJJeDNuc2lBak5YN1lORUxJWkVMRUtlUm8vZjVvNHA5WHFOemdpbFhGcWk5dGFCY3pmdzZhYmpOc2NVY2lubVQreUxWMWZFNEV4aUJqNzY2U2ptUE5VYllyRUlrei9mVmU2NExxV29FVGxuYzZublpGSXhvdWVQSzdOdFhXSFVDREJxQkhpSGNTWWEwZTFjZkdWUWhUZ2hLMDZMUm1HMWU3Zk51K0hBZ1FPSWlJaW9WbkMxWWNNR2ZQdnR0M2p1dWVjd2Z2ejRFdWZGWWpGMjd0d0pkM2QzOU83ZEcxOSsrU1hTMDlNeGZmcDA5TzdkdThUMWdpQmd4b3daYU5La0NXYk9uRm10OEVxajBXREhqaDBZTjI0Y1JLS3l2OVkvL1BBRGpoNDlpdlhyMTFmNVh2WW91R1dBSnMxWTVkRHFkZ0U5M1pDME93Zk9Qaks0K1BJMXY2RmdjRVZVejYzNSt6d01ac0d1TmszY1hURzRlVkFOallpSXFQTE1aZ0ZSRzQ0aHAwQ1AzbTBETUtSTE13REFHK082NGIxdkQySHgvMDRpeU1jTmJacDZsOXZQaUI3QjZOcytzTndpNVpMYmxrWnI5Y1pLejBZNmVDNEZjZGV6TWJSTE16VHo5VURVYy8zaEpKUGc2cTFjekZxOUg0OE5DTU9qQTFxWGFMZGdZeXpTY2dyeDd1TVJDUEw1dCtpc3JJd2wydDd1U253MHNTOWVYN2tYaHkrazRvZVlDM2g2U0R0MGJlbUw3RkpxWCtrTUp2eVZrQTVYcFF6aHdUNmw5aW10Sjh2Qjg2Ny9zMHl3U2VVTDloTTFGSTNEWFpDVHFFZktrWHcwSGVCZWNZTWFZckZZc0d2WExtemZ2aDFKU1Vrd204MW8xcXdaUm93WWdaRWpSNVlidEZSVlRrNE8vdmpqRDR3YlZ6S2dQM3o0TUp5Y25IRGp4ZzBzWDc2OHpEN2MzZDJ4YWRNbTYrTkhIMzBVU1VsSldMMTZOYTVkdTRZMzNuZ0RNdG0vQVlwWUxJWlVLb1hKWklKWUxNWm5uMzJHUllzV1ljNmNPWGpqalRjd2ZQaHdtLzdGWWpFbVQ1Nk1kOTU1QjNLNUhOT21UVU5TVWhJbVQ1NWNxZWNvazhrUUhSME5BUGpqanovdzFWZGZJVFUxRmErKyttcWwydDhOMS9mbG85VllUNGYxMTZTL094SitVeVBza2ZMLzc2ZjZnOEVWVVQyV3FkWGhsNHNKZHJlYjJMRU54RFh3d3dNUlVaNUdqL0ZSMjZ5UHpmOHN1NXUxYXI5MTV0R29pRkM4TkxJVExCWUwvdlBMQ1p4T3pJQy9sd3RtUHZMdnNzQ0lOZ0dZZUg4N3JOdDFIclBYSHNESHovYXpDYTlPWExxRi8veGlPMnZwZGkwRFBUSHZtYjZsbmpPWkJVVE8yUXdQRnlmODhsNWtoYy9wV054TjdEeHhGVzJhZXFPWnI0ZTEvcFMvbHd0Y2xYSjhzK01NZkQyZE1TRDgzK1hYc1hFM2NmaENLdnc4bmRISW8vSTcvalgzODhDY3AzcGh5NUVyR1BkUC9hdlhIdXBhNnJXM3Nnc3dZZUVPQkRWeXc5eW4rMVQ2SG5WUlRxSU9DcFdFTzZjUmxVTG1Jb1pmVnhmY09xbEIrcG5DZTdaa2NQbnk1ZGl5WlF2OC9mM1JwMDhmRkJZVzR0U3BVMWl5WkFuaTQrTXhZOFlNaDk5VHA5UGhxNisrUW1ob0tEcDE2bVE5TGdnQ1ZxeFlnYTVkdXlJNE9CZ1dpd1hUcDA4djBmN3c0Y000ZS9hc3pUR1pUSWJaczJmRHhjVUZ1M2Z2eGtNUFBZUldyVnJaWE9QazVBVGpQNXNpS1pWS3ZQdnV1K2pTcFFzR0R4NXNEYlJ1bjFrVkhoNk9Eei84RUt0V3JVSm1aaVlBbFBoOGFMWGFvbCtvS1A3ZGdPTHc0Y000ZnZ6Zi8rc2lJeU54L3Z4NWJOMjZGUzR1TG5qKytlZXhZTUVDSERwMHlLWXZvOUVJczltTVVhTkdsWGpPYjczMUZ2cjBjZHovR1RlTzVNT3ZtMHZsYWxwWmdNUmRPWEQxbDVmN2ZTcDFFc08zc3d0dUhNMUhZQVIzRzJ3SUdGd1IxV00vbkltemU3WlZJNlVDRDdZTXJxRVJFWkU5TEdiQUlsaGdFVzc3MDJ5QnhmTFA0OUxPVy8vODU5cmJqZ25ta25XUTdqYXBSSXllcmYydGowOG5waU5mYTBUYlp0N3djQzZhTFZOYzIybjViMzlqejZscmNKSkpNT2VwWG5DOW95RDZrNFBiNGtabUFYYi9kUTF2cnRxUE9VLzFRcmRXZnVYZVg2czNvVkJ2UW1PVm9jeHJpdXRGVlRlL2QxSEs4ZTRURVhobCtSLzR6eThuME5USERjSCtLaGhOWml6NzdSUUFZT1lqUGV5dU1kVzVoUzg2dC9BRlVMU2JvVkJLZlNzQUtOQVd2V2t5Q3hia2FrcGZJZ2tBU3JuVVdpK3JMaElNRnVqVVp2aDFkYm5YUXlHcXRiekRsTkNwVGNnNFd3aVJDUERwY1BmRHF4czNibURXckZrWU1tU0k5Vmg2ZWpwZWZmVlYvUDc3NzRpTWpDd1JBRldYbjU4ZnVuVHBnbzBiTjlvRVYzLysrU2V5c3JMd3hCTlA0TWlSSXhDSlJCZzJiRmlKOW1scGFTV0NLNkJvbHRTMGFkTXdac3dZQkFjWC9keXMxV3FSbloyTjdPeHNpRVFpeE1mSDQ1dHZ2b0ZhclVaV1ZoYlVhalZXcjE2TnZMdzhMRnUyREsxYnQ0Wk9wOE1UVHp5QlNaTW1ZZmp3NFZpK2ZEa09IanlJZWZQbVllN2N1WWlJaUxEZWM4bVNKVGg5K2pSV3JWcGxuWjJXbHBabUUxd0JSWUZYV2xvYU5tL2VqQkVqUm1EWXNHRUlEdyszdVNZbUpnYUppWWw0NFlVWFNqeTMwTkJRT3o3RDVkT3FUVEFXVm02M1Y0c1pTRG1jQjIybUNhNytGVyt5NGRsQ2dkeXJldWh5VFZCNE1OYW83L2dWSnFxbmRHWXovaHQveGU1MnozUnNBeWxuV3hGVnlLeXp3R3dRWURaYUlCZ3RFRXdXV013V0NPYWlnTWhpTGo2RzI4NFZuUy83M0QvSGpQYytZS29wemdvWjVrd29xdkZoTmdzWU4rODNBTUF6UTl1aFkwaGpBRVV6bmhiK0hJdmRmMTJEUkN6Q25LZDZJVFNnOUNVR014N3VCckZZaE45UFhNWHN0UWZ3MklBd1BETzBIYnExOHNPRzJiYS9TUllFQWYrM1BBYVhiNmpSdjBOZ21XTXNuZ1ZXblZkQ284a01rMWxBVUNOWFBOSy9GUTVmdUFtSVJORHFqZmg1Znp4dVptc3dva2N3V2dhcW9OVWJJWldJSVpQYUh4NDk4MmswOHJYbGJ3OSsrWVlhRC8vemVTN05LNk03STdKWEM3dnZYVnVvRTR1V1NiTFdDVkg1QW5zVnpVeEpQMU8wczF2VC91NTN0ZWJWckZtem9GS3BiSTQxYnR3WUkwZU94TGZmZm9zTEZ5NDRQTGdDZ1B2dnZ4OVJVVkZJVFUwRlVGUmMvZnZ2djhmSWtTUGg2K3RyVjErQ0lPRHk1Y3RvM2JwbytYZHdjREN5czdQeHpEUFBRS2V6WGJLZGxKU0V3c0pDZUh0N3c5dmJHNkdob2ZEeThvSzN0emY4L0lwK3lXS3hXSkNmbncrOS90OWZMdlRwMHdmZHVuWEQvUG56c1dUSkVvU0VoQ0FwS1FuYnQyL0hqQmt6S2x4U0taUEo4TUVISHlBckt3disvdjd3OS9kSDU4NmRiYTY1Y3VVS2J0NjhpUkVqUnRqMS9PMWx5RE5EVW9udnNjSU1FMjdHNXNPZ3NlOFg3aEs1Q1BwY000T3JCb0JmWWFKNjZyOFhyNkRRYUxLcmphdGNob2ZDSFBkYkZxTGF5bUlHekVZQlpvTUZnc0VDczhFQ3MxR3crZnUvNS80SnAyNDdaN0Z2azA0cXcvbHJXZERvYkVNWG5jR0VkOWNkeE9uRURJakZJc3g2dEFlNjN6WkQ2MDVpc1JqVHgzV0R1N01jbS9aZndvWS80NkRSR2ZEcW1KTEw1MzQ3Y2dXWGI2alJ0TEU3eHZSdVdXYWZ3ai9CMVoxRjArMnhjdnRwL0hiRTlwY0hrei9mWmZNNE9qWUowYkZKQUlESVhxSDdRU2hoQUFBZ0FFbEVRVlI0WlhTWFV2djZKdm9NVWpMemJZN05lclFIbkJVeURPc1dESzIrNkxWZXNGanNXdVo5NllZYWwyK29yVXNiNjZxc09DMmNHOHVnOE9TUHRVUVZDZXpsQmhkZk9XNGN5VWRDdEJxTncxMmdDcms3dGVIdURLMkt1YmdVelphOHZVNlVJL1hwMHdkUFAvMDAzTnlLZ2p1RHdZQ0lpQWc4L3ZqamR2ZTFlZk5tckZ5NUVrOCsrU1FtVEpnQXNWZ01UMDlQUFB2c3MvRHk4cklHVXg5OTlCSGMzTnp3eVNlZjJIMFBrVWlFV2JObVllclVxVWhNVEVSSVNBaFdyRmlCbGkxYjJzeFdLNDlLcFlKS3BjTFpzMmV4YmR1MkV1Zmo0K09SbDVlSHFLaW9FdWRhdDI2TnNXUEgyajN1MHVpeVRWQjRWZnphbkx3dkYwb3ZLWm9NOEVEQzF1eEs5Ni93a2tLWGJZSkhVOVkzck8vNFB6eFJQU1JZTFBqK2JKemQ3WjdxRUFhRnBPNHVGNkdHVFRCYVlOSUtNT2tFbUhTV29qK3Rqd1dieHd5ZWFvZUQ1MU9zZnhjRUMxSXk4aEhrNDRiQVJxNjRrSnlGZDUrSXdJN2pTZGgwNEZLRmZVMGEzZ0V0QWp6eC9aN3plSHBJdXhMbnI2WGxZdFhPb3VVZXI0M3BVbTVSY3VNL1M2d2RVYmk4VjVzQWVMaVV2ZVFoVjJQQWtZdXA1Zlp4SmlrRGNkZHRmNUF2SHVPVUJ6dGFqeTMvN1JRU1VuUHc5SkMyMXFXRUFQRDNsWFNjU2toSFJCdC9tenBneTM4N2hjczMxQ1dXWU5ZbEdXY0xZZFFJMXBra1JGUXhWWWdURko0U0pPL0x3NDBqK1VnL280Rm5xQUxlcmUvTnJvUEZTL0dhTld2bThMN3o4L09SbnA2TzNyMTdJejA5M1hycy92dnZSMVpXRnZMemkzNHBJQWdDbm56eXlSTHROUnFOVFMycXlNaElYTDE2RlQvODhBUE9uajJMMmJObnc4dkxxMFRRbzFLcGtKMWQrUUNtMk9iTm0yMEt4WC95eVNjMjRkZjk5OThQaFVLQnJWdTNsbWg3K1BCaDYzTVVpOFdJakl5RXlXU0NSbE8wNjZ6QllJQmNYdlI2SHhRVWhLQ2dJT3U1WXVmT25ZUEVnZThGZEdvVHZNSXFydVBZZklnS0NwWDk5MVY0U1pFZHA2M0swS2lPWVhCRlZBL0ZYRTFCUnFGOUwrSktxUlJQdEhQODlHeWk2akxrbTJIU0NqQVdoMUJhQzh6RlFaUmVnTEZRZ0tuUXZxbmxkTytaelFMMm5yNE9KNWtFZXFNWlgyeitDM21GQml4LytUNjhOcVlMeHZScWdXQi9GVmJ2UEl2MG5JcGZ6d3IxSmd6dTFCUURPZ1RaN0E0SUZPMFFPTy9IbzlBYnpSamJweVhDUTByZllhK1l3VmlVYkphMXU1ODlIaDhVVnU2T2h4ZVRzeW9NcnVZOTB3ZEdVOUgzK0h2ZkhzU1ZtN2tscmhFRUFYcWpHZWV2WmVMTlZmdlJ0cGszSnR6WEZ0MWErZUhjMVV6OHVQY2lQRjJkYk1aU3ZCT2hpMVBkL0hId3hwRjg1Q1Rxb1FweDRqSkJJanNwUEtWb05jWUxtalFqMHM4VVdqOWNmR1Z3OFMyYXdlalNXRmJqUWRhcFU2ZHc4T0JCTkd2V0RPM2J0M2Q0L3djT0hNRGl4WXR0anExZHV4Yi96OTU5eDBkVlpnMGMvMDNOVENabGtwQWVRZ2tsOUNKZEJVVlFSRVZVRk11aXVJdnJxdnNxSXE3djZxS3Z1NHF1dTZ0clYreDFWUkFzQzZnMEFlbEZ3VUNBRUFLRWRKSkptNUtwN3g5RGhnekpwSkdRd3ZsK1B2bGs3cjNQdmZmSlpObzljNTd6dlBmZWU0QTNXRlk5bytIMDZkTnI3Yjl6NTA0eU1qSjh5MnExbW5uejVoRVhGOGZISDM5TVRrNE9rWkdSdGZZekdvMWtaR1NRbnA1T1FVR0I3NmV3c0pDQ2dnS1NrNU5ac0dCQm5YM1c2WFE4OWRSVGRXNzc2YWVmK082NzcrcmN0bUxGQ3ZiczJZUFQ2Y1R0ZGpOdDJqU0dEUnZHc0dIREtDd3M1SjU3N3VHS0s2N2dsbHR1SVRRMGxNMmJOL1BDQ3kvd3hodHZFQlhsZlcrWVBYdTJMd091SmRoTXprWmx3elluYUFYZXg3SE4xTFFSSnFKajZwaWZWSVFROWZwd2I5T3pyVzdzMzR0Z2pid2tpSFBIWmZmZ3RIZ0RUdzZyNi9SdGk4c1hqSExaTzIrdHAvUGRsdlJjU2l1cnVIQkFJcHYyNVhEMTZKNjg4MTBhVDN5MG1WZnV1NHdlOGQ0aEplL01tK0szbjgzdXJMZVkrWmxCSzVmTHpWOC8yY3F4Z25KMFdoVjNUQjZBMisycGR4aWd6ZTc5RU56VW91bXR4Umh5dXFodFhYV3d5czFWbEpxcm1IZkRDS2FQNjhXYnkvZXcrM0FoajMrNGlmY2Vtbks2VnRjWmYzTHZ4QWlxSEM2NmhMZGNrZWJzRGVXdFhxUE5hZk5nTjd0eE85d1lld1pKdHBVUVo4RVFxNkhINUhCc0ppZWxtVlZZVFU0SzkxcDgyelVHSmRvUVZhM2w0QmpOV1FlTU4yM2F4TFBQUG90T3ArT1JSeDQ1cTJNRk1uSGlSRWFPOU01SXUzejVjajc1NUJQdXUrOCszNng1YXJXYTlldlhvMUFvdVBIR0cydnRiN1ZhL1FKWDFXNjk5VlltVFpwRVRFd01odzRkOG1VN1ZRZW9pb3FLY0x2ZDNILy8vWUIzWnNIWTJGaGlZMk1aTkdpUXIwWldYVlFxRlVPR0RLbHpXMVpXVnNEOXFvTmRpeGN2NXUyMzMvYmJGaDBkemQxMzM4Mjc3NzdMaWhVcnVPZWVld2dPRHFhMHRCU1g2M1FhdXNsa0lpUWtKT0E1aEdncjdlTVRtUkNpeGV3dExHYi95YWFsSnF1VlNtNGZsTnBLUFJMbkk1ZmRnNlBTaGQzc1BoV1Fjbmt6cG1vRXAyUzQzdmx0OGNaREpIWUpvV2Q4T0p2MjVkQTdNWUk3THgvSVd5djNzbVRqSVc2ZDJJOHljeFZCR3BVdmdQVFVwMXZZdEMrWEpRdW0rZFZsV3J6aElDNjNoNGxEazRreG5nN0N1TjBlbmx1OG5aMkg4Z0ZRS1pVOCsvbDJQSGg0N0pZeEFRTlRKWlhlVEtTT01vVHVqZVY3V1BQek1hNGFuY0x0ay9yejl6a1QySEV3ajhKU0s3RVJodE5ESDVYK1FiMmJMMm41MS8zeTdNQ3pOYllvSmNRT01kQmxZTU5EVUlRUURkTkZxSWtiY2ZvMTBWemd3Rnpnd0dGMllhODhuZFZjbm0zSDdmQVFQU2k0MllFcnA5UEpXMis5eGRLbFMrblNwUXRQUHZra3ZYc0hyanQ0Tm5RNkhUcWROL2kvWmNzV3dCdEVDZzBOOWExdnJwZ1k3NFFpeDQ4Zlovbnk1Y1RHeGhJWEYwZmZ2bjB4bVV5c1hyMmF4eDU3akFzdXVNQlhYK3Znd1lQMUJxMWF3N2ZmZnN2NjlldTU0NDQ3ZVAvOTkvbjg4ODlKU2tyeURTdXNPVFJ3OGVMRnZwbDFXMEoxUnBTbWxkNVBHNXZSSlRvKytTOEwwY2w4MG96YVZ0UDc5c1NvazZLR292RThMckNiWGQ3Z1ZLVWJlNlgvN2M0OEs1NDRlM3VQRkxIL1dERy92V0tnTDZnQ01PUGlQaWdVTUgxY0w3N1pjcGhYdnZtWitUTkdjdmtGM1FHSUN0UGpkTG5aYzZTUWNmMVB6d3I0NVUrSEtDNjNNYkJibEM5dzVYUzVXZmlmcld4TXkwR3BnRlAxMWxFcUZXemFsOHY4UlQveTFPeUw2cHlkcWNEa3pUYUlERDI3aXhxQXQxYnVKYlNlRCt3VjFyTVA5RXdkMVpOamhlVjh1eldUMVQ4ZjQrWUpxZHh3VVcrQ1RnWG1xalBJdEpyV3IyRTQ0TFl1clg0T204bEp6dVlLQ3ZhWTBVZXJaWmlnRUsyZ2VzaGdTek9aVER6KytPTWNPSENBaXk2NmlIbno1dm1DT3ExcCsvYnRWRlJVb0ZBb2VPKzk5L2o2NjY5NTZxbW42aHptMXhodXQ1dTVjK2R5d3cwM01HblNwRnBGMDQ4Y09jTHExYXV4MisyRWhvYmk4WGg0ODgwMytmTExMM251dWVkcXpmSlhrOWxzNXBwcnJxbHptOVBwUksxdTJpWDg2TkdqT1hqd0lQUG56MmZvMEtITW5UdVgrUGg0WC9aV3pRQmVkUTJzbGxJZHVBcE5hS1hBVlNPTHY0dU9ULzdMUW5RaWhSWXJhNCtlYUxoaERRcmdqc0g5V3FkRG91UHk0TTJNTXJ1d1Y1d0tTRlVIcWlxODlhV0VhQTZQeDhNYnkvZWdWaW01L0lMdUxOOSt4TGROcVZSdzQzanZOOUc5RXlQd2VHQmoyZ2xmNEdwb3oyaVcvcFRCN296VGdhdmpoZVVVbDl1SUN0TXpvUHZwb01ubS9UbHNUTXNoU0tOaXdXMWplZkxqelNnVnNPRFdNZno5aSsyczI1UE4zRGZXOGVqTm8ydjE4ZEFKRXdCcmZ6bk8ybCtPcyt5SmE1dWRmWFV3dXdRUDRIQzZVYXVVcUZWS0hFNFhMcmNIclZxSlVxbEVwMVdmVlQydGdkMjc4TXA5bDdGcTl6SGVYTDZIOTM1SW8zdHNHT01HZU84ajA2a01zbEI5NXdqdzZDTFVwRndWUWVaeUU4ZlhsOU4zZW1TYkZKUVdRalJOYVdrcGMrZk9wYWlvaUFjZmZKQ3BVNmVlay9PNjNXN2VmZmRkYnJqaEJoWXRXc1JOTjkzRW1qVnIrSi8vK1IrZWZmWlpYNXU2Z2tVT2g0UGc0TnJEcWRQVDAwbFBUK2ZreVpOMW5yTjc5KzRFQndlemUvZHV4bzBieHovLytVODJiZHJFelRmZnpOQ2hRd1AyTlRRMGxKU1VGR2JQbnMzcnI3OU85KzdkdWZMS0szbnV1ZWU0K09LTEdUdDJiSk9McDhmRXhEQi8vbnh1dU9FRy92T2YveEFlSGc1QVFVRUJXcTIyUld0YW5Va1hxYWI4ZUZXckhkOWE0c1RZWGI1OFB4OUk0RXFJVHVTanZRZG9hcDdMbEpSdXhJZTBYSDBUMGJGNDNHQXZkMkVyYzFKVjVxTHExRzk3aFF1UHhLWkVLemlRWFVKR2pva3BJN29URlJaNG1GZmZwQWlNSVVIc3ppaWd5dTRrU0t0bWNFL3ZzSXc5UndwOTdiWWR5QVBnNG9HSmZ0bFR3MUppTUlZRThkZmJML1FyU0s1U0tmbmZtYU54ZXp3WURUcU1odG9mZUgvTzlCNWZxMVppZHpidmlaRGFOWkpLcTUwN0pnOWs4LzRjM2x5K2wva3pSbkRac0c2OC9QVnV2dG1TNlZmTHF6azhIbzh2bXdxODk4R1FudEdzMm4yTVliMWlzRlk1QURoZTZKMDF5eGlpODYyclNhMVMxbGs3cTcxTEhCZEs1b3BTVEVkc1JEVmkxaW9oUk50NjRZVVh5TXZMWStIQ2hZd1lNZUtjbmZlYmI3NmhvS0NBcVZPbnNtalJJc0xDd25qdXVlZDQ1SkZIMkxScEV6cWREb1ZDd1QzMzNGTnIzeTFidHJCdjM3NWE2M2ZzMkFIQW1ERmo2anluVXFsa3pKZ3hiTm15aGJTME5Nckt5bmo0NFllNS9QTExLUzB0eGVQeEVCRVJVV3UveXk2N2pNc3V1d3kzMjgwenp6ekQ2TkdqR1RObURGcXRsbTdkdXZuTzkrU1RUekp0MnJRRy8vWVBQdmlBSlV1VzFQcWJ3RHZMWUYwQk81MU94K0xGaXhzOGRtTUVoU3R4dFdJV3Z0dnVRUnZlOGQ2L1JOTko0RXFJVHNMc2NMTDBRR2FUOTd0cmVPMXA0MFhuNDNaNlRnV21UZ1dueWwxVWxUcXhtOTAwT2RvcHhGbm9reGhCZExpZTJ5YjJyN2VkVXFsa1pKODRWdTAreGk5SENobWRtb0JCcHlFaEtvUmpoZVdZclhZTWVxMHZjSFhKNEs1Kys0Y0dCL0hXM012OUNwdWZQcmFDdjl3NkZ2RE9PRGhsUkhlTUlkNEExb0hqeFJ3dkxDZkdHRXhFU0JBSFQyVmZBVXdZbkVScFpSVmFkY1BaVVpPSGQyZnljRyttMkpGVHN3QW14NFFGYkorV1ZjUTczNmN4WjhxZ0JvOWRyY0JrWnRaeksrdmM5c0dxMmhkYTk3KzJ0czYydDE3YWp6dXZhUG5adkZxYkxrSk5jSXlHNGdOV0NWd0owYzRWRmhheWVmTm1oZ3daY2s2RFZpZE9uT0R0dDk5bXpwdzU2UFduWHljTUJnTXZ2UEFDR28yR3I3NzZDb1ZDVVdjRzJNbVRKK3NNWEczYnRvMnVYYnVTbUpoWWF4dEFabVltSjArZXhHS3hFQjRlem11dnZVYlhybDE5K3o3Ly9QTXNXclRJVnlmclROOS8vejF1dHp0Z1lHelhybDMwNzEvLyt5aDRBMnZSMGJWbjBpMHBLZUdERHo3Z29vc3U4aFd2cjliVW9ZajEwUmsxYVBSS1RKazJJbExPZnZoOVRTVVpOclNoU25UaEV0STRIOGgvV1loT1l1bUJ3MVM1bWxidGVrSnlJc2xoTWh0VForS3llNmdxUFpVOVZlNE5VdG5LdkRQMkNkRWVxRlJLbnZudHhjUkZOancwb1RwN2FPZWhBa2FuSmdEUUs4RklibkVsQjArWTZKTVVRZHJSazBTSDYrbmZMYXJXL25VRnJjNmtEOUx3MEl6VEg5b1hiendFd0RWamVySnBYNjVmMjk5TkdRekE1bjA1NUp2TVhER2loMStSK0xxVVZ0clltSlpEUkVnUUtmSGhBZHZaSEM3U2pwNGtNNiswM3BwWU5lbTBhc2IxVDZpM1RWNkptYXo4TXFMQzlQUk5xdjN0UGtDMzJNQUJ0Zll1SWtWSHpwWUtLZEFyUkR1WG1lbjljalV2TDQ4bm5uaWl6alloSVNFOC9QRERBT3pjdVpPdnZ2cUtSeDU1NUt4cVlPWG41OU9uVHgrdXZmYmFXdHMwbXVZTm44N1B6K2Z3NGNPMVppSDBlRHpzM2J1WHp6Ly9uQjA3ZGhBV0ZrWnNiQ3dta3dsbGpja3hzck96QVlpTGk4UHRkdGM2eHNxVkszbmxsVmU0NTU1N2ZEVzRkRG9kTzNmdXBIZnYzdXpmdngrcjFVcGlZaUtIRHg4TzJNK3FxaXArK09FSEprMmFSTDkrcDh1Q1ZGWlc4dWlqandMZXd2SlhYbmtsbzBhTmF0WjkwUmlKWTBOSlgxeE1XSklXVlZERFgvejB2NlhoV29sT201dkNQV1pTWjlSKzd4ZWRrN3pEQzlGSmZKSjJzTW43U0xaVngrYTB1TEdhbk5oS25GaUx2VDlTZTZyelVLb1ZLRlNnVkNsUXFCUW9WYUE0ZFZ1aEJJVUNVSnkrclZBcW9QcTJvc1p0cFFJVWVOc3AyMGNkb0c2eGdRTTROUTNwNmYyV2VQZmgwME1EK3lSR2tIT3lBcmZIdzViMFhGeHVENWNPU2E2enlIcFQ3YzRvWU1Pdko0Z0swM1B0MkY2MUFsZlZqaFdXOCs3M2FiZzlIbVpjSEhoMktKdmR5ZCsvMkk3Tjd1VDJTZjE5Rnk3S1UzMnRPUXd4dThnN25LOUxtSjRxUitPK2hEQ0c2TGpob2o0TTdsbjcyM1FBczlYTy9hOTdzNnpHOVUvZy91bkRHM1hjamlRc1NVc08zaG5RSkhBbFJQdGxzWGdudlNnc0xQVE5abmNtbzlIbzEzNzM3dDNjZi8vOVBQMzAweVFrMUIra0QyVDQ4T0VrSjdmTWUwUzFIMy84RWZCbU0zazhIdExTMHRpd1lRTWJOMjZrdUxpWThQQndmdmU3MzNIdHRkZVNtNXZMSC8vNFJ4NTk5RkdlZnZwcGtwS1NPSExrQ0QxNjlDQW9LQWlyMWVvNzd1clZxL25paXkrdzIrMDgvdmpqZnRsVzA2Wk40KzIzMzJiSGpoMG9sVXBHang3TnlKRWoyYmR2WDYyYVZ4YUxCYmZiemIzMzNrdGVYaDVYWEhHRmI5dTJiZHQ0NVpWWEtDb3E0dTY3NzJianhvMittUS92dnZ0dWV2VG8wV0wzVTAzSjQ4TTR2cUdjSHBPYlB6eStwdVByeTBtZTBIRy9kQkZOSisvd1FuUUNQeHc1emttTHJVbjdqSWlQSVRXcTdtL2ZSZnZqc0xpeEZUdXhtcXFEVkE1Y1ZUTEdyNjBwTlFxVWFnVktqUUpWamR0KzYyb3UxOWp1RFViNUI2Y1VLZ1ZLZVdmMmlZc01ZV3kvQkZJU3duRzczU2lWU21aZWtzck1TMUlCV1BEQlR3QmNOaXo1ck05VllETHo3T2ZiQUhqdytndlFCd1grSnI1NkpzRDZaaDNjY1RDUFY3LzloWnlUbFl6cm44QU5GL1h4YllzTzk5WVYvTWVTSGZUckdvbmQ2V2J6L2x5VVNnWDl1MFh4OCtHNkwrcHFjamhkdkxsOEQxLytkSWpsZjd1K1ZvMnFrbklyLy9meEZsOTlxMiszWm5JNDE4UzlWdzhsTmJuemZFT3QxQ3JRR1ZXWUN4d3lYRkNJZHF5NmRsTmpqUjgvSHFQUnlPT1BQODRERHp6QXM4OCtTMHBLU3BQUHExUXFBdzdIZS9ubGw5bXdZUU5WVlZXNDNlNWFHVlFBTnBzTm04M0dqVGZleVBUcDA3bnR0dHZZc0dFREJvT0JBUU84WHdDLzlkWmJwS2VuTTJUSUVHYlBuczBsbDF6aW02a3ZKU1dGeHg1N2pJVUxGM0xQUGZjd2ZQaHdkdTNheFEwMzNGRHJYRWxKU2R4NTU1Mk1IajNhTDBNTDRQcnJyK2U2NjY3ajY2Ky9ScVBSb0ZhcldicDBLU3RYcmlRNStmUjdvTnZ0WnNPR0RRQUVCUVh4Mm11dkVSVVZ4WW9WSy9qdmYvOUxSa1lHOGZIeFBQZmNjd3dlUEpnWk0yYXdldlZxM243N2JlNisrMjZtVEpuQzdObXptejNiWWlDR1dBMGhDVnB5dDFlU01DcmtySTZWdTYyU3NLNWFncU03eDRRam9uSGs0N0VRbmNBWCt6T2F2TS9kd3p0ZVBaUHpoY3Z1OFFXbmZKbFVWc21rYWsxS3JRSzFWb0ZLcHp3VmJEcjFXM3M2K0tUU0trLzk5Z2Fldk51OTdSUlNGN1RWL1BXT0MrdGNYMkd4cytOZ1BqM2l3dWw1RmdYT0FmS0tLM24wdlkyWUtxdVlNMlVRbzFQajYyMXZxdkRPa05TbGp1THkydzdrOGU3M3YzSWtyd3lOV3Ntc1NmMzV6Y1QrS0d0a3UxMDVzZ2RiRCtTeTcraEpqaFdVZTQ4VnJtZjI1S0VZUTNRNFhkN251NExhR1FLbFp1KzU1NzM1STNrbFpvd2hRVGljYmwvZ3l1Vnk4LzJ1bzd5OWNpOFZWZ2VKWFVLNDUrb2hmUGJqUWRLT251Ui9YbHZMNU9IZCtOMlVRZlVXeCs5SWRKRnF6QVcxaTg0TElUcTJ3WU1IODh3enovQy8vL3UvckZ5NWtqLys4WTh0ZXZ4Um8wWVJGeGZYNlBhcHFhbDRQQjdHamgyTDNXNzNaVHI5NlU5L1FxdlZCZ3lRWFhUUlJiejg4c3U4OTk1Ny9QTExMM1R2M3AwWk0yYlVlZno2S0JRS1ZxeFlRVlpXRnVBZDZ0aXpaMC9tenAzcmE2TlVLdW5idHk4alJvemdycnZ1NHJ2dnZ1UGxsMS9HN1hZVEd4dkx2ZmZleTlTcFV3a0tPajB4eWFSSmt4ZzdkaXp2di84K1gzLzlOVzYzbS9uejV6ZjZmbW1zNkFIQm5OeG5JV3RWR2NrVHdsQTFjVFpZVjVXSDQrdkxDRTBLb2t2L3p2SCtKUnBQQWxkQ2RIRFo1Wlg4VWxEM1ZMeUJKSVdHTUN5dTdxRWw0dHh5T3oyKzRGUjFzTXBobGlCVmN5bVVvQXBTb2dwU29ENzFXeFdrUktWVm9xNitYYjFOVzczTk81Uk90QTkyaDRzblB0cmNZTHN5Y3hVdXR3ZXp6Y0dmMzkzb3QrMmVxNGZVV3dpOXBzMzdjdmpYbHp1cHNOcTUrNnJCZmtQL1F2VGViM096aXlwOE14UGE3RTcyWmhVQkVCOVorMXZqSHJGaFdLcWNUQnVid2szait4SWJVYnVXVjJpd2x1ZnZ2aFNQeDRQYjdVR2h3UGZ0dXR2dFlldXBndk5kd3YwL21HZmxsVkpnTWdQZTJsWGpCeVZ4Ly9UaEJPczBsSnVyV1AzemNiN2FuRUZlaWJmTnNKUVlIcjFsTk1ZUUhhTlRFMWo3eXpIZVd2a3JxM1lmWTJOYURqZFA2TXVONC91aTFYVHN5S3N1UWszcGtTcmNkZy9LSmw0SUNTSGF0Mzc5K3ZIS0s2OEVMSUxlVk45Ly83M3Y5dWpSb3hrOWVuU1RqekZyMWl5LzVhU2twQWIzU1VsSjRhbW5ucXExWHEvWHMyclZxa2FmZTlHaVJZQTNzMHFoVU5RNUJITCsvUG0rOTVSSmt5YVJuNS9QcUZHakdEaHdZSzFNcm1vR2c0SDc3cnVQeXkrL3ZObkRNaHVqeTRCZ2dxTWRaSHhkUXV3d0F4RzlHbGV3M1pSaG8yQ1BtZVFKNFFSSFN3ampmQ1QvZFNFNnVNK2JrVzAxbzMrdlZ1aUphQXluelkyNXdJR2wwSUc1MEVGVmFkTUs2cCtQRkVwUTY1V29kY3JUdjJ2ZTFpdFI2eFNvOVVxVWFybG83ZWhjYmpjN0QrVTN1bjFocVlYQ1VvdmZPck90NFptV01uSk1mTHhtUDV2MzV4SWRybWZCYlJNWW11TC9iZm5nSHRIc1BGVEFvKzl0cEU5aUJBcUZncU1GNVJTWFcra1JGMDYwTWJqV2NXTWlESHowcDlvelV3WHkreGQvUUtGUW9GRXBVU29WRkpaYUtLMnNRcW1BVVgzOU13SFNzMHZ3ZUVDblZmSGc5U01ZMVRlT2RYdXkyWnFleTY2TUFseHU3L0RoR0dNd2Qwd2V3T1VYZFBmYmYrTFFib3pybjhqSGEvYXpaT01oM2wrMWo1VTdzM2ppTitQb25kaHhoNDVYMTdheW1wd1lZbVhvaUJDZFRmVnNmT0swUUFHb003ZnBkRHJtekpuVDZPUDI3dDM3clByVkdNRXhHbEp2akNKM2F5VmxSOHRSYWIyWnM3cEl0ZS8xM0ZaZHc3WEVpZHZoUVJ1aWtrTHM1emtKWEFuUmdkbGRicjQ5ZEtSSisyaVVTcWIzN2RsS1BSSm5xaXAzK1lKVWxrTEpwanFUS2tpQk5rU0ZKa1NGTnNRYmhOS2NFYUNTRElyeml6NUl3emRQVGorcll3UTFrRUdVa1dOaTNwcy9vbEVydVdQeUFHWmMzQWVkdHZaSG9oc3U2a09CeWNKUCszSjhCZUoxV2pWRGVrYTNTS0Z6aFVKQldIQVFhVWRQWjgxcTFFcFM0c081ZmRLQVdrTWdyeHpaZzZNRlpVd2IwNHVrNkZBY1RoZkx0MldTbVZjR1FML2tLS2FOU2VIU0lWMVJxZXErcU5GcDFjeTVjakNUaDNmanBhOS81bmhoT2ZHTm1PR3hQYXNPVnBrTEhCSzRFa0tJRGlKaFRBaFY1VTVzcFM1c0pVNUtEbGl4bVp5QTl3c0pYYVFhWS9jZ2dzSlZCSVZMMk9KOHAvQjRQRkxkVjRnT2FzWGhZenkrZm11VDlybTJUMDhXWER5eTRZYWk2VHhnTFhGaUtUcWRVWFcrRjFCWGFSVytvSlEyUklYRzRMM3QvYTJTMmxBZDFPVEprMW4xYk8waXRoMUovcW42VUhVRnJOcUMyKzNCNVhhalZpbWJOUHRWYm5FbEczODl3U1ZEdXRZNUxMRWgrU1ZtNGxvZ2NEWDVmeGMzYWJoTFMwdi9vcGl3cmxvU3g0YTJXUitFRUVJSTBUcmF4NmMxSVVTekxEMXd1TW43M0RZbzhOVHRvdWxxRHZ1ekZEbnduSWNqLzdSaDNpQlVVSmdLalVIcGwwRWxRL2RFZTlVU3dacVdwRlFxVUNxYkhzbE5pQXJ4emJMWUhPM3RmbWd1WFlRYWU2Vmt0QW9oaEJDZGtRU3VoT2lnbWxPVWZWQk1GRDJOalN0WUxPcFdWZWFpTXRkT1JhNGRTNkVEejNsd25hVFVlSWZ6YVVPVmFFTlYzcDhRNzI5TmNPQWFDMElJY2E3b0k5U1lqdGphdWh0Q0NDR0VhQVVTdUJLaWcvcWlHVVhaYityZitnVVhPeHUzdzBObHZzTVhySEphT21la1NxWHpCcWVDemdoTWFVTlZxSUlrYTBvSTBiNHB0UXJjanZON2FMWVFRZ2pSV1VuZ1NvZ095TzV5ODAwVGk3S0hCV21aM0RPNWxYclV1ZGhNVGlwekhkNnNxaUlIZEtKcklhVldnYzZvUm1kVUVXUlUrMjRyTlJLY0VrSjBYSVpZRFVXL1NvRjJJWVFRb2pPU3dKVVFIZERxckd6TURtZVQ5cmsrTlFWMUV3citubGM4M291ZDh1d3F5azkwanF3cWhSS0N3bXNFcUNMVTZNSlZxR1ZvbnhDaUUxS2RtbjFVWm00VlFnZ2hPaDhKWEFuUkFYMmJrZFdrOWdwZ1JyOWVyZE9aRHNyamdzcGNPK1haVlZUazJISFpPMjVhbFZLalFCZWhSaC9wblRwWUg2a21LRXpsL2NjTEljUjVRQmZoL1VocnJ6d1BaOGdRUWdnaE9qa0pYQW5Sd1pUWXF0aVJXOUNrZmNZa3hSRm5DRzZsSG5VY0xydUhpaFBlWUZWbG5yMUR6Z0NvQ2xMVUNGQnAwRVdxMFlaSUZwVVFRdWlNS215bXBtVWpDeUdFRUtMOWs4Q1ZFQjNNeXNOSG03elBWYjI2dDBKUE9nYW54VTE1dHAzeUUxV1k4eDF0M1owbVVRVXBDSTdXbkE1VVJhaGxxSjhRUWdTZzFDcHhtRHZnTnhKQ0NDR0VxSmNFcm9Ub1lGWWVQdGFrOWpxMWlrdTdKN1ZTYjlvbmU0V0w4dU5WbEdmYnNSWjNrRy9mRmQ2aExzSFJhb0s3YUFpTzFxQXhTSkJLQ0NFYXkxdWczZExXM1JCQ0NDRkVDNVBBbFJBZHlJbUtTZzRVbTVxMHo2UWV5UVNwVkszVW8vYkRaZmRRZXNSRzZSRWJObFA3LzhaZHBWUDRBbFRCWGRUb296UW9PdisvU1FnaFdvMDJ4UHNpNmpDN0pmQXZoQkJDZENJU3VCS2lBMW1lMFp4aGd0MWFvU2Z0aEFjcVR0Z3hIYkZSa1dPSDlscGZYUUU2NHhuWlZGS1hTZ2doV2xSMXNNcGU2WkxBbFJCQ0NOR0pTT0JLaUE1a1JSUHJXM1VKMWpFaUliYVZldE4yYkNZbnBabFZsQjYxNGFwcW45RXFYWVFhUTV5R2tEZ053VEZhbFBKcUt6cVJJYWs5MjdvTG9wMXBENDhKUTZ3R0FIT0J3M2RiQ0NHRUVCMmZYRW9KMFVIc0t5b2hwOExjcEgydTZ0VWRSU3YxNTF6ekRRWE10R0VyYlg5REFiVmhLa0xpTkJoaXRSamlOS2kwbmVXZUY2SzJDbXNWbVhtbHBNUWIyN29yb2gwNG5HT2lzcXA5MUJQVUdLUkF1eEJDQ05IWlNPQktpQTVpWldiVGlySURYTk83Unl2MDVOeXlGRGtwT1dpbDdIaFZ1eG9LcUFsV25zcW8wbUtJMTZEV3liQVVjZjVJU2VsRlpxNEVyb1RYNGR4U2V2WHEzZGJkQUx6WnJqWlQrd2lpQ1NHRUVLSmxTT0JLaUE3QUEzemZ4TUJWM3lnajNZMWhyZE9oVnVaeFFXbVdqWktEMXZhVFhhVUFRNHlHMEVRdElZbGFnc0tra3JvNGYxMDY2UXJXZlBVUmwxL1ExajBSN2NHdVk1Vk1tVEdqcmJzQmVBTlhGU2ZzdU8wZWxKTDVLb1FRUW5RS0VyZ1NvZ1BZbHBPUHlWYlZwSDJ1NnRYeHNxM3NsVzVLRGxveFpkcHdPOW8rdlVxdFV4Q1NvQ1UwTVlpUUJBMUt0VndFQ1FFd2N1UklObTFjejdMTlI3aHVYTnZYTmhKdFo4bkdETUxpZW5MQkJlMGppbW1JMVZEMEsxaE5UcWx6SllRUVFuUVNFcmdTb2dOWW5aWGRwUFlLNE1xT01wdWdCeXB5N0pRY3NsS1o1MmpyM3FDUFVudXpxaEswNktQa0pWS0lRT2JPbTgrelR6ekNzazBaWEhkaCt4Z21KczZ0eFJzUGNxUk15eU5QUE5qV1hmSFJSM2hmdDZWQXV4QkNDTkY1S0R3ZVQ5dW5OUWdoQXN2YnNiWUFBQ0FBU1VSQlZQSUFrejVlUmxtVnZkSDdqRXVLNTZVcnhyZGVwMXFBeSs3QmxHR2pKTU9Ldyt4dXU0NmNHZ0lZbGh4RWVISVFLcDFrVlFuUkZDOCsvdytzUlVjWjJpMk1YZ2xHZWlWR3RIV1hSQ3M2bkdQaWNHNHB1N0pLQ1l2dnhmL01mYWl0dTFUTG9hOUswRVdvU1o3UU1ZZkxDeUdFRU1LZnBCTUkwYzd0TFRqWnBLQVZ3T1U5azF1cE4yZlBhWEZUdE4rQzZiQU5UMXVWcjFKQVNKeUdzSzVCaEhVTGtoa0FoVGdMRDh4N21CMDdkckIrM1dxKzJuV1FFTDJXUGVtWmJkMHQwUXFHOWt1aHdtcW5WKy9lVExscFJyc1pIbmdtUTZ5Rzh1eW12VzhLSVlRUW92MlN3SlVRN2R5UHgzS2ExRjZwVUhCcDk2Ulc2azN6T1NyZEZLVlpLTTJ5NFdtREJDdUZFZ3h4V3NLVHRZUjJsV0NWRUMxcDVNaVJqQnc1c3EyN0lRUUFobGd0cFVlcXNKbWM2Q0xrbzY0UVFnalIwY203dVJEdFhGUHJXdzJQaThhZ2FUOVBiWHU1aThKZkxaUWRxL0tPZXp5SEZFb0lTZEFTbmh4RWFKSVdwVWFDVlVJSTBkbUZKV25Kd1Z2blNnSlhRZ2doUk1jbjcrWkN0R05IU3N2SnF6UTNhWi8ya20xbE16a3AzR3VoNHNTNUg2NFJISzNCbUJKRWVMY2dtUWxRQ0NIT00wcXRBcDFSUlhtMm5haFVmVnQzUndnaGhCQm5TUUpYUXJSalB4NDkwZVI5THV2UnRSVjYwbmpXazA0Szk1clArUXlCR29NU1kwOGRFU2s2TkFibE9UMjNFRUtJOXNVUXE2WDRvQlczM1lOU2hvWUxJWVFRSFpvRXJvUm94NXBhMzJwQWRDUmQ5THBXNmszOXFrcGQ1TzJxeEp4LzdnSldTaldFSlFkaDdLbVRhYytGRUVMNEdGT0NLRDVvcGZ5RUhXUFBvTGJ1amhCQ0NDSE9nZ1N1aEdpblRscHM3RDlaMHFSOUx1MTI3b2NKT2l4dUNuNHhVNVpWZGM3T2FZalZZT3lwSTd4YkVBclZPVHV0RUVLSURrSVhvVVpqVUZKNnhDYUJLeUdFRUtLRGs4Q1ZFTzNVajhlYVBreHdTa3EzVnVoSjNkd09ENFcvV2lnNWFEMG5zd1FxTlFvaVVuUkVwZXBsS0tBUVFvZ0dSYVhxeWQ5bHhtRjJ5L3VHRUVJRVlDdDFVRlhteGxiaXhHYnkvb0QzQ3dCZGhCcGRwQnB0dUFxOVVVSUhvdTNJbzArSWRxcXB3d1M3RzhPSUN3bHVwZDZjNW5GRDhRRXJSZnNzdU8ydFAwMWdrRkZGVkI4OXhwNDZ5YTRTUWdqUmFCRTlkZVR2TWxPY2JpVnVoS0d0dXlPRUVPMU96cFlLSEJZM0txMENYYVNheUZTOWJ6Ylc2aUJXK2ZFcVhIWVBtbUFsaVdORDI3akg0bndsZ1NzaDJxRktoNFB0dVFWTjJ1ZlNib210MUp2VFNyT3FLTnpqL2ZhNlZTa2dyS3VXeUQ1NnFWMGxoQkNpV1pSYUJjYWUzbHBYVWYzYWViYnU0YytoOGdRTWZhaXRleUtFT0E5VTV0dkpYbDlCM0FnREVTbDExOGZWNkxXRUptaDl5NlpNRyttTGkwa2VIeWFmejhVNTE0N2Z3WVU0ZjIwOWtZL2IwN1JzcG9uZFcyODJRVXVSZzhQL05aR3p1YUpWZzFZcXJZSXVBNExwZTEwa1hTK1dOMFVoaEJCbkovNkNFSlFhQlRsYkt0cTZLL1dyUEFGNW04L3BLWXVMaXlrdUxnNjR2YXlzakp5Y0hEeE4vRHpTV3N4bU02V2xwUzErM0x5OFBESXlNbHI4dUNLd3ZYdjNVbDVlSG5CN1dWa1o2OWF0bzZTazRWcXZTNWN1SlQwOXZkYjY0dUppM256elRmTHk4cHJVdDQ3MnZHaU9vbDh0bkV5ejB1ZjZpSUJCcTdwRXBPam9NeTJDd3IxbWl2WlpXckdIUXRRbUdWZEN0RU5OemJhSzB1dm8xeVdpeGZ2aHF2S1F2N3VTMGlPdFczaGRINlVtc3EvZVcyeGR3dWxDQ0NGYWlGS3JJSDVFQ0RsYktpZzlVdFgyaGRvcnN5R2tqaSthdEdGMXIyOGxaV1ZsM0g3NzdWeDExVlhjZSsrOWRiWjU1SkZIVUt2VnZQTEtLd0dQazVPVHc0Y2Zmc2dERHp4QWNMQzNYSUhkYmljek03TlIvVkNwVlBUcDA2ZkJkcVdscGR4NTU1MzA2OWVQaFFzWE50amU0L0h3cjMvOWk1Q1FFSDcvKzkralZBYitjUEhwcDUreWRldFdGaTllM0tnK2k3TmpOcHRac0dBQkYxeHdBWTgvL25pZGJiS3pzMW00Y0NFTEZ5NGtNakt5M3VOOStlV1gzSERERGZUcjE4OXYvUTgvL01DU0pVdTQ1SkpMaUkrUGIxVGZPdHJ6b2ptS2ZyWGdzTG5vUGltOFdmdXJncFQwbUd3a2Qxc0ZSV2tXb2dlMmZwa1NJVUFDVjBLMFM5dHk4cHZVL3BKV0dDWm9PbXlqNEdjenJsYXNZMldJMHhBN3hJQytpN3dVQ1NHRWFCM0dua0dZTW0zazdhd2tMRW1MVXF0b200N1l5MkRKR0xqb2VlZzEwMzliLzd2cTN1Znc1L0RUUEppeHRVVURXOHVXTGNOdXQ1T2FtbG9yV3lVeU1wTEN3a0l5TXpPWk9YTm1uZGtzU1VsSmhJYUdjdmp3WWRhdVhVdGhZU0hQUFBNTU9wMk8vUHg4N3IvLy9rYjFJelEwbEtWTGx6Yll6bWcwTW5ic1dGYXRXc1htelpzWk4yNWNnL3QwNmRLRlR6NzVoQ05IanJCZ3dRSkNRNlUyVDN1d1lzVUtMQllMczJiTmF0WHpmUGZkZDNUcjFvMitmZnMyZXArTzlyeG9xc3A4TytZQ1I3T0RWalVsakE0bGExVXB3ZEVhR1NFaHpnbTVXaFNpblNrd1c4bXBNRGRwbjdGSmpmc21xVEdxeWx6a2JLbkFXdXhzc1dPZUtTUmVROHdRQS9vb2VRa1NRZ2pSK3BMR2hYTG9xeEpPYktrZ2VVSlkyM1JDRys0Tld2MDBEK0xHblE1RWxhUkI1YWtKV1VJU0lYS2c5N2E5ek5zMjVjWVdEVm9WRmhiNnNvdWVlZWFaV3R1dnUrNDZEaDgrRE1Ebm4zL081NTkvWHF2TmdnVUxHRDkrUEJNbVRNQmtNdkhxcTYveStPT1A4L1RUVHhNZkg4OGJiN3pSWUQrKytPSUxkdXpZMGVoK3o1NDlteDA3ZHRRN2pLdWFRcUZnOXV6WnhNZkg4L3p6ei9QZ2d3L3l4aHR2b0ZiTDU0NjJWRlZWeGVMRmk1azRjU0k5ZXZRQXZObDBKcFBKcjEzMThMNkNnZ0t5c3JMOHRvV0dodEtsUzVkNno3TjM3MTV5YzNNWk5Xb1VLMWFzQ05ndUlTR0JvVU9IQWgzM2VkRVUyZXNyNkhOOXk0M1E2RG8rak1QZm1FaTlNYXJGamlsRUlQTHFMVVE3c3lrN3QwbnRsUW9Gb3hOanovcThIaGNVL0dLbStLQVZXaW5KS2lSQlMrelFZTjlzSlVJSUljUzVvREVvaWJ2QVFQNHVNemxiS3J5MXI5b2k4NnJYVElnYzRBMUVIZjhPdGovaHJXOVZVMGdTakhvU2txZkFsTVhlSUZjTGNidmQvUDN2ZnljNE9KaDMzbm1IZ29JQ05tL2V6SzIzM3VwcnMyN2RPcFl0VzhhZi92UW5CZzBheEFzdnZNQk5OOTFFcjE2OWZHMnFoejhCVEo4K25lenNiSDc4OFVkT25EaEJqeDQ5U0VsSmFiQXY0ZUgrV1IrelpzMXFzSWFWeStWaTBhSkZMRnEwS0dDYjMvNzJ0MXgzM1hVQVhISEZGWVNIaCtOMnUxR3IxVHozM0hOczNMalJyNzNkYnNmdGRuUE5OZGZVT3RaTEw3M2tDN0NJcy9mMTExOVRVVkhCblhmZUNYZ0RXY3VXTGVQVFR6K3RzLzJMTDc1WWE5M2t5Wk9aTTJjT1pXVmxnUGN4VVZKU1FsWldGaXFWaXVUa1pMNzQ0Z3NBdG0vZnp2YnQyd1AyWi9Ma3lRd2RPclJkUHk5YVNzNFdieUYybGFZUk5UazhjT1NIVWtMaXRjUU1EandVVUIya0pIYVlnWnl0RlNTT2tZeEcwYnJrNmxHSWRxYXA5YTBHeFVTaFA4dHZFSzNGVHJJM2xyZGE0ZlhRSkMyeFF3d0VHVld0Y253aGhCQ2lJVkdwZWxSYUpUbGJLckNablBTWVpHeWI0Rlhrd05OREFGTnVoQ2tQbmM2b3FzeUduLzhGYTM5WDk1RENzL1Q2NjYremQrOWUvdktYdnhBWEY4ZisvZnRadW5RcGlZbUpUSnMyalJNblR2RHV1Kzh5WU1BQUprK2VqTlBweE8xMnMzRGhRbDUrK1dVU0VoTHFQTzY5OTk3THpKa3ppWW1KYVhiZnBrMmJodFZxOVZ1M2F0VXFLaXNyZllHb3hxaXVEV1MzMjlGcXRZd1pNOGEzYmVMRWliVnFCNjFkdTVhalI0L3kyOS8rdHRheEdxcXZKQnF2dExTVVR6NzVoT3V1dTQ2NHVEalMwOVA1ODUvL3pPOS8vM3RlZmZWVnY3YVptWms4Ly96ejNIZmZmZlR2Mzk5dlcxaFlHSjk5OWhuTGxpM3pyYXZPZ0FvTkRXWEJnZ1ZzMjdhTmE2KzlsbW5UcGdYc3o3eDU4OUJvdkVQYzJ2UHpvaVZZVFU0Y0ZuZWpDckY3WEhCaWN6bldrMDVDNHJVTnRvL29wYVBzYUJXMk1pZTZjQWt0aU5Zamp5NGgyaEVQM2hrRm0ySk1ZdHhabmJEd1Z3dEZhWlpXeWJMU1JhcEpIQk1pR1ZaQ0NDSGFoZXJpN0RsYktzaGFYZG8yd2F2OHpkNmdWVjJCcVpDdWNQRy9JWDZzdDAxSTF4Ykx1Q291TG1iTm1qVk1uejZkQ1JNbUFONUFUbnA2T3V2V3JlUHFxNjlHb1ZBUUZ4ZkgvUG56QVZDcjFUenh4Qk84OE1JTHFGU0J2M3hTcVZSbmZYRis0NDAzMWxxM2UvZHV0Rm90dDk5K2U1T090WFRwVXI3NTVoc1dMRmpnbCtVeVlzUUlSb3dZNGRjMk16T1R2THc4cGsrZjNyeU9pMFo1NVpWWDBPbDAzSGJiYlhnOEhsNTk5VlcwV2kwVEprekFZREQ0dGJYYjdRQWtKaWJXV2FSODl1elozSHp6emRqdGRtYlBuczF2ZnZNYnBrNmRDc0Nqano1S2VIZzRkOTU1SndhRGdVT0hEdFY1RExmYmpWYXJiZmZQaTVaZ0wzZWhhc1RybktYSVNkNzJDdXhOL0NKYnBWVlFWZWFTd0pWb1ZmTG9FcUlkT1hEU1JLWEQwYVI5bWh1NGNwamRaRzhzYjVWYVZocURrcmhoQnNLNnRmSHNUVUlJSWNRWmpEMkQwRVdveUZwVnhzR3ZTdWpTVDQreHB3Nk40UnhOYTd2dkxlaDZlZjNaVkwxbVFzWVgzcll0RkxpS2lvcml4UmRmSkNRa2hMeThQR3cyRzFhcmxaRWpSekpvMENEV3JWdUh6V2JqMGtzdlplWEtsWlNYbC92OTNIZmZmZHh3d3czY2Nzc3RnRGZMNWNDQkE3N2ozMzc3N1MwK3JNNW1zNkhYNjV1OFg3OSsvZmowMDArNS8vNzdlZmpoaDdua2trdGF0RitpYVVwTFMxbS9majFHbzVHSEhub0ltODFHVGs0T2p6MzJXSzJnVldNRUJ3Y1RIQnpNenAwN2NibGNCQWNIRXhrWnlhRkRoOGpLeXVMaGh4L0dZRENRbHBiR2d3OCt5SU1QUHVnTGJGVnpPQnhvTkpvTytieG9LbHVKRTExa3c1Zjl4OWVYb1k5VTAzVkNPSWUvTFduMDhYV1JhbXdsVHNLVDVYTy9hRDJkSW5DMXRpQ04zYVlzanB0UGttMXB1R0NqRU8xWjF5Yk9mdnY0d2ZmZ1lETlBaamoxMHhxT24vb1JuVmJYNENpNkdhSVpIdEdEUzJNSHRIVjNoQkNpMFhRUmFucE1EcWY0Z0pYQ3ZSWUs5MW93OWd3aUtsWGY4bG5DMngrSGt2M2UybGFqbm9Uc0gyRGlPdzN2TitBdTc1QkI4QTR0ck16eEZtOC9pK0dEWGJ0MjVlbW5uK2JISDMrc3RVMnBWT0oydTBsS1NzSmdNUGgrcW1kS014Z01wS2FtK3RyYmJEYk1aak5tczVsRGh3NXh6VFhYK0M3UWx5OWYzbUFoYW9mRDRWY1RxQzZWbFpVb0ZBbysrK3l6ZXR0cHRWcXV2LzU2MzNLL2Z2MTQ2YVdYZU9TUlIzajY2YWVKakl4azhPREI5UjVEdEI2ajBjaXNXYk5RcVZTNDNXNCsvUEJEUm93WTRRc296cDQ5MjYvb3Z0dnR6Zmg1NG9rbi9ES2FkRHFkcjRBNjRIc2NyMXk1RXJ2ZHpzMDMzOHlpUll2bzFxMGJBSjk5OWhsR281R0pFeWZXNmxQMVVGTG9lTStMcHJLWm5FU21OaHdBN2o3SmlLNFpaVDEwa1dwS0RsZ2JiaWpFV2VqUWdhc3loNFZYRG4zUHpwTE10dTZLRUVLY2Q3SXR4V1JiaXZtcDZBRGJpalA0WTU4cGhLZ2JycDhnaEJEdGdTNUNUZUxZVUdJR0d5aE90Mkk2WXFQMFNCVzZDQlVxclJKZGhCcVZWb0V1UW8zR29HeCtRQ3R5Z0hkR3daQWs3d3lDQU5wR3pHeFkzYVlrRFVyMlFmRStpRHI3THdudXV1c3VaczZjaVY2dlI2ZlRvZFBwME92MWZQUE5ON3orK3V1ODk5NTdqVHJPSFhmY0FVQjZlanIzMzMrLzN6YUh3NEhOWm1QMjdObSs0TUNaTm0vZXpMRmp4K285UjBWRkJUYWJqVTgrK1NSZ202cXFLaUlqSS8wQ1YrQ2RNZTdGRjE5aytmTGxEQjQ4bU1PSEQ1T2JXM3NDbklLQ0Fod09CeHMyYktqeitHUEhqdlhWUW1vcWw5MkR6ZFI2c3pTM0pYMmtHcVdtOGNOc3E0ZDcvdU1mLzBDdjF6TjM3bHpmdGx0dXVhVldmYk82MVB3L1dDd1dObXpZZ0ZxdEppb3FpdmZmZngrVHljUWYvdkFIQUE0ZE9zUzJiZHQ0NElFSHlNcktRcUZRK0FKTWJyY2J0OXZ0ZDd5TzlMeG9LcHZKMmFqWHIrWUVyY0Q3V3RwWkgrZWkvZWl3Z2F1OXBjZDQvc0J5eWh5V3R1NktFRUtjOTdZVkgrYnc3Zzk0S1BWcStvVWx0blYzaEJDaTBUUUdKWEVqRE1RTURzWjB4SWE1d0lITDdzR1VhY1B0T0YwQXN2dWtjQXl4elFoZzFNeVFzcGMxZmYvSWdUQnFZTlAzQzZCNmFKYlZhcVd3c0JDcjFZckZZdUhRb1VONFBCNldMVnVHeFdMQmJEYjd0bFhmdnVXV1cyclZpS3JQdGRkZVMwaElTSjNiK3ZmdlQwNU9Uc0I5eldZekZvdUY2NjY3am52dnZUZGd1M3Z2dmRkWEUrbE1rWkdSekpvMUM0RC8vdmUvTEYrK1BPQngvdmEzdjlXNWZzbVNKYzJlNlMxM2V5WGx4NnFhdFc5N0Y5RmJSOEtvdXYrM2dXemZ2cDBmZnZpQkJ4OThrTmpZMHpOaVgzSEZGVTArL3pmZmZFTmNYQnhtczVsUm8wWnh6VFhYOE5lLy9wV2twQ1N1dWVZYTNuNzdiWHIyN01uVXFWUDV2Ly83UDNKemMzbnp6VGRScVZRNFRwWGxxQms4NmlqUEN5SE9WeDAyY1BWRC9sNEpXZ2toUkR0U1hGWEI4dHpkRXJnU1FuUklTcTJDcUZROVVXY01xYkdabkxqc251WUZyYzZrRFFkREl1UnZhYmgyMWZIdnZHMWIySi8rOUNjT0hUcFVhNzFTcWNUajhmRDExMS83YWdnRkJ3ZWoxK3VKaVlsQnI5Y1RGdGFJVExGR0dqQmdBQU1HQk00Z3k4aklBTHpEdU9wak5wdUppSWlvYzV2RlltSExsaTJNSHorZSsrNjdqN3Z2dnR1M3plbDBjdSs5OTFKWldja2JiN3dSOEc5clRvMnRhZ21qUW9qczNUa3prZldOcUpsVVUzRnhNZi80eHo4WU9YSWtWMTU1SmNYRnhSdzdkb3pZMkZoME9wM2ZVTUZBakVZak1URXhWRlJVc0hqeFltYk5tdVViT25qaGhSZnlqMy84ZzRFREI3SnAweVorL3ZsblhuamhCWlJLSlhQbXpPR3V1KzdpMjIrL1pmcjA2YjVBWjgyTXE0N3l2R2lPNm93b2piN2hXUUtibzdFWlhVS2NqUTc1Q050WWRJQk5SYzB0NmlPRUVLSzFiQ282eU9pbzNsd2NuZHB3WXlHRTZBQmEvSUtzOTB6WS96YjB1c2s3YTJCZEtyUGg4R0xvUDZkbHp3M01temNQdTkyT1hxLzN1eEN2SGhMMS92dnZ0L2c1bTJQNzl1MEFEQnhZZjdaWlpXVWx5Y25KQVkveDdMUFA0bmE3bVR4NXNsK2c0cU9QUGlJL1A1LzU4K2Y3WmYrMEpKVlcwVElCejA3Z2hSZGVvTFMwbEdQSGpqRnQyalJzTmhzQVR6MzFGQWNQSHVTamp6NXE4QmpWMlhmLytjOS84SGc4WEg3NTVYNDFyd1lQSG96SlpPTFZWMTlsNnRTcHZzZE9jbkl5VTZaTTRjTVBQMlRTcEVtK3dGVlEwT2xpNGgzbGVkRWMxWUdyMElSV0NsdzFzdmk3RUdlalF6N0N2cy83cGEyN0lJUVFJb0R2ODM2UndKVVFRZ1F5OUNFNDloMThOOE5icEQzeWpNQk1TWnEzS0xzaHlkdTJoYVdrcFBodWV6d2VMQllMeGNYRmxKYVc0dkY0MkxsenA2KzRkUFZ3dlpxL3pXWXp0OTEyRzBPR0REbnJ2dXpaczRmdDI3Y3pZOFlNdjZ3cG04M0dxbFdyU0V4TXJIZEdOby9IUTJWbFpjQ01sNTkrK2dtVlNzWFlzV1A5MXVmazVQQ2YvL3lIWWNPRytZYXBIVDkrbklVTEZ6SnYzano2OUduaVREbWlRWW1KaVF3Y09KRGs1R1M2ZGV0R1ltSWlYYnQySlM0dWpvTUhENkpVS3ZuZ2d3OEM3bi9QUGZmNGJpY2tKSEQ3N2JmWFdjVDhpU2Vlb0tpb2lEMTc5akJuemh3Y0RnZFZWVlZZTEJhc1ZpdWZmdm9wVjE5OU5lQWZ1T29JejR2bTBrV3FLVC9lZWtOV3JTVk9qTjFsUmtIUnVqcGs0S3JRVnQ3V1hSQkNDQkdBdkVZTElVUURybHdDRytmQ04xZEEzTmpUd3diek4zdUhFWGE5SEM3K2Q0dWZkdjc4K1poTUppd1dpKy9uVEgvKzg1OVJLQlMrakJPRHdlRDdIUlFVUkh4OHZOOEYvNW1xWjRScmpLeXNMTDc0NGdzdXZmUlN2d3YweFlzWFUxcGF5cTIzM2xydi9wV1ZsYmpkN2pwclVEa2NEclp2Mzg3dzRjTnIxUk42NmFXWDBHZzB6SnMzejdjdUtpcUtzckl5Rmk1Y3lCdHZ2SUZPMXptSCtMV1Ztb0duUU9MaTRnSnVVeWhPRjRLZk5HbFN3T0xtbDF4eUNXRmhZY1RGeFJFV0ZrWm9hS2p2Wi9YcTFlellzWU5MTDcwVXdQYy83aWpQaStZS0NsZmlxbEd2cjZXNTdSNjA0YzByN0M1RVkzVzR3SlViRDhWVkZXM2REU0dFRUFFVVYxWGc4cmhSS1pSdDNSVWhoR2lmdE9GdzJYdmVRRlhHRjVDM3licytwQ3RNV2R4dy9hdG1HakprQ0E2SHcrK2l1L3BuNjlhdExGNjhtR1hMbHFIWDYvMENCZFgrL09jL2s1eWM3SnVkN1V4NzkrN2wyMisvYlhTTm5weWNIQlFLQlVsSlNiNTE2ZW5wZlBMSko4VEZ4Zmt5WXdJcExDd0V2TFdQenJSanh3NnNWaXZqeDQvM1cvL2xsMSt5ZS9kdS92S1h2L2dGU2d3R0F3OCsrQ0NQUGZZWXI3MzJtbDlRUzdTc2t5ZFBrcDZlVG5wNk9qRXhNVTNldjc2ZzR2WFhYMTlyaHNscUF3WU1RSy9YczIvZlB1QjAvYktPOEx3NEd6cWpCbzFlaVNuVFJrUkt5d1prU3pKc2FFT1Y2TUk3WEZoQmREQWQ3aEdtUklHYjFvc1lDeUdFT0R0dVBCSzBFa0tJeG9nYjEycEJxcnBVejdCWGwrenNiTnh1TnlxVnFzNkxjNC9IUTJabVpxMkw2ZXBhUlV1V0xHSG56cDBNSFRvVXRkcDdpVkZXVmhadzlqU1B4OE92di81SzE2NWRmWUdJWThlT3NXREJBandlRDQ4ODhvaGZUYXE2Yk4yNkZZQnUzYnJWMnJaMjdWcVVTaVhqeG5udlg3ZmJ6YkpseTNqenpUZVpPblVxRjExMEVXVmxaVlJVVlBqOUpDUWtzSExsU2k2NjZDSkdqUnBWNy9sRjQxUlVWTEJ5NVVwZnNLcTZFSHRFUkFTMzMzNzdPZXRIOVdQeDRFRnZyZVF1WGJvQTdmOTUwUklTeDRhU3ZyaVlzQ1F0cXFDR1A2UDF2NlZMZzIyY05qZUZlOHlrem9ocWlTNEtVYThPRjdnU1FnZ2hoQkNpVTFnOENzdzUvdXRDa21ER3RuUGVsZW9hUDg4Ly96emp4bzN6dTBqM2VEenMyTEVEazhsVXE0YlB6ei8vRE1DdVhidjR6VzkrdzIyMzNlYkxhUG5iMy83R21ERmpVQ3I5TDVTZFRpZHBhV2xrWm1iNmdnWTdkKzdrNmFlZnByS3lrdm56NS9zVlphOE9aSVdIaHhNUkVZRmVyNmVvcUlnMWE5WVFHUm5Kb0VHRC9JNXZ0VnJac21VTGd3WU44dFcvS2kwdDVhMjMzc0xqOGJCbXpScFdyRmhSNno1UUtwV0VoWVVSRkJURTg4OC96enZ2dklQQllHalcvU2xPVXlxVnZQUE9POFRIeHpOaXhBZ0dEUnJFd0lFRFNVejB6cHI1NFljZitncm90N1IvLy92ZktKVktEQVlER28yR3dzSkMxcTFiUjF4Y1hLTXltdHI2ZWRHU2tzZUhjWHhET1QwbTE4NVFiSTdqNjh0Sm50QnlNeW9LVVI4SlhBa2hoQkJDQ05FV2hqMEVsU2Y4MTRXMHpQQ2dwdXJUcHc5ejVzeGgyYkpsckYyN3R0YjJrSkFRcnJ2dU9pNjg4RUsvOVc2M201aVlHQjU3N0RINjkrOFBlR2QzbXpsekpxdFhyK2JMTDcrc2RTeUZRb0hSYUdUbXpKbmNkdHR0RkJjWDgrU1RUK0p5dVhqMDBVZDlOWWhxdHJkYXJlelpzOGRYSzBpaFVOQ3paMC9tenAxYnEwajNybDI3c052dHZtd3JnTWpJU0diTm1rVkJRUUdSa1pFWWpVWWlJaUtJaUlqQWFEUmlOQm9KRFExRm9WRHczWGZmOGE5Ly9ZdkZpeGN6ZS9iczV0Mmh3c2RnTUxCa3lSSkNRME1EdGxFb0ZQemxMMzhKdVAyZi8veG5zODU5OHVSSmR1elk0WHZjcU5WcVVsTlQrZU1mLzFobkJ0V1oydko1MGRJTXNScENFclRrYnFzZ1lYVGcvMFZqNUc2cklLeXJsdUJvbVRWVG5Cc0tqOGZUNGNiZFhiZXhlUzljUWdnaHpvMWxGODl2Nnk0SUlVVEhzUDh0c0orcTM2b05nLzV6MnJZL1RlUndPTERaYlBVR0pScGoxNjVkUkVaRzFqdUxJSGlIWURrY0RuUTZYYjFEQ2JPeXNvaU1qS3l6Y0h0RFBCNFBQLzc0SXhNbVRLaVZGU002SnFmVGljdmxRcXZWTmlwZ2RiWmE2bm5SR29yU0xGVG0yZWs2UGd4MUk0WU4xdVMwdVRtK3ZweXdybHE2OUs4OXE2TVFyVVVDVjBJSUlWcWNCSzZFRUtJUjdHV3c1cmYrNnk1NzExdThYUWdoV29tNXdFSDJobkppaHhtSTZOVzRXbG9sR1RZSzk1aEpuaEFtbVZiaW5KT2hna0lJSVlRUVFyUUZiVGhjV1h2SWtCQkN0Q1pEckliVUc2UEkyVnBCNmRFcTFGb0Z1a2kxOXlmQ0d5S3dtWnpZU3B4WVM1eTQ3UjYwb1VvcHhDN2FqQVN1aEJCQ0NDR0VFRUtJODB6aW1GQ3F5cHpZeWx6WVNweVVITEJpTXprQjBFVjRBMW5HN2tGb3cxWG93aVYwSU5xT1BQcUVFRUlJSVlRUVFvanpVRkM0bXFCd05lSEpRVzNkRlNFQ2ttcURRZ2doaEJCQ0NDR0VFS0pka3NDVkVFSUlJWVFRUWdnaGhHaVhKSEFsaEJCQ0NDR0VFRUlJSWRvbENWd0pJWVFRUWdnaGhCQkNpSFpKQWxkQ0NDR0VFRUlJSVlRUW9sMlN3SlVRUWdnaGhCQkNDQ0dFYUpja2NDV0VFRUlJSVlRUVFnZ2gyaVVKWEFraGhCQkNDQ0dFRUVLSWRra0NWMElJSVlRUVFnZ2hoQkNpWFpMQWxSQkNDQ0dFRUVJSUlZUm9seVJ3SllRUVFnZ2hoQkJDQ0NIYUpRbGNDU0dFRUVJSUlZUVFRb2gyU1FKWFFnZ2hoQkJDQ0NHRUVLSmRrc0NWRUVJSUlZUVFRZ2doaEdpWDFHM2RnZmJrMnFTUnpPZzZtbEs3bVZLSGhhWFoyL2paZExSVno2bFJxTGdoZVRTSHl2UElxTWlqd21scjFmTlY2MmFJWm15WDNueDJiSE9ybmtlclZHTjNPeHZkUGptNEN6ZDNHK2RiM2wyU3hlcUNYMXVqYStkTWxEYUUwVjE2KzVaUFdJclpXM3E4eGM4VHBOUXdwc1o1N0c0blcwNGVDdGcrVGhkT3ZxMnN4ZnRScmFuLysxdTdYVWhTY0pSdithVkRLN0c1SEdmZGo3NmhDY1RwamI3bGpJbzhjcTJtT3R2cWxCcUNWQnJLSEpaR0hmdXVsTXVZSEQvWXQ3d3diU20vbEI0TDJINndzUnQvR1hpOWIzbDk0WDVlUGZSOW84NVZMU2s0aWp5ckNaZkgzYVQ5aEJCQ0NDR0VFS0lqa3NCVkRYRTZJeUZxSFNGcUhVbEU4ZVh4cmExK3ppRVIzWm1aZkRwUWsxNmV3MTkvWGRJaXgzWjRYTFV1YnJzWm9ybWp4d1NHUlhRSG9OQld6dHFDTkFBaXRBWVM5WkhOT3BmRlZjV1J5a0xmc2dLWUhEZUUyN3BmeElzSFY3RGJsTldvNHhpMUJzWjI2ZU5iTnRuTlVOQ3NMclViaWNGUjNKVnltVzk1WGNHK1ZnbGNoV3Ywek8wNzFiZGM0YlFHREZ5TjY5S0hlYWxYODR2cEtHOGVYazFSVlhtTDlTTk9aK1MzS1pjU290YnhsejJmNGNiVHFQMEdHcFBwRjVib1czNDlZeFUyemo1d2RVWDhFQzZOSGVCYmZpdHpUWjJCSzUxS3crTURaOUExT0lvUHN0YXpPci8rZ0tsZXBXVmk3RUEwQ2hVQTVRNXJnLy9YS2ZGRGZlMEJOaFVlYVBUZllWQUZjVXYzQzdreVlSamY1dXppL1NNLyttMVhLMVNvRmMxTG9uVjZYRGdsRUNhRUVFSUlJWVJvaHlSd1ZVT3NMdHh2T2R0U0hMQnRkME0wcWtaZUpMbzhibzZhaStyY05qcXFsOSt5MldualB4YyswS2pqTnVTdHpEV3N5UDNaYjEyVnk4NGdZMWZmOGgwOUpyQ3RPQU96czRwUlViMzRRNi9KelRyWG9ZbzhIdm5sRThDYmFiTnd5QzJraE1RQzhNYytVM2hnMS90VU9LMkFOOHNzMmRDbHp1TWs2Q1A4bHNNMXdiN2puS25NWWVGa1ZVV3orbnMrdTdCTFh4NU12UXFWUXNrRmtUMTVhY1NkZkhaMEU5L203R3Awa0NtUUNUSDkrV09mSzFDZkNzNWMzM1UwUzdKUEI0QmpkZUdFcUhWMTdxdFhhZjJXZTRSRVkzWlcxZGsycTdMd3JQdGFrMDZsNFltQk41SWFsZ0RBZmIydjROS1lBYnlXOFFNNTFwSTY5N2syYVFRNmxjYTNIS0xSOGNtRjk5Zlo5cUhkSCtMeGVCZ1ZsZUszL244SFRBLzRWeHdveitYSlh4Y0QzbURnczBOdkpWd1RETUMweEJHa2xSNW5aOGtSWC9zSCtsN0pSZEdwamZwN3ovVDU4YzJ0bm4wcGhCQkNDQ0dFRU0waGdhc2FhZ1pOTEM0N3hmYktnRzMvT3ZnbVF0WDZSaDIzd21ubDlpMnYxbHF2Uk1ISU15NWt0NXc4eElqSWxGcHRXMHErcll6bHVUOXpiZUlJQU1JMGVtN3BkaUZ2WjY1dHNYUFlFdUNkVGdBQUlBQkpSRUZVM1U3MmxXWDdBazRSV2dQMzlybWN2Ky8vR29CNGZRVC9IRGFyVWNlNk1Mb3ZGMGIzclhQYjkzbDdlT1B3cXBicDlIbkU2ckpUNnJBUXBRMEJ2TVBqWnZlOGhERmQrdkRpd2VWbk5Yd3dyU3didTl1Sld1VU5YTTNzTm82ZlRWbGtWbnJUNXU3b01jRXZvNjQrVHc2NktlQzJPN2UrUm1ramgvTTFoZ29sZVZhVEwzQUYwRDg4aWVlSDM4NUhXUnY0Yis1dXYvYVIyaEN1VFJycHQwNkpBcDFTUTEwVUtMaTUrN2hhd2U2Z0FPMjkyMDYvUE9mYlNzbXFMR1RvcVV4SkJYQi8zeXQ1WU5mNzNxeEVJWVFRUWdnaGhPaWtKSEIxaWxxaEpGb1g1bHZPTnA5czlYTU9qK3poeTZBQTcxQ2p0TkxzRmo5UGQwTTBYWUpDZmN2THNyY3pNWFlnb1dvZGRyY1RCUW9BSEc0WEZsZmRHUzUxMGF1Q1R1MVoyOGRaR3hrZTBjTlhzMmhNVkc4bXhnNzBEVXZzREc3dk1ZSFFBTmxETlVVR2hmZ3Q5dzFMNEw3ZVZ6VHFIT3NMOTVOV2R2b3gwU1VvbE42aDhYVzJEZGY0QjFMVkNsWEFJTkZuUnpjeHM5czR2OGRGYWxnQ0wxd3dtM2NPcjIxMlhiSGlxZ3Jlemx6TC9YMnVQTlVISlhOVHIrS2gzUjgycWQ1VlV3Mkw2STd1akl5dGFqV2Yxd0E5RERGMTNpODdTakp4ZWR4TWlodmtXNmRWcXZsZHlrUkdSdlhpM3dlWCs0SkUvOU5uU3NBZ1ZWMEdoQ2R4VVhTL1JyZXZ5eXNaMy9QU0JYY1NmT3J2REZYcnViL1BsVHlaMWpKRGk0VVFRZ2doaEJDaVBUcXZBMWRqdS9UbS9sTTFnUlI0TXlhcTlRNkxyM1BJM2w3VE1aN1ovMVdMbkg5eTNHQy81UjhMOTFIaHRMRTBlM3VUanBNVUhNbW9Ha01PRDFia3NxLzBCSmtWM2l5WGFZa2ovR3I4M0w3bFZUNDQ4aU5SUWFHc0s5akh4VEdwL0czd1RQNzY2NUphZ2FWSmNZT1lFaitVVmZsNzJWQ1lqdFZsOTIzN2NPeDlBYlBPSEI0WHJ4ejZubWVHM3VxN1YrZWtUQ1N0TkJ1SDIwbStyYlRPL2JSS05aSGEwNEVlaTZ1S2NvZTF6cmFOTGFEZFdzYkg5UE5sTFRWRmdqNmkxcERJUUxMTWhYNkJxd0hoWGYzcVdOVkhyOUx5cDM3VG10UzNJS1VHaDhmVnBIM090SzVnSHhkSDkvUFZVVXZTUjNKSGp3bThsYmtHazkwYzhIOGZxUTFCV3lQTHFNQldoaWZBUURxWHgzLzk3M3ROSWs1bnJMUHRtU2JGRGZJTFRqV0dRUjNrZSt4Zmx6VEtsL2tFM296S3A5S1cwanMwbnQrbFRHVHJ5VU1zUHI3RnQxMnIwakEvOVJxL0lPOFh4N2V3OVdRRzkvVzVncFNRV0RJcThuZ25jeDEyOSttYVh0WXpDdE1YVjFYd3lkR05mdlhTaGtaMFozeE1QellVcHJQMVpBWjUxcnJ2MnpNTkNFK2lmM2hTVSs0Q0lZUVFRZ2doaEdnVDUzWGdTcVZRQmN5YUNEVHNSMWxIWFN1VDNjd1ArWHY4MWwwZU40UUlyU0hndVkyYVlDNkk3T20zN29lOHZWaGRkajQ2dXFFeDNmZTVLRHJWTDNDMXIvUkVnOGRZVTVDR1hxWGxsUkcvOVFXS2ZwdHlLVzhlWHUxclkxQUY4WnZ1RjN2clRQV2F6T3llbC9Ed3p4OXpvcDdhWHpVZHJNaGxYVUVhRTJNSFluWFpXWHg4Q3lYMkNwd2VOL2ZzZUx2T2ZRWWJ1L0hrb0J0OXl6OFc3T2V0ekRXTk9wOW9udTNGaDBrSmlTVXFLSlMzTTlld3ZuRC9XUi96cmNPcmVXbkVuYWdWS3RMS3N2a2hmNjkzZmVZYXlLeDduNFZEYnZFcnp2N3d6eC83NnFLMWhaVjV2M0JsL0ZCT1dFdDQ4dGNsMkZ3T3huYnB6YXdlNC8zYXZYOWtQVzZQaDkvMHVCZ0ZNTFpMSHlxY1Z0N0lXSVVIbUpkNmxWOW1XNTZ0bE1YSHR6QWxmcWh2T0czdjBIaiswSHN5eit6N2lzS3F3RU0xdjh2OWhjbHhnK2x1aUtiVVllSGpyQTFzTEV3SFlOUEpnMnc2ZWJCUmY5dk4zY1pKNEVvSUlZUVFRZ2pSSVp6WGdhdm1jTmFSalZKaXI2eFYySGhFWkVxOWdhdXJFb2Y3MWJ2WlgzWWlZQkhvMW1KMTJkbFltTzZyMVRNbGZpamJUbWJ3UytreEFHN3BmcUhmVU1adlR1eHNkTkNxMm9kWkc3QzVISHh4ZkF0bERnczlRMkw4c2xYT0ZLL3p6MFJLQ1lubCtxNmpBcmJQdFpqWVdwelJwRDRKZi92TGMzZzk0d2N1aU96Sm1oWWF5cGxuSytYOUkrc3BycXJ3L1grdVNoaE9rQ3J3UzA3TjRBN0ExWW5EcVhJSG5sVndUWDVhcTJYZDJkd09GaDFlVFVaRkhudE54L3dDYURVenAvYVdIbWR0UVJvR2RSRDUxbEs2RzZJQmIrQzZwTXJNdW9JMCt0YW9td1h3OXVFMU9EMXVmc2pmeTVDSTdvdzRGY0R1Wm9pbWQxZ2NoVVdCQTFkdVBDdzZ2SnB4MFgzNXo5R2ZzTlRJZ0JSQ0NDR0VFRUtJenVpOERseGxXNHA5dy9MR1JmZnhEVFh5QUYrZDJJN0hBOEhxSUtiRUQvSHRZM1dlL1lWaXNFckwxSVJoZnV0cXpqcllMeXdSWXoxQnIycTdTbzZjVmQyZzNxSHgvR0k2eXVUNEliNjZPZGNramFESzdTUk1FOHlVK0tHK3RzY3RKL25GZEpSNG5aRzhBRU85NmxMbXNQaGxUS1dHSlRLcisvaDY5dkRYTnl5aDFvVi9UZHVMRDdkWjRPcjMyOTVzc00zOGZ0ZlVXVS9KN25ZMktudnR6Sm56ZmlvNndNN2l1bE9XdXVqQytQZndPM3pMRlU0YjkyeC9xMWE3TzNwTzhCdW1XdW13VXVxd3RGalFxdHJ5TXdxYXordzJ0dEVUR2dEY2xEeTIzdTAvbDJUNUFsY1A3djRBRlhYUDhubDM3MGxjWEtPKzFBZFo2MW1WdDlldlRhaEd4K3NqNy9JdFZ6cHNnSGZZWTAxYlRtYXdyeXliQWVGZEthb3E1L2tEL3dYQTdLemkvMzVkek1JaHQ1Q2dqK0NZdVlnVnVidXBjTnE0YjhlN3pFZ2V6WXl1WTFpVi95dTdUVm1BOXpId3pMNWx6RTJkeXNYUi9WaWVzNHRENVhrTjNpL3A1VG1rbCtjMDJFNElJWVFRUWdnaE9vUHpPbkIxekZ6RVI2Y0NSalducWMrem12Z3d5enZVcm1kSWpGL2d5dHlFNHVXQlhKa3dqR0JWVU1EdE55YVA5ZFVIcXMvZDJ4ZFJXRlhlN0g0c0dIaDlyVURDOElnZURJL29VYXR0Y25BWEZnNjVoWFVGKzNqcDBNcDZqL3VIWHBNeHFHdi9mZThlV2Rmc3ZyWkhad2FWempRK3BsL0E0dWhhcFpvSCtrN2xrVjgreHVseE4vcWNMbzg3NEdQUTREeHp2YWZPdG1jV01hOTAyaHA5L3ZvTU5uWmpjaDIxb3c2VTU5WUtZclUwbXl0d1pwYlQ3WC8vMnQzT1d2ZEx1RGJZYjdtKysrVFRZNXQ0WXVBTVhqcTRFcVZDUVp3dUhLMVNnMGI1Lyt6ZGQzaFUxZGJIOGUvTXBQZENPaVNFWGtQdmlJQUZSZWtXTENoV1JMeVdLeUppUWE5U1ZDeWdBdnBhUUVSQWxDS0lVZ1drMTlBVFdncEpTTzkxNnZ2SGtDR1RtVXdTa3BBZzYvTThQamR6emo3bjdFd2kzdm14OXRvcVZzVHY0WVZXZDNFaFA0V3hZZjF3Vk5uanBMVEhVV1ZIbHJxQWRwNGhmTkh0Q1p4VkRqamJPZUNrY2pEMTFyczNwQnNkdkVKNTVjaGlzK2ZkSDlvSGU0WEtZaDVuODVJNGxIbXh3bmtLSVlRUVFnZ2h4TC9CVFIxY2xYSlEyaEhzNG1ONmZUNHYyZlMxbDcxNTVWTjJEYmVlZDdkell1U1ZwWG4vVnIwYXRjVEwzc1hpK1BLNFBjUVhwTE1sMmJoalhXTVhYNXE2K25FMEs0WUNpOUNsWXQxOG1wbVdZZHBhU2xhZmZCM2NlTGI1N1RiSE5IUHo1K0dtdC9CanpJN3JOQ3VqOGpzaDV0VlNjQlhrN0VWL3Z6Wld6LzJSZElUdEthZHh2aEthRGZCdlMxSlJsdG0vYTVYeGRuQTE2d3RYVW91N0ZKWVBjRzMxMWpxZGs4Q0dwS084SC9GZ2hXTUdCM1NvNkVrMjV4SHEyZ2dubGIxWkVEZTZTVStyL2ZZMkpCMDFDNjRxMmkzUm12YlMzMG9JSVlRUVFnaHhnNURnQ3VNSHZySTdDcDdQdi9waDJ0L0p3MnhzZWtsZWpaNDFOcXdmYnVXQ0ExdTBCcjJwK3NOQnFiSlpxVlVUcDNJU2lDdXpYTEdzMndJNzRGaEJFL3ZxT3BsenliUkwzb2VkSDhGSlpVOFAzK1pFWnNXeE0vVU0relBPb2RacnVTZTRLeU1hZHpkZDkrWFp2emllSFkrOVFzV1BmVjR3SFkrK3NyVEtXbEJXRjNRR2ZhVkJqMHFoNUpVMjkxcXRPZ05qcFZicDc5dUl4dDA1bFhPSnc5ZXhjc2Jkdmx4SVU4R3VqYld0dE9LdXEzYzR0d2QycEttckh5NTJEdXhLaldaNzZpa3VYVmsydWJESE15Z1Z4dmNucmlDTkdhZFdBM0IvYUc5VGNKV25MU0twS0t2VzV1WnVYeTdNMDlqK0dlOUpqNjZUQUZxQmdoWnVnV1k3U1ZaVnVKc2Y5NGYycnZVNUNTR0VFRUlJSVVSOWt1QUthT0VlYVBiNmJON1ZQalBoYnY1bTU1S3IwZCtwdk1iT1B0d1YzTG55Z1dXY3k3dk10R1BMQU9QdWdhKzJ1ZmVhbjIvTG52Um9OaVFkdFhxdXIxL3JhZ1ZYeFRvTnhTb05kZ29WZGxaMllRUmp0VkhwZTJ1blVOSGRweG5kZlpwUnJOTXc2L1JxUE8xZDhITzhHaHFXN3ViWTFTY2NKOVhWdVp6T3VZUzduVE0vOUg2K3l2T3JpZGlDTkl1bFhPVk5ham5FcktMbFdIWWNuYnpDVEs4UFpKeW5wVnNndm83dUtGRXd1ZTB3M2o2Mndpd3dyVXZsZzlQYVdpcW8wK3NwdmxJQlY5RnVuUUMzbFZsTzZPL295ZWdtUFJuZHBDZEhzbUtZY1hJVkFVNmVwdk9aNm56VDEzMGJ0VFo5ZlNhbmRuczhXYjRudHNPODJQdzBpblVhdEFZZGFyMldFcjJXRXAyR0VyMkdFcDBXdFY1RE84L0daa0h6aXZnOVpLc0xLTkpwS05LcEtkS3FLZFNWR0wrKzhvK3RKWTlDQ0NHRUVFSUljVE9TNEFyTW1uOXJERG91NUtXWVhqZDNNdysxRWdxcXQ2dGVXV1g3MmZ5YlRUeG9iQWorVFBQYkxKclFsN3FZbjhvVGUrZlR6NjgxQXdQYTA5WWpCRENHS0tkekV1bGFaa2tZR0hkQUJPaGNwdjlXb2E2RTJJSTAzS3JSOEx1dTNSL2FoMEVCN1UydnorVWxzeWJob0Zsd1ZhUlZzK0Q4WnQ1cVB4b3doanh2ZFJqTjFNaWZLd3hHdTNnM1pVcTdFVGFmWGY0M3k5M09tV1g5WHJJWVZ6NkVuTi9qYWJQWEx4ejZub3dybFlYdWRzNEVPWHRWK0V5TlhrZE1RU29BVzFKT3NDWGxCTzUyenZ6WVoxS0ZjL3o0ek8rMGNnL2lWdjkyRFBCdmF3cU5EbWFjeDZIY3JvTkZWNEljWHdjM0dwZFp6bnM2SndHQUdSRmphZVllVU9IOEFJditVRTgwRzhpNGNQTU5BbFRsQXRiQkFSMFo0Ti9POUhwN3ltbStQci81NnZkdDBQSFFucmtWUHROUmFjOUhYUjRoMU9WcWNIVWc0enhhdmQ3WTMwcGxqNnVkSTc2T2JqaXJqTDJ1bkZYMk9Lc2MrUFhTZnJQZEVsOC91aFNWUWtHNG16Ly9hWFczemU5VkNDR0VFRUlJSWY1dEpMakN2Ti9MK2J4a3RBWWRZRngrMXN6dDZvZmlwS0tzR2pWbnY1aWZRcEZPYmVyejA1Q01hTnlkVzh0OFVDK3JPa3NicTZLVFZ4ai9iWE12a1ZteEhNeTh3UHNuZnlQQXlaT2h3VjA0bVhNSnJVRm4yWWZweW5LMnI4OXY1cWZZbllRNCsrQ2ljcWlrUGZyMWRXZGdCQStGOVRPOTFoaDB6RHY3Sno0T2JoWmpEMmRlWkVmcWFkTjc3bW52d3ZTTzkvUHVpVjlJS2M2eEdLOVNLRzFXTVZXa0t0ZVVINlBXWGUwZDFkVW5uSmRiRDYzdzJyU1NYSjQ5OEUyVjUvTkJ4RmpzbFNvT1o4YXdKZms0aTJOMmNLdC9PM3I0Tm1kejhnbUw5NnIwNTU2aHp1ZkJYWjhUNE9SSmlJc1BNZm5Hc0t5MCtYbDFHQ3NCTFp1ZG00OVJtbFVMNnNzMTBCL2ZiQ0Foemo1WFFpZjdLMkdVOFd0SGxiM1ZnUHFUTG85VmFYNDdVcytZQlZmeGhlbUFaVlA5eXU5em1vWG5ObGMrRUV4LzVna2hoQkJDQ0NGRVEzUFRCMWNoemo1bUg1YmpDdEpOWC9kcTFOTHM0K2ZwM0lRYVBVdVBnYWpjSkxwNE4rV3Z5OGZNZGl1c2IvNk9udmc3ZWxZK3NCYmNGOW9iRDN0bkJ2aTNaWUIvV3pRR0haRlpzZXhLaStLZjFETUErRHBlYldKdHdMeTNXSUcyeEd3NVowTXdJcVE3NDVzTk5EdTJMSFlYQ1lVWlZvTXJnSVhuTjlQY1BaREd6c1pLb2tBblR6N3MvQWp2bi95TkMva3BWcSs1SHVxcTRYMTd6OGEwdXhJU3QzUVBZbXhZWDVLTGM5aWRGc1VQRi81R1o5RGo2MmorWHFVVlg5MDFVNCtCeThYWlhLN0JjdDFyVmI0UmZCdVBZRnE3QjFjd3VtYks5OXU2Vm5xRHdiUjBVd2doaEJCQ0NDRnVWRGQ5Y0ZXK3Y5V2RRUkZrbE9UeDI2VjlGc3ZjRG1WY3FQSHp6dVZkUnFGUThFZmk0UVlWWEYwdlNoUWN5cnlJU3FHa3RVY3dTaFRZSzFUMDhHbU9pOHFSblZlQ3E3TEwwekpLOGxEYjJFRXVUMXZFQTdzK3EvTzVBeGlzMUhpTkRldkxnNkY5elk0ZHlEalBtb1NETnU5VnJOUHc0YWsxZk54bG5LbHZsNmU5Q3g5MEdzdWNNK3ZNR3JZbkZXV3hJbjZQemZ1NXFoeTVONlNiNmJWYXIyVjF3Z0diMXloUmNIOW9IOU5yUFFhYjczVk5GT3MwYkU0K1RnL2ZGcVptK29GT25veHAwb3ZJckZndUYyY1Q1T3h0ZGsxU1VhYk5lMjY2ZkF3ZlIrdkJZS2xldmkxcDZ1cG5lbjBrSzRaemxRU2ZFVjVocHVXcnhybXJ6YzduVjlLOHZmUzNwR3p3SFoyWFJJRzJ4TlRMeXZpL2FvdlhwZFZrUWdnaGhCQkNDQ0VrdUdKbjZtbGF1QVdZUHZBclVmQkkwLzcwOVd0RnFFc2owN2c4YlRGSE1tTnEvTHlqV1RIOGRUbXl5cnNEdHZZSU52VXBLdCtIcDZhZTNMY1FCVEM1N1RCNityWUE0RUorQ205RS9zem4zY1lUZkNWRW1IOXVFOXRUVGdIR1lLT205cWVmWTMvNk9Ud2RYT2p2MTRaK2pWcmo3ZURLdHBTVEJEcDU0V0xuWUZiOWxWU1VSYUNUOVQ1TCtkcGk4clhGYU9waHFaT1QwcDduVzkzSkxYNXR6WTdIRnFUeFdkUWZWWHFuRW9veStUeDZBMVBhRFRjdEwzTlMydk5tKzlIOGtYU0VKVEU3VWV1MUpCVmxzVHpPZG5EbDcraGhGbHlWNkRXVlh1T3NjakFMcnNvM0I5K1JlcG9kcWFlcjhKMVVMcTBrbDFXWERyQW00U0R0UEJzendMOHQ3VDJiRUYrUVRucEpIb0ZPWG5UMEREVzdKazliWE9IUFByazRtMDNKeHl0OXJyK2pwMWx3ZFRqellvVWJFWlJ5VmptWUJWZEY1WUtyMVFrSCtEdmxsREZzMG11TUFaVFcrSFZwRVBWWjE4Zk5uanZqNUdyeUttbjZmcjM1T0xpUnJTNm9sWCt2aFJCQ0NDR0VFS0l1M1BUQmxRSDQ3dUxmcEpia01yN1pRRk40RU81cXZwdmdwc3ZIYWlVY2ljcE5Bc0RGdVdyQmxSTEZOZlUycWdxdFFZZXJuYU5wK1JZWXE1czBCcDFaWlpIT29FTmowSEZmazk0MGR2SGhuN1Fvam1YRlhkTXp2UjFjV1ZDdUdYaXAvN1M2eStyeENLL1FDcTlaRWIrbjBuQ21MalJ4OFdWS3V4R21aWDZsc2pXRnpEaTFxbHBMdFBabm5HUGh1YzA4My9KTzB6RUZjRzl3VjdwNmgvTjU5QitjeTZ1YkhRZGR5dlZOS3RSZWV3KzN5b3hyT29EYnkrd29XS3FwcTErRlA5ODMybzJzOEg2ai9wbFRhM01ycjN5d1hQNTlPWlZqdVd6WVhxSENTV1dQdTUwemZvNGVPQ2pOLzNnZEd0d0ZoY0lZVERwZWFjWnU3SW5sZ0xPeXpOZFhqaStKK1ljL2tvNVVhYjdsZncrcjZxR20vZWpsMjRMOUdlYzVrbm1SeUt3NGk1Qk9DQ0dFRUVJSUllclRUUjljbFZxWGVKalU0bHorMitZZWl3K2NoYnFTU3BkYzNhaWVhWDZiV2ZQMXFOekVDc2Q2T2Jod3EzODdidlZ2eCt6VGE2L3BlWU1DT2x6VGRRMkpuVUxKV3gxR1cvUUVLOVpwT0o5M21YdUR1NW9kYitUa1lmYTZ1WHNBNDhOdnRianZYNWNqdVN1b3M5a3hId2MzOUlhNnE0WnA1R2crdDN5dDdTVncxLzRjZHpwNE5hbVRlOWVGUm1WNnJNSFY5K1gyZ0k0TURHaUgwNVZHN0tXN0FUb3E3U3V0aUJ3YjF0Zm0rZktxMHV2S1ZlWEl5MjJHa3FuT0ovcEtLRjRkdmc3dXVOczVjM3RBUjI0UDZNaXFTd2RZRXJ1ejJ2Y1JRZ2doaEJCQ2lMb2l3VlVaK3pQTzhYZktLWWFVNnozbG9uSmtWT09lTEkzOTU3b3ZxSWt2VEdmUnhlMVd6MldYMlhtc3VweFU5anpmMG55Wm05YWdNL1dZMHVxdlZwZTE5Z2ptZEU0aWJUMnVWbWFsbFZqdWZGZVpKNXNQb3F0M09GcUREbTI1WGRwS3FSUks3TXZzK0diQWRyTndqZjc2THhIVUd2UjhldVlQL2hmeGdDbmt6TmNXODcrVHYvRjZ1eEYwOTJsdTgvcFFsMFpteTFCTHZSNjVsTFNTWE1ZMUhRQVlsMlYrRXJXK3pocTFLNEM3ZzgyRHNteDFRYTAvSjhURmg0ODZQNHEzZzZ2TlNqUkhwYjFaVHlpTlFZZXVndCtUdWhUcTBzaXNDaEVnVzIzOGQ4M2IwWlgybnRjbmdLdHNOODlRMTBiTTZmb1lnVTZlSE11T3U2YmdLdERaZkJsbVhHRmF0ZThoaEJCQ0NDR0VFSFZKZ3FzeXhqVHBaUkZhbFQzWHhNV1h6Nkwrc1Bqd0hlRGt5YXR0N3JVNFZoc0t0Q1VjellxMU9VWmg5bkcvY21HdWpYaWx6VDBXdTkzOW5uQ1lESFUrQUNuRk9ZUmQ2Yzl6WjJBbjdneTgrcjVvRFhxU0NyT3E5VXlBcnQ3aEFLeU0zOGN2OFhzdHpnYzdlL05tKzlHbTNsb0FhcjJHTlpjT3NpSHBDSGwxVkExMExhTHprcGgvYmhNdnR4NUtscnFBZDArc0pMNHd2ZklMSzdIcTBnRnkxVVZNYkhVblA4ZnU0bEJtelRjRUFHanM0c3NiN1VaZTdRbW0xeExtNm1mUlArcFNZVWF0UEsrczBtVzNPb09laDNmUHRScitqZzNyeXdQbEd0eWZ6MHRtZWR3ZWptZGYyN0xVcXBqWThnNWF1UWViM2hjWGxRUHRQSnRnVjZaNnlnQWtGQm5mbDhxYXNwZU9MOUZyY0ZEYW1aWWVBeVFVWmxDZ0s2RllaK3lKWld6SWZ2WHJYbzFhNE9mb3dZN1UwNXpKU1NTaGtzYjBIY29FYUNGV2xnb3FGYmIvWEhCUzJsdjhPU1dONFlVUVFnZ2hoQkFOalFSWFZ6d1Eyb2VId3ZyWkhOUFR0d1d6T3ovTXpGT3J6WTY3MlRuUjM2OU5yYzNsVU9ZRlVvdU5GVTJYaTdNckhlOWZiaW1hSHR0VktvbEZtYVNYNUprRlZ5ZHk0dms1YnBmcDlaOUpSK251Mjl6c2czZXB2MU5PV29SMzFuYmJzMWVxTEk0QkZvR1pxOHFSNFkyN015eWtHODdsZWk0NUt1MFpHOWFYVVUxNnNEWDVKR3NURHBGNkRkVmVkV0ZINm1sOEhkM1lrM2FXNUNzL3B4S2R4dUs5VWFJd1czNnFNK2l0OWtzclhSSzRKZVVFY1lYcGxlNThWeDFKaFpsNE9iaWFoWUxXN0VxTHF2R3pLdnE1cXhSS1BPMWR6Q29GTzNnMjRlR20vYzBhb1pkcTZ4SENleDN2NTJKK0ttc1NEckE3TGJyV200Z25GV1diaGJMV1JHYkZVbkNseDlXeDdEam1SbStnUkc4ZU9sMzkzNnMvLy9MTjJhY2RXMjZ6T1h0SHJ5YTR1VHB4VDNCWElyekMrS2pjY2x4YlFaU1hneXQyQ3ZNL3pwdTVCYUNBQ3QreC92NXR6UDc5THRaclNLaUQ0RklJSVlRUVFnZ2hhdUttRDY1Y1ZZNjgyUHB1MDY1NnBiTFVCY3c0dFlwbld0eEdhL2RnMC9Fd1Z6KzYrb1RYNlp3cTIvR3NMRzhIVis0TWlqQTdWbG1EYmExZXp5ZG4xdkZwMThkeHRYTmtmOFk1UG92YVlMWXNLekk3ampjaWY2YXZYMnRUMEZTb0xTRXFONUdkcVdkd1VOcVpOYkMyVm9rU1lHVTN1QXgxUG4rbm5NTFQzb1VPWGszbzA2Z1YzWHlhV1RTZ0w5U1Y0S0MwTjFXK09DcnRHUnJjaGJ1Q083TW5MWnJWQ1FlNDJBQ3FRMVpkTXU5OU51blFkeFpqSXJ6Q2VLL2ovYWJYTzFQUE1PL3NuemJ2VzV1aEZSaVhIWjdOdTB4bnI3QUt4Mnk4Zkl5enRmRGNpcW9OTnlVZm8xQ25wcG1iUHoxOVc5Q25VU3VyU3laek5JVjQycnVZWGpkejgrZS9iZTdsMGZCYldKdHdpSzNKSjIwdUg2ME9XejNkd0ZqeCtOMkZiYWJYU1VWWkpCVlZyZHF3L0RKV0Qzdm5Db01yTzRXS1ptNEJwdGROWEh6SkxUZld0MXpmclZKcEpibDhjbVk5em5ibW9XOFRGMTgrN1B3bzBibUo1a3N1RlFvQ25UenBVZTdQdktqY0pObGJVQWdoaEJCQ0NOSGczTlRCbFkrREd6TTZQVVJndVEvYVdlb0NwcC80aFV1RkdieDdmQ1Z2dEI5RmhGY29BTDlkMnM5Zmw0L3hjTlArMTNXdUtvV1Nqem8vaWg2OTZRT3hzOHFCRUJjZnM1NVFBSmNLYlM4eEFrZ3R5V1hlMlQveHNuZGhVL0p4cTJQTzVsM21iTjVsN2d6c1pIcXVWcStqVDZOVzNPTGZ4cXdaZFhwSm50bTFBVTZlRnMyNHorUW1jalkzaWRmYURxdndRemdZdzRIM1QvNkdBUU1QaGZYakZ2KzJwc29RSlFyNis3V2h2MThiam1mSHMrclNmbzdWNFZLeWY1UDRnalNyd1ZWS2NRNS9KQjFoZmVMaFdubk9IWUhtUWFyR29HTkYzQjU2K3JaZ1NaOFhMRFkvS0d0NTNCNVd4dTlsWUVBN3hvYjF3NjlNODNoL1IwK2VhWDRiWThQNjhXZlNVZFlsSHE1eE0vbjRBdXZMT3pVR0hVY3pZMWdjczZQS1FWVjUyUnJ6Zm1IUHRyaU5EVWxIVWV1MVpzZWRWUFlNOUc5dlZtMFlYNWhPcnNZOHVPcnQyOHJpR1pGWnNYd1N0WjU4YlRHdWRvNW9ERHF6UHc5YXVnZlMwajJ3U3ZQZG14WmRwWEZDQ0NHRUVFSUljVDNkMU1GVnBqcWZDL25KWnNGVmNuRTI3NTM0MWJUMHExaXY0ZjJUdnpHbDNYQnlOVVg4RlB1UHhYMHU1cWZ5NXJGbFpzZG1kSHFJWm03K3RUWlhuVUdQVXFHZ21hdnRENkdGdXBJcTl3UTZrSEcrU3VQdUR1NXN0dVRKbW4wWjU4eGVweFRuY0RRemhtNCt6UURZbG5LUytlYzI0ZWZvd2QzQlhhemVRNCtCalplUDhWUE1UZ3AxYWdBK2o5N0Fxa3NIZURUOEZucVVhM29lNFJYS2hmeGtDYTZxYUduc0x0WWxIc1pPb1VLcFVHQXdHTWpYbHRoY3ZuWXROaVVmWTRCL1cxUUtKYm1hSW1hZVhrMTBiaElCVHA2MGNnK3llazFTVVJiL2QzNExrVmQrbHR0U1RyRXo5UXgzQlhYbXZ0RGVaaFZZN25aTzNCdlNsYjh1UjlaNHJrVTZOVS9zbTQranlyZ3JvQUlGR3IyV1RIVitoUnNJVk5XcDdFdG12N01SWG1GRTJLaDRLMnQvK2ptTFk2ZHpMdEduVVV2VDY5VUpCMWdTczlOVUpWV2dMZUgzaEVPTWFkS3Iybk05blpQQWx1UVQxYjVPQ0NHRUVFSUlJZXJhVFIxY0FjeU4ya0JnWnkrYXV3VndNdWNTSDUxZWE5RUVYR3ZRTWZ2VW1ncnZZY0JRcFo1UE5YVXU3M0tsQWRMM0YvNjJxT2lvcWVqY0pKdlAzWmR4am1OV0dzalBPL3NubjNWOW5MOVRUcGtDditUaWJINjl0SitIeS9RVDB4cDA3RTZMWm5YQ1FlSUtMSGMxaXk5TVorYXAxYlIyRDJaYytDMm1YZDFTUzNKWUhyZW5wdC9lVFVPdDExcFV4dFdGcU53a2xzZnQ0YzZnQ0tZZi84WFVwMjF4ekE1Nk4ycUp1NTJ6YVd4aVVTWi9KQjVoYy9JSnRPWDZmbWtOZXRZbkhXRkw4Z21HTmU3T3lNWTljTGxTbGJRa1ppZFp0YlFEWXJhbUVHcG41YUdaTGNrbnVEZWtHNDFzVkJkYWs2VXVZSjJWNnJmMVNVZm83TjJVTGo3aHpEKzdrYTBwSnkzRy9CVDdEeGtsZWR3VzJKRUFKMC9zS3VnM2hzRVljcWNVNTdBdi9Sd2JrbzdVZXY4d0lZUVFRZ2doaEtnTk4zMXdwVEhvK09qMDd3d0thTS9LK0wwVmZuZ3JmL3l4dlYvWnZPL2tvMHRxYlk2bHp1VWxXeXpEQXVNSC9OaUNWRlpkMnM5ZUs1VWFOWFUyTDRraFFaM1FZMENyMTFHa1U1T3ZMU2ExT0pjOTZkRnNUemxsOVYzTDFSVHgydEdmeUx5eVUyR3BOWmNPTU5DL0habnFmUGFubjJOWFdwUlp3KzZLUk9jbDhkYnhGWFR4YnNvalRXL2g1OWhkdFI3U2lkcngyNlY5YkVrK2J2WnpMZENXOEZQTUxoNE02OE9CakF2c1RUOWJwZXJBWXIyR2xmRjcrU3ZwS0tPYjlLS0ZleUFiTHgrcnkrblhpZ0pkQ1c4ZVc4YTQ4QUYwOGc0ekMreksweG4wWktrTGlNeU9aVVhjbmdwMzBKeDM5azlhdVFkeEtQTmloZmY2ODNJa2Y5WkNOWm9RUWdnaGhCQkNOQVFLZzhGd3cvMDErNmgvNXRUM0ZPcUZuVUtGcDcwekJrQnYwS00xR1B0TzFWYWo2dXZKMW01blFvZ2IzK3BiSnRmM0ZJUVFRZ2doaEJEL0FqZDl4ZFdOUkd2UWtWR3VldWxHSmFHVkVFSUlJWVFRUWdnaEtxT3NmSWdRUWdnaGhCQkNDQ0dFRU5lZkJGZENDQ0dFRUVJSUlZUVFva0dTNEVvSUlZUVFRZ2doaEJCQ05FZ1NYQWtoaEJCQ0NDR0VFRUtJQmttQ0t5R0VFRUlJSVlRUVFnalJJRWx3SllRUVFnZ2hoQkJDQ0NFYUpBbXVoQkJDQ0NHRUVFSUlJVVNESk1HVkVFSUlJWVFRUWdnaGhHaVFKTGdTUWdnaGhCQkNDQ0dFRUEyU0JGZENDQ0dFRUVJSUlZUVFva0dTNEVvSUlZUVFRZ2doaEJCQ05FaDI5VDBCSVlRUVFnZ2hoQkJDaUp2VnlZUWNUaVhtY2pRdWk4ajRiQ0xqc3dIZVRQWnhBQUFnQUVsRVFWVG9IT3BGNTFBdnVvWjUweTdFZ3c2TlBldDVwdlZEZ2lzaGhCQkNDQ0dFRUVLSWVqRCsvdzZRbEZXTXQ2czlYY0s4ZWZuT1ZuUU85UUl3aFZpL0hrb2daNmVHRUc5bnZuKzZSejNQK1BxVDRFb0lJWVFRUWdnaGhCRGlPdHAyT3BXUmMzY3o3OUV1akwrbHFkVXhkM2tGY2xkRW9PbjE5enRqOEo2NGhqVXY5ZVBXTm43WGE2cjFUbnBjQ1NHRUVFSUlJWVM0TG5RNlhaWEdhVFNhT3A1SjFjVEd4dkwzMzMrVGxKUlVvL3ZFeE1SdzhlSkZEQVpETGMzTVNLL1hzM2Z2WHJLenMydDhyOFdMRjdOOSszYlRmZmZzMlZPbDYvTHo4MjMrdkRJeU1tbzh0MUpaV1ZrMStsbWtwcWFTbUpoWWEvTzVWaC84ZnBvUGZqOU53dWYzVmhoYVdmUGtnSEF1emhuS082dE9NbnQ5VkIzT3NHR1I0RW9JSVlRUVFnZ2h4SFV4YWRJa0ZpeFlZSHI5N3J2djh2Nzc3MXVNKy9UVFQ1azhlZkwxbkpxRnZMdzhwazZkeXN5Wk0vbnp6ejlyZEsrNWMrY3laY29VdEZwdGxhOUpURXhrNHNTSlJFZEhWemdtS2lxS2Q5NTVoL1Buejlkb2ZnQy8vdm9yZS9mdUJXRG56cDFNbno2ZHQ5NTZpN3k4UEp2WC9mampqNHdhTllyVTFGU0xjeHFOaGllZWVJSVpNMmJZdkVkQlFRRy8vdnBycGNIZVR6Lzl4R3V2dlZiSmQxS3hCUXNXOE1ZYmIxeno5YlhoZzk5UGN6bTdtRzFUQitMaGJGL3Q2NzFkSGRneGJSQng2UVhNV25lbURtYlk4RWh3SllRUVFnZ2hoQkNpem1WbFpYSGh3Z1hDd3NKTXg3UmFyZFV3NTl5NWM0U0hoMS9QNlZtWU8zY3VHUmtaaElhR3NtTEZDbzRmUDM1Tjk3bDA2UktuVHAzaXpqdnZ4TjYrNmtHRmg0Y0gyZG5aVEo4K25jek1UTlB4NHVKaTh2UHp5Yy9QWjlldVhYaDVlZEc2ZFd2VHNkSi9pb3VMcjJtK0FBTUhEdVNWVjE3aDBLRkQvT2MvLzBHdFZsc2RwOVBwMkxGakI2MWJ0OGJmMzkvaS9PSERoeWtxS3FKbno1NDJuN2QxNjFhKy92cHJ2dmppaTJ1ZWMyMVlzR0FCOCtiTnE3T0t2MjJuVTlsMk9wV3ZIdXRhNDNzdEdOK05QNDhuc3pNNnJSWm0xckJKanlzaGhCQkNDQ0dFRUhYdXdJRURLQlFLZXZYcVpYTmNRVUVCbHk1ZFl0eTRjZGRwWnBhV0wxL09qaDA3dVBmZWUzbjg4Y2VaTUdFQ3MyZlA1b3N2dnNEWDE5ZnFOVWVPSEdINjlPa1d4MHVYUjY1WnM0WjE2OVpWNmZsTGx5N0Z3OE9EcVZPbjh0cHJyekZqeGd3Ky92aGpsRW9sczJiTnNsakdOM3IwYUl0NzNISEhIVXlaTXFWS3o3Tm02TkNoQkFVRmtaU1VoSU9EZzlrNXJWYUxScVBoNE1HRFpHWm04c3d6ejFCVVZBU0FRcUhBeWNrSmdNMmJOMk5uWjBlYk5tMUlTek1QV0JRS0JZMGFOUUpnK1BEaG5EcDFpblhyMXVIcTZzcFRUejNGN05tejJiMTd0OWsxR28wR25VN0hzR0hETE9ZN2RlcFUrdlhyQnhpWE9vNFlNY0ppakZxdFJxL1hXMXovNElNUDR1bnB5YXBWcXhnNmRHaTFBc2JxR0RsM053bWYzMXRyOTF2elVqOWFUTmxBNXZ5UnRYYlBodWlHREs1YXVnZHhMdTl5ZlU5RENDR0VGUzNkZytwN0NrSUlJWVJvZ0xadTNVcEVSQVRaMmRuRXhjVUJrSk9UZzFLcDVNaVJJd0I0ZTN1VGtKQ0FYcThuS2lxS3k1ZXZmdTVyMmJJbDNicDFxL041cmx1M2p1KysrNDRXTFZvd2NlSkVIQndjbURwMUtsT25UdVhWVjEvbGswOCtzUnBlQlFjSDg5aGpqNWtkdTN6NU11dldyYU43OSs1MDdWcjFLaHRIUjBjQU9uWHF4SU1QUHNqeTVjdlpzR0VEOTk1ckREMmFOMjl1YzhuY3pKa3p6Vjd2MjdldjB1VjZ4Y1hGYk4rKzNXcHZxNFVMRndKZ2IyL1BxbFdyV0w5K1BWOTk5WlhwL0ljZmZtajYyc25KaVhYcjFwR1RrOE9lUFh2UWFyVTgrZVNURnZjc0hWZHE4dVRKcEtTa3NHYk5Hb1lPSGNxUUlVT0lpSWd3dTJiYnRtMWN2SGlScDU5KzJ1Sit6WnMzTjMydFVDajQ3My8vYXpGbTFhcFZKQ2NuOC96eno1c2RqNHFLWXZIaXhmVHAwNGVYWG5ySjRycmFNUDcvRGpEdjBTNDJsd2R1T1pYQ082dE9jVHcrRzA4WGU4YjJEdVc5VWUxeGM3SWUzZmk0T2ZEUmd4RTgvZDBodm4ycWU1M011eUc0SVlPcmNGZC9DYTZFRUtLQkNuZTFMQk1YUWdnaHhNMHRJeU9EeU1oSW5ubm1HYjc5OWxzT0hUcGtkdjcxMTE4SG9ILy8vcmk2dXVMbDVjWFpzMmNCdUhqeElrcWxra2NlZWFUT2c2dVZLMWZ5Zi8vM2Y0U0doakpyMWl4VHBWR1hMbDE0L2ZYWG1UMTdOcSsrK2lyLys5Ly9DQTBOTmJzMk1EQ1ErKysvMytMN2NuRnhZY3FVS1hoN2UxL1RuQjUvL0hHQ2dvSzQ2NjY3VE1lY25Kek1ncHJ5U29PdlVrMmJOdVdwcDU2eStaeXZ2LzZhWnMyYWNjY2RkMVE0UnFWU21iMSs3cm5uY0hOek03M2V1blVyWjg0WSt5NnRYcjBhclZiTDVNbVR6Y1lBckZpeGdrdVhMcGtkczdlMzU5MTMzeVVqSTRPZ29DQ0Nnb0xvMHFXTDJaZ0xGeTV3K2ZKbGhnNGRhdk43VVNnVURCbzB5T0w0enAwN3ljbkpNVHUzYk5reVZxMWF4WUFCQTVnNmRTcEtaZTEzVkRxWmtFMWlWcEhOUnV5N3pxWno5NXgvR04wOWhQZEd0U2MydllEWFZ4d24rbkllNi8vYnY4THJucjYxR2N2MlhTSXFLWmMyd1I2MVB2ZUc0SVlNcnU0STZzaVc1T1BvcWQwZEdZUVFRdFNNRWdWRGdqclY5elNFRUVJSTBjQ3NXYk1HZzhHQXZiMDlNMmJNTURYaGZ1ZWRkMUNwVktZbGRzWEZ4WXdkTzVhNzdycUxTWk1tQWZEaWl5L1NwRWtUcTh2aGFvdGFyZWJUVHo5bDY5YXRoSWFHOHZISEgrUGw1V1UyWnZEZ3dlaDBPdWJNbWNQenp6L1B4SWtUdWVlZWV5cTg1N3AxNnpoeTVBajkrdld6MldDOWxKdWJHeDA2ZExBNGJtZG5aeEhVNlBWNjh2UHpLN3lYWHE4M2V4MFlHTWpJa2NibFpDZFBuclQ2bk8rKyt3NC9Qei9UdUxKU1UxT3Q5ckFhTUdBQWZuNStwdGRuejU3bHpKa3o1T1hsc1hidFd2cjM3OCtRSVVNc3J0dTRjYU5aTlYwcEx5OHZ2THk4T0hIaUJPdlhyN2M0SHgwZFRXNXVMck5temJJNDE3cDFhMGFQSGsxQlFVR0ZUZDUxT2gwR2c4RzBFK0tYWDM3SnpwMDdHVHg0TUMrODhBSWxKU1dVbEpRQXhpQ3RmQUI0clU0bDV1SGo2bUJ6eklkL1JORXl3STJmSi9aR3BWUUFvTmJxZVdISlVTNms1dFBjMzYzQ2E3MWQ3RG1aS01GVmc5TENMWkRiQXlQWWxIeXN2cWNpaEJDaWpLSEJYV2ptSmhWWFFnZ2hoTGlxcUtqSUxJUW9XOUdpVUNoUUtCU21TcDRkTzNaUVhGeE1UazZPYVV4K2ZqNmVucDUxTnI4elo4N3cyV2VmRVJNVFE0OGVQWGp6elRkeGRYVUZqQlZZTzNmdTVLMjMzaUlnSUlBNzdyaURnSUFBUHZqZ0F6Ny8vSE8yYnQzS3VISGpMQ3FEenB3NXcvejU4d0hZdlh1M1JhOG1hOXEwYVdOcVRxN1g2OW0xYTVmcFhHQmdJSzFhdFRLNy82aFJvMnplcjFtelpoYkgxcTlmejl5NWM1azBhWkxWZ0dyLy92MmtwS1FRRUJCZ09oWVZGY1ZycjczR3NHSERlUGJaWnl2OVBzRFlJNnl3c0pEeDQ4ZGJQYS9YNjAzVmJIdjI3REh0U0toVUtoaytmRGhhclphQ2dnTEFHQ3FXam0zY3VER05HemMyblN0MTh1UkowKy9RK1BIanljN090am0vOHUvZHRtM2IyTFp0bThXWThrc0tyOVhSdUN5NmhObXV1UHZzNGM0VWxHaE5vUldBaTRNeHNpblc2Q3U2RElDdVRiMDVFcHZGZlQwYTEzeXlEZEFOR1Z3QlBOSzBQM3ZUejVLbkxhcnZxUWdoaEFCOEhOeDRwT2t0OVQwTklZUVFRalF3di96eUMycTEyaFFHVlVTbjA3RnMyVEljSFIxTlFRWkFXbHFhcVlsM2NYRnhoZFUwMWFWU3FmajY2NjlOZlpiR2poM0xFMDg4WVJhc0pTY25FeFVWWmFyQ0FZaUlpR0RCZ2dYTW1UT0hRNGNPTVdYS0ZCNTQ0QUdlZWVZWndMaUw0RHZ2dklOV3E2Vi8vLzVWYXBBK2JkbzBzOTBWUzBwS2VQLzk5MDJ2NzdyckxsNTk5VlhUNi9Ed2NGNTU1WlVLN3pkdjNqeUxodW9BUTRZTVlldldyWHoxMVZlNHVycGFMQXZVYXJVc1diS0V5Wk1uQXhBVEU4TzBhZE5RS3BYMDdkdTMwdStqMUxoeDQ0aUlpQ0FoSVlHc3JDdzZkKzVzZGw2bjAyRm5aNHdqTm16WXdMRmp4OUJxdGVqMWVvWVBIMDZYTGwzbzBxVUxxYW1wVEp3NGtTRkRodkRRUXcvaDd1N09uajE3K095enoxaTRjS0dwMTlqNDhlTk52MS92di8rKzFaMHF3Vmc1dG1USkVoSVNFdWpWcXhlalI0KzIrajRCcHQrNTJoQVpuODNMZDdheU9hWkZ3TldLS3EzT3dLNno2VXhmZlpKYlcvdlJQc1IySlZXWE1DL21iVHBmSzNOdGlHN1k0TXJEM3BuNVBaN2l5N04vc1QvajMvc0RFa0tJRzBGM24rYTgzSG9vVHFxNjJZRkZDQ0dFRURlbTlQUjBWcTVjeWVqUm84MHFXdUxqNDlGb05CUVVGS0JTcWJodzRRSlpXVmtVRkJUdzlOTlBzM2p4WWdDeXNySW9MaTQyOVpPYU9IRWlDUWtKdFRLM1gzNzVoWFBuenRHNGNXTmVlKzAxMnJadFcrVnJmWDE5bVRWckZydDI3ZUtiYjc0eExZZExURXhreXBRcGFEUWFYRjFkVWFsVU9EczdWM3EvOG4yVm5KMmRXYjE2TllEVktpY1hGeGViODEyd1lJSFY0L2IyOXJ6MzNudTg4TUlMZlBMSkovajUrWm1GU2c0T0RtemN1SkVoUTRaZ1oyZkhtMisrQ2NESEgzOXNWdkZWR1NjbkozcjA2TUVMTDd4QWNuSXk4K2ZQSnpBdzBIUmVvOUdZZHU3NzRJTVBBR04xMjdmZmZtdDJIejgvUHlaTW1NRDMzMy9QaGcwYm1EaHhJaTR1TG1Sblo1dDJhd1RqNzBscEg2MDJiZHBZektmMDkzRGR1bldFaG9ieTBVY2ZXVlRKMWFYSStHdzZoM3BWUGhBb1V1dHdmM1kxT29NQmYzZEg1bzJyZko1ZFFyMDVHcDlWMDJrMldEZHNjQVhnWnVmRTFIWWorVHZsRkVleVlvZ3JTT05TWVVaOVQwc0lJVzRLVFZ4OENYVnRSRmZ2Y0FZSFdQWkpFRUlJSWNTTktUSXVtMk9Yc29tTXl5WXkvdXFTcSt4Q2pla0QrTkgzSzI3Z1haNm5weWNQUGZTUVdYRDExbHR2bWZVNGV1NjU1M0IxZFdYQmdnVW9GQXErK3VvckVoSVNTRXhNQkNBc0xBd3dObS9QeUtpZHozeE9UazY4ODg0N2VIaDRWRmgxVTVuKy9mdlR0MjlmbEVvbDBkSFJ2UG5tbXhRV0ZqSjc5bXptekpuRG5qMTdMQnEyVzVPWGwwZkxsaTNOanBVR01RcUZ3bUw4NmRPbkdUWnNXS1gzTGJ0clh5a1BEdzltekpqQnQ5OStTOU9teG1iaHhjWEY2UFY2K3ZUcHc2VkxsNWc5ZXphNXVibDRlWGt4YTlZc0dqZTJ2Z1R0NFljZnRqam01T1FFR01PNHQ5OSttNGtUSi9MMjIyL3p4UmRmbU03cGREcFRjR1ZyN2p0MjdPRHh4eDluMGFKRnJGaXhnc2FORzV1cThjbzJpbCs1Y3FYVlNyeHo1ODZ4ZHUxYXRtN2RhcXJDeXM3T050c0ZzYXpSbzBmendBTVAySnpYOWJEcnJVRVVsT2g0ZisxcCt2NXZLOXZlR0VqUFpqNzFQYTE2YzBNSFY2VUdCYlJuVUVENytwNkdFRFdpMXNHaXlPcGRjMHNZdEsxaUJXdVJXc2ZUM3gzaTUzM3gxWitjRFg3dWpyd3pzaDBUQmpYRFhsWDdPM0FJSVlRUVFvaTZsVjJvWWZHdVdOWWNUaVF5UHB2c1FnMEFuczcyWmxVaW5VSTlHZEUxR0MrWHFvYzhqUm8xWXM2Y09iaTR1RmljdS8vKyswM0J4NFlORy9qNTU1OEpDZ3JDWUREZzR1TEMwYU5IU1UxTkpTQWd3TlFBdkxLZDhhcXJLdFZRbFNtdGx0cXlaUXRGUlVXODk5NTdSRVJFQU1ZK1UxVUptSll2WDE2dFp6WnAwb1FubjN5eXd2T0hEaDJ5MnR5ODdQWHZ2ZmNlR28yR05XdldzSFRwVXRScU5TcVZpdi8rOTcvODV6Ly93ZEhSa2M4Ly85eTBITThhVzdzS0FnUUZCZkh5eXk4elk4WU12dmppQzE1NzdUWEFXSEZWV1ZqWXExY3ZvcU9qbVR4NU1wMDdkK2JsbDE4bUtDaUltSmdZNEdwQUJwamRLemMzbHgwN2RyQng0MFpUVS93SEgzelFGTkpWWk02Y09SYTlzMnBMNTFBdkl1T3p1Y3Nyc05LeHpnNHFlcmN3dnVjOW0vc1E5c3A2WnErUFl0V0xGUy9WUEJxZlJaZlFhOXUxOGtid3J3aXVoUGczY0ZCQmdDdWtWT1BQeXNUY3FnZFh6ZzRxbGs3c3hlM3RBM2hoeVJFSzFicktMNnFDdEx3Uy9yUGtLSi85ZFphWjkzZmt3VjVOYXVXK1FnZ2hoQkNpYnNXbUYvRGU2dE1zMmhVTHdLMnQvWGk4ZjFNR3R2R2pjNWdYVFJ2WjdrbFZWVUZCUVZhUDI5dmJtMEtQc3NHRFFxR2dSNDhlYk4rK25ZeU1ETHAxNjFZcjg2aHJqei8rT0FNR0RLQmp4NDZtWTRHQmdWWjMxU3R2MDZaTnFOWHFLai9MM2QyZGZ2MzZWWGcrTXpQVDV2VjZ2WjdObXpmejQ0OC9rcHFhU3F0V3Jjakx5d09NdS9OTm1EQ0JoUXNYc25EaFF0NTQ0dzJMcFl5bEt0cFZzS3lCQXdleWMrZE90bXpad3BneFkyaldyQmxxdGJyU2h2disvdjVNbmp5Wk1XUEdzR3paTXRQNGxKUVVIQndjclBaTWk0K1A1OWxubjBXbjB4RVVGTVNRSVVQWXVIRWovZnIxcTNRcDZLZWZmbXJ6ZkUyWWdxc0k2OEdWd1FCTDk4WVI3dWRLdjVaWFArQzVPOWtSN3VkS2ZFYWh6ZnNmamN1bVMxalZsaUxlaUNTNEVxSUJhZUpadmVBcUliZjZ6M2hpUUZONnQvRGhpZjg3eVA2THR2K0RWaDBYMHdvWU8zOGZzOWRIOGZram5ibTFqVi9sRndraGhCQkNpT3N1dTFERHFMbTcyUjZWaHFlelBZLzNEK1BkVWUxckxhaXFEWU1IRDJiNjlPa0EvUGUvLzYzbjJWU05tNXViV1dnRnhoM3gwdExTS3IxV285SFUxYlRNNkhRNnRtelp3ckpseTBoTVRDUThQSnozM251UHZuMzdtbFdHalJremhzVEVSTmF0VzBkK2ZqNXZ2ZlZXcGMzMWJYbnh4UmU1Ly83N1RUc2RscFNVMkt5NFdyeDRNYi8rK3F2WnNiMTc5d0xHOTFTdjExdFVzams1T2JGeTVVckdqQmxENjlhdDZkKy9QNUdSa1d6Y3VKR0xGeSthOWNTeXByYWEvbHZUTmN5Ylh3OVYzSnROb1lBUDEwZmg3S0JpMy9UYlVGNVpIaHFYWHNqcHBGd2U3aE5xOC82SFk3TjR1TGZ0TVRjeUNhNkVhRUNhZU1LaHBLcVBWK3NnclJEOExDdXZiV29iN01HZWR3WXpkK001cHYxNm90THRWYXNqTWo2YmdiTzJNelFpa0RrUGRhSnRzTzBkTUlRUVFnZ2h4UFVUR1pmTnFIbTd5U3JRTUgxa08xNGUwZ292bDRhM3VVcVBIajJ3dDdmSHk4dkx0T3p1UnJSMzcxNVQ0RklaYTAzRks1S2RuYzJXTFZzcVBGKzZSSzZVUnFOaDQ4YU5MRisrbkpTVUZFSkNRbmpqalRjWU5HaVExUjVhQUMrODhBSXFsWW8xYTlidzNIUFBNWFhxVk5xM3Y3WVdQVjVlWG5oNVhhMElLaTR1eHRIUnNjTHh2WHYzTnF2a0twV1ptY25peFl2cDM3OC9QWHIwTUR0WHVrdGg2ZTZPWmMyZlA3L0NxckZTRmUxRVdCdmFoWGlRdTlOMk9QbS9NUjBZUFc4UEQzNjFqeWNIaEpPU1U4ejdhMC9qN21UUDJ5UGEyYncydTBCRCs4Yi8zczlkRWx3SjBZRDR1UmlYREZabkZWOUNUdldES3dDbFFzRXJkN1ZpV0pkZ3hzN2Z4K0hZMnQyRllzUHhaUDQ2a2N4ai9ab3k0NzRPQkh2WHZIK0FFRUlJSVlTNGRvditpZVdKYnc4UzV1dkM5amNHMHJtZWx4WWxKaWF5Yjk4K0FPTGk0c3pPclZpeEFvMUdRMXBhR3R1MmJXUHc0TUgxTWNVYTY5NjlPMDgvL1hTbDR6NzU1Qk9yeHcwR2c5VktvWlNVRklzZCtNb3FMaTQyZTcxdDJ6Ym16cDJMdDdjM0w3NzRJa09IRGpWcmJtNk5VcWxrMHFSSitQbjU4ZDEzMy9IS0s2OXd4eDEzOE1JTEwxVDYvVlNtb0tDZ3d2NWlKU1VsYk5xMGlkdHZ2OTFzZVY5K2ZqN1RwazBEakVzQzc3NzdibnIyN0ZtbDU4MlpNNmZTcFlKRGh3NnQ0dXlycjBOalQ0SzluZmwrWnd4UERnaTNPbVpVdHhEV3ZkS2ZHYitmNXY0djl1Qm9yK0tPRGdITXVyK2p6V3JJYi82K1NQTUFWOW9FU1hBbGhMaE9RajNoZkRWVzhDWGtRaGZyYlFPcXBFV0FHd2ZldlkzWjY2TjRiL1ZwMUxyYXE3N1NHMkRScmxpVzdZdG4vQzFOZWYyZU5vVDdOWndTZENHRUVFS0ltMFZwYURXaVN6Q0xudTNaSUtxc2R1M2F4Zjc5KzAydlM1ZWliZGl3Z2NXTEZ6Tml4QWdTRXhQNTdMUFA4UFB6czFpR2R5TndkWFdsZWZQbWxZN1Q2WFFXRlVoNWVYbDgrT0dINlBWNmR1L2V6YTIzM2tyMzd0M3AxYXNYRVJFUmpCa3pwc0w3WGJod2dTTkhqcGhlMzM3NzdlVG41ek4wNkZDcmdWRlJVUkVsSlNWV3c2d0hIbmlBVHAwNjhkRkhIMUZVVkdSMi9STlBQR0ZXc2FYUmFDcmRMZkRDaFF1VWxKVFFxSkY1czk3Q3drTDBlajNQUC84OGx5OWZOdXNOdG4vL2ZyNzg4a3ZTMHRLWU1HRUMvL3p6RDIrKytTYmR1blZqd29RSmhJZGJENE1ha3UrZjdvSDN4RFdNNmhhQ3Q2djFaWkwzZGc3aTNzNVYvM0NYbGx2Q203K2RJTzNMRWJVMXpRWkpnaXNoR3BnbUh0VUxycEx6UWFzSHV4cHM2S2RVS0pnMnJDMmp1b1h3Mk5jSE9GVEwxVmNsV2oxZi8zMlJiN2ZITUxaM0U2WU5hMHU3a0gvdjN3Z0lJWVFRUWpRa2tYSFp2UEp6SkxlMjltUE55eFUzOUw2ZTNOM2R1ZnZ1dTNub29ZZk1qaTlkdXBSRml4WXhiTmd3SmsyYWhGcXRadnIwNmJ6MjJtdTg5TkpMM0gzMzNmVTA0OW8xZCs1Y01qSXlzTGUzSnlNamc0c1hMekp5NUVqVCtieThQQ1pPbkloR28rR0xMNzdnbjMvK1lkcTBhYlJxMVlvdVhicmc3Ky9QcGsyYlVLbFUyTm5abVFJbnRWcU5WcXMxQlVnclY2NGtKQ1NFdm4zN1dnUmR5NVl0SXprNUdTY25KMDZkT29YQllLQkpFK3NiTGJWdTNacUZDeGRhTEtjYlBueTRXZStyZmZ2MkVSc2JhM29kRlJYRnFsV3I4UFB6dzhYRkJhMVd5NlpObXdEbzJyV3JhWnhlcjJmbnpwMEFPRG82TW4vK2ZIeDlmZG13WVFQcjE2L24zTGx6QkFVRjhkRkhIeEVSRWNGOTk5M0hsaTFiK1BiYmI1a3dZUUozM1hVWDQ4ZVB4OGZIeCtyOEowK2VYT2xTd2V2Uloyek5TLzBZT1hjM082WU5xcFg3alp5M216VXZOb3gvcCt1U0JGZENOREJOYkcrdVljRUFKT1VaSzdWcXFtMndCd2ZldlozNVc4L3p4c29UNUJYWDdqcHZuY0hBMHIzeC9MdzNubUZkZ25sN1JEdTZoLzk3dDIwVlFnZ2hoR2dJbnZqMklKN085ZzBtdEFMNDZxdXZMSTRsSmlheVpzMGFKazJhWkFweEhCMGRtVGx6SmovOTlCUEJ3Y0hYZTVwMXhzdkxpNWlZR0JRS0JRNE9EdHgzMzMwOCt1aWpwdlB1N3U3NCtmbngzSFBQRVJBUXdIMzMzVWVIRGgxWXUzWXRPM2JzSURNems1S1NraW85NisyMzM3WjZ2TEN3a0QvLy9CT0R3WUNqb3lOOSsvWmx4SWlLSzNmczdlMHRxcWxHalJwbDFvc3FNelBUTExqeTh2SmkrL2J0Wm8zUFhWMWRlZWFaWitqVXFaUHBtRktwcEhYcjFuVHYzcDFubm5tR3YvNzZpeSsrK0FLOVhrOUFRQURQUC84OFE0Y09OYXRLdS8zMjIrblRwdytMRmkxaTdkcTE2UFY2SmsrZWJIWHU0OGVQcnpDVUsvWHV1Ky9hUEY4YmJtM2p4OTBSUVV4Y2RKZ0Y0MnUyVythejN4OWlWTGNRK3JXcTRqYnpOekNGb1M1YjV3c2hyc21xTTVCdWU4ZFRNeDM4b2EvdFA0ZXJMU0d6aU9jV0hlYVBZNWRyOThibERHN3J6N1JoYmJtdHZYK2RQa2NJSVlRUTRtWlV1a1J3OVl0OUdka3RwTDZuVXltMVdtMXp0N21iU1VsSmljMEc1bUNzRXRKcXRhWktLS1ZTaVVxbE12MVRXWlVSR1B0b1ZkU2d2U0tGaFlYazV1Ymk3KzlmcFdkb05CclRib0R1N3U1V3grajFldE85aW91TCtlbW5uK2pac3ljZE9uU285Qm5uenAwak9EaTRSanNmWGsrejFwM2h6K1BKckhtcEh6NXUxZnQ5VDhzdFllUzgzWXpxRnNMa3UxdlgwUXdiRmdtdWhHaUFEaWJDMGVTcWozZHpnSWZyYU1uL3J3Y1QrTStTb3lUbkZGYyt1QVo2aEhzemJWaGJSblFOb1pyLzNSUkNDQ0dFRUJYd25yaUdUazI4MkQ1dFlIMVBSUWhSeHM3b05FYk8zYzFIRDBidzlLM05xblROTjM5ZjVNM2ZUckRteFg0M1JhVlZLUW11aEdpQWt2UGg5K2pLeDVWMVh6dndxYU9OKzdJTE5jeGNkNGFQTjFSelV0ZWdoYjhiRTI5cnpwTUR3aHRFMDFBaGhCQkNpQnRWYWJYVjMxTUhNckN0WCtVWENDR3V1NmUvTzBSTVdqN2VyZzUwYmVwTmx6QXZ1b1FhMjZrY2pjL2lhRncyaDJPenlDblUwTXpmbFcrZTZGN1BNNzcrSkxnU29nRXlBRDhjTlRaZHI2cnV3ZEMxQnJzTFZzV2x6RUttclR6QjBqM3gxUFVmSE03MktzYjJic0tMZDdTczk2MmFoUkJDQ0NGdVJGM2Uzb3pCWUNEeWd6dnJleXBDQ0J1aWtuSTVtWmpMa1ZoalVIVTAzcmhaVnBkUVk1RFZyYWszN1VNOGFCTjhjMjV3SmNHVkVBM1U1Z3NRazEzMThiN09NS1pkM2MybnJKTUpPYnp3NDFGMlJLZGRsK2YxYk9iRDg3YzFaMnl2VUJ6dGE3QjlvaEJDQ0NIRVRTSXlMcHN1NzJ6bWg2ZDdNUDZXcHZVOUhTR0V1R1lTWEFuUlFFV2x3ODY0NmwzemFBUmN6OVYxbTArbU1HWEZjU0xqcTVHdzFZQ1Bxd05QRG1qS3hNRXRhT1ovWXpSZUZFSUlJU3FTcVU0a3ErUXltZXBFbkZVZU9LdmM4WFlNd3NlaDRUZlFGZzNmeTBzam1idnBIRmtMUmtyN0JTSEVEVTJDS3lFYXFBSU5MRDFldld2Nk5JR08xM2x6UG9NQmx1Nk40ODJWSjRuUHJNWldpRFdnd0xpVjdPUDltM0pmajhhNE9kbGRsK2NLSVlRUU5WV2t5MlZueWxJT3BLOGxTNTFrZFV5d2MyczZlZzltUU1Bak9LdHV6bVVob3ViQ1gvMkRUazI4V1BOeXYvcWVpaEJDMUlnRVYwSTBZQ3RQUVZZMU52TUxkSVBoOWJRanFscXJaOTZtYzh4Y2Q0YXNRczExZTY2TGc0cFIzVUo0dkg5VGJtdnZqMUsySkJSQ0NORkE3VWhad3Nha2hSVHI4cW8wM2tubHpzZ21VK2paYUVTdHo4VmdNS0RSYUxDM3QwZGg0NytkV3EwV2c4R0F2WDNOS25iMGVqMkZoWVc0dUxqWTNOWis1Y3FWQU54Ly8vMDFldDdOVHBZSkNpSCtUYVJaakJBTldCUFA2bzFQem9kaWJkM01wVElPZGtvbUQyMU56Q2YzTU92K2p2aTdPMTZYNXhhcWRTemRHOCtkSCsra3ljdnJlWDNGY2M0bVYrMERnUkJDQ0hFOUZPbHlXUmJ6Tm1zdmZWemwwQXFnV0pmSDh0aTNXUmJ6ZHEzUDZkU3BVOXh6enoxY3ZIalI1cmlQUC82WWwxNTZxY2JQaTRtSllkU29VVVJIMjk2aE9DWW1ocGlZR0FCME9oM0p5Y2xtLytUbDVaR1hsMmR4dlBRZmphYnl2enc3Y2VJRW8wZVA1dlhYWDYveDk5VlFiWTh5OWlFZDJVMlduUW9oYm55eXZrYUlCcXlKSnh4UHFkNDFjZG5RdWxIZHpLY3FQRjNzbVhwdkcxNGUwcEx2ZDhieThZWW9ZdE92enhMQ3BPeGlQdG9RelVjYm91blcxSnZIK29YeGFOOHdmTndjcnN2emhSQkNDR3ZXeEgvRXdZemZyL242Z3hsckFYZ28vUDBhelNNN081dlUxRlFBTGwyNkJFQmNYQnc2bmE3Q2EvTHk4aWdwS2VIczJiT21ZNjFhdGFLd3NKQkZpeFpadmFaNTgrWU1IanlZd3NKQ1BEdzhLcXpveXMvUHg5SFJzY0pxcnJTME5NYU5HMmQyYlBqdzRUZzdPN05peFFxcjF5eGN1SkRtelp0WCtQMUVSMGZ6NXB0djR1M3R6WkVqUi9qcXE2OTQvdm5uYlZhZDNZZ1c3NHFsVXhOUDZXMGxoUGhYa09CS2lBWXMyQjNzbEtEVlYvMmFtSG9PcmtvNTJhdDQvcmJtVEJqVWpHWDc0cG05UG9wVGliblg3Zm1IWTdNNEhKdkY1T1hIdURzaWlNZjdOK1hlemtFNDJFbWhxUkMxYmQrK2ZlejhleXNYTHB6SHc4V1J5RE1YNm50S29nNTBhdHVjdk1JU21yZG93YURiN3FSSGp4NzFQYVVid2w5Sjgyc1VXcFU2bUxHV0R0NkQ2T2cxK0pydnNXM2JOaFlzV0dCMmJOYXNXVlc2ZHRLa1NhYXZOMi9lakY2dkp5bkoyS1ByL1BuektKVkttalZyQm9DUGp3OEhEaHpnM1hmZlpjV0tGZmo0K0ZqY1Q2ZlRNV3JVS0Y1NTVSV0dEaDFxODlrLy9QQUR2cjYrZlBMSkp3QTg4c2dqakI0OUdqRCsrZlBOTjkvdy9mZmZBK0RwV1hHNStvNGRPNWd6Wnc0dFdyUmc1c3laN055NWswOC8vWlNNakF4ZWZmVlZYRjMvSFJ1L3hLWVhFQm1meldjUGQ2N3ZxUWdoUksyUTRFcUlCa3dCaEhyQ3hheXFYNU9RYXd5NkdrbytvMUlxZUxTdnNmTHA5ejFoN0t3QUFDQUFTVVJCVktOSnpGcDNobjBYTXEvYjh6VTZBNzhmVGVMM28wbDRPdHN6dEZNZ0k3dUdNTFJUa0RSMUY2SVdmUHJ4YkhUWkNYUU84MkJNeDdZMEQvSUN1dGIzdEVRZHVYQTVtd3RKMld4ZHRZamRPLy9tNVZlbjFQZVVHclJNZFNJN1U1YlcydjJXeGJ4Tmk0anUxOXl3ZmZqdzRkeDk5OTBBbkQ1OW1xbFRwekozN2x6Q3c4TXJ2T2FUVHo0aElTR0J6ejc3ek95NG01c2JIM3p3QVFEUFBQTU05OXh6RHlOSGpqU2QzNzE3ZDdYbUZoY1hoMWFySlMvUHVKVHl3b1VMcGtvd1IwZEhuSjJkVWFsVWdMSHYxdU9QUDg3aXhZdHhkblpHcVZSYURjZEtxZFZxRmkxYXhNcVZLeGt3WUFEUFB2c3NDb1dDSVVPRzRPbnB5ZXpaczVrd1lRSlRwMDZsUTRjTzFacDNRN1Rtc0RGUUhOa3R1SjVuSW9RUXRVTSt0UW5Sd0xYd3FWNXdwVGRBZkE0MDg2NjdPVjJyNFYyQ0dkNGxtTzFuMHBpMS9neWJUbFp6SFdRTjVSUnBXTGJ2RXN2MlhjSkJwZVMyOXY2TTdCckM4SzdCQkhvNlhkZTVDSEhqTS9EQlcxUG9HS2hreE9DSStwNk11RTZhQjNuUlBNaUxPN3ZCNnQzbm1UMzlkYWErTnh2alg3V0k4blltLzFTdG5sYmxEZkIvaFBONUIwa3FNaTdUSzlibGNTQjlMYmNHakt2a1N1dnM3T3l3c3pQKzMzOUhSMk12eXBrelo5cHN2SjZabVVsSVNBak96czVXejJka1pCQWJHMHZQbmoydmFVNmxwazJiUm5wNk9ucTlzY3o4d0lFRGpCa3pCakJXZEtXbnA1T2JtNHVibXhzNU9Ua1VGeGZqNGVHQlZxczFmVS9XSEQ1OG1Ibno1cEdhbXNxenp6N0xtREZqZU82NTUyamN1REZ2di8wMnZYdjNac0dDQmJ6Ly92dTg4c29yREJnd2dDZWZmSktRa0J1M045VGFJNGwwYXVKSjAwYi9qZ295SVlTUTRFcUlCaTdVRSt5Vm9Lbkdjc0hZN0lZWlhKVWEyTmFQZ1czOU9KMll5NWRienJOa2R4ejVKZGUzcTd4YXArZlA0OG44ZVR5WjV4WWRwbmNMWDBaMUMyRmsxeEJhQnJwZDE3a0ljU1A2OUtQWlJBUXFHZDZuNGw0eTR0OXRWTDhXck41OWpybWZmTVJMci81N20xelh4SW5zYmRkODdkaW03OU96MFFpS2RMbk1PWFUvV2VyTEFCeE0vLzJhZ3l0cjdyMzNYZ0lDQWlvOC8vdnZ2MU5TVWxMaCtYLysrWWVRa0JDQ2cydFczYk4wNlZMMGVqMWp4b3loVDU4K1RKa3loZVRrWkZhdVhNbU1HVE5RS0JTbzFXcUNnNFBKenM3RzFkVVZPenM3aW91TFRTRmNXU2RQbm1UcDBxVWNPblNJTm0zYThONTc3OUcwcVhGM3ZmSGp4ek45K25SKyt1a254bzBiUjFCUUVGOTg4UVcvL2ZZYlM1WXNZZGV1WGZUdTNac2hRNGJRdTNkdm03c2dOalRiejZTeFBTcU5INTZXcGJ4Q2lIOFBDYTZFYU9DVUNtam1BOUhwVmI4bU5odDBCbEExOEw4QWJ4Zml3ZnpIdS9MaGd4SDh1Q3VXK1ZzdmNEcnArdlhCS21VQTlwN1BZTy81REthc09FN2JJSGRHZFRlR1dEMmFWYnowUUlpYjFiNjllOURsSkREOHRrNzFQUlZSejBiMWE4bnNsVWM1ZU9BQVBXcFljZk52azFnWVpRcWJxcXMwdExycTZuL1FrNHBzNzhwWFhTMWF0Q0FzTEt6Qzh6dDI3REExZExkbXk1WXR0R3ZYanJRMDR5NTJTcVVTWDE5ZjAzbU5Sb05hclRidDlsZjZ1clN5cXF6VHAwK1RuNTl2Y2Z5SEgzN0F6OC9QMUk4ckp5Y0hMeTh2QUFvS0NpeDZVeTFidG96dnYvOGVMeTh2WG56eFJlNjU1eDZ6OEtsdjM3Nk1IRG1TZmZ2Mk1YYnNXT3p0N1ZHcFZEend3QU1NSERpUUpVdVdzSG56WnVMajQrblJvOGNORTF4bEYycDQ1ZWRJd254ZEdIOUwwL3FlamhCQzFCb0pyb1M0QWJTc1puQ2wxUnVYRjdhOFFUSVhkeWM3SnQzZWdrbTN0MkJIVkJwZmJUblA2c09KYVBXR2VwblBtY3Q1bkZrWHhjeDFVUVI0T0hKSGh3RHU3QkRJa0k2QitIdFkvcTJ1RURlYm5YOXZvWE5ZeFEyUXhjMmxjMU12ZG16YkpNRlZPVVUybGdoNk93UlZHR3FWRGEwU0M2TllGdk0yV2Vva3N6SG44dzdTd3IxMkttcmVlT09OU3NlMGJOblM2dkV6Wjg0UUhSMU5kSFEwbXpkdkJzRGQzWjFWcTFhWnhqejY2S05tMTd6NjZxc1ZQdWZBZ1FNQVJFVkZzWExsU202NTVSYXI0M0p5Y2t4TjJETXpNMDBoVnFtNzdyb0xyVmJMZmZmZFIyRmhJV3ZXckxHNGg2K3ZMd01HREdEZHVuVm14MGVPSE1tcnI3N0tvNDgrU21GaG9jMWxsQTFKZHFHR1FiTzJFNU5Xd0tKbnBOcEtDUEh2SXNHVkVEZUFZSGR3dG9PaWFxeW1PNWR4NHdSWFpkM2F4bzliMi9pUm5GUE0xMzlmNUp1L0w1Q1VYVnh2ODBuSkxlR25QZkg4dENjZWdBNGhIdHpaTVpBN093UXdvTFVmemc2cWVwdWJFUFhsd29XTGpJbG9WOS9URUExRWkyQXYxaHlPcXU5cDFKb2RVV21tcjdNTE5VVEdad013b2tzd25jTzhLcnFzeWtZMGVZMWJBOGF4TE9ZdGk5MEd5NGRXWDBVL1ZhTWVXVlh4NmFlZjJtek8vdm5ubjV0MkR5eHZ4WW9WQU54eHh4MDg5dGhqSER4NGtCOSsrQUdBMXExYk0yM2FOTlBZbEpRVXZ2dnVPOGFQSDA5d2NEQUdnOEZpUjhQOSsvY1RIaDZPbzZNalAvNzRJd3FGc2RMTVdvK3JtSmdZSmt5WVFHcHFLZ2FEZ1FrVEpnRHd3Z3N2MExGalI4YU5NeTZuakkrUDU1ZGZmcW4wZmNqTnpVV2owVEJzMkRDVVNxWE41Wk5WdFdMZkpiN2VmckhHOTdGRmJ6Q1FjK1gzMU5QWm51MXZES3lWMzFNaGhHaElKTGdTNGdiUndoZE9WS09YZVVLdU1laHl2a0gvTFEvMGRHTDZ5SGE4TmJ3dGZ4MVBadkd1V0g0L21rU0p0aHJOdnVyQXljUmNUaWJtOHVsZlozRzBVOUsvVlNOVFJWYm5VQzhVRFh4NXBoQzF3ZDNGOGNydWdVSkFpeEJ2M0p3ZDZuc2ExeVEydllBZFVXbEV4bVd6UFNyTkZGSlowNm1KWjQwREFXK0hZRk13OVZDNGNVZSswdkNxcmtNcnZWN1B0bTFYZTI0bEpDUUFjT0xFQ1ZKU0t2NC9HR2xwYWVUbDViRmx5eGJUc2ZEd2NFcEtTdGk5ZXpkdWJtNDRPenNUR0Job3FvSUNhTlNvRVlNR0RUSzl2bkRoQXQ5OTl4MWR1M2FsYmR1MkFQajcrNXVhb0VkRlJaR1ptVW1QSHNacW9WR2pSbEZjYlB5THEvSTlyanAxNm1ScUZ2L05OOS9RdjM5LzJyVXpodWwrZm41bTgyL2R1alhMbHkrMytkNmtwcWJ5MUZOUGNjY2RkOVJxaFZWa2ZEWi9uNmw0bVdWdEc5TTlSRUlySWNTLzBnMzZrVmFJbTA5TG4rb0ZWd0JuTTZCVHpmL0NzRjZwbEFydTZSekVQWjJEeUN2V3NteHZQSXQzeGJMbmZFWjlUNDBTclo2dHAxUFplanFWcWIrY3dOZk5nZjR0R3pHZ2pSOERXdnZSSmN3TGxWS1NMUEh2Y3l6cUl0Q3R2cWNoR3BCalorcTJxcVMyTGQ0VnkrY2J6NW1DS2s5bmV6cUhlakY5WkRzR3R2RTNqV3ZxNTNMTk83TTVxOXd0am1XcGsvZ3E2aWttdGZrT1o1VUhENFYvZ0xQS25RN2VnMDFMLzZvU1dsM0xNa0dkVG1lcWhpcmw1ZVhGRHovOGdLdXJxMFdmS0wxZVQzcDZPazVPVG5oNGVKaGRPMnpZTU5ScU5SRVJFYmk1V2QvUVpQbnk1ZVRtNXZMc3M4OVdPS2RqeDQ2eGYvOStubnJxS1g3Ly9YZjY5ZXVIV3EwR1lQRGd3U1FuSndOWGUxeHQyN1lOUjBkSDJyVnJSN3QyN1RoNzlpd2FqWWI3N3J1UFZxMWFWZm05MkxObkQ5MjZkVE0xZFo4M2J4NnVycTQyNTNvdFpqM1FrVmtQZEt6VmU1YVhYYWdoTWk2Yk5VY1NtYnZwSEhvRGZQWklaN3hjYm93bGprSUlVUlVTWEFseGcyamtBaDZPa0Z2eHhqNFdvdE52L09DcUxIY25PNTRkMUl4bkJ6VWpKcTJBSC82SlljbnVPR0xUQyt0N2FnQms1S3RaZXpTSnRVZU5TeXJjSE8zbzI5S1hBYTM5dUtWMUkzbzE4OFhSL3NabzhDcUVFUDgyMllVYTVtNDZ4NkovWW9oTkx5VE0xNFVmbnU3QndMWisxeHhPMlJMaTBzWnFMNnVrb21pejhHcGs2TlVkR2FzU1dnVTdWejJnS2N2ZTNwNmxTNWRlblVkU0V1KysreTVCUVVIODczLy93OHZMaTVVclY3SnMyVEpUajZvVksxYXdaTWtTeG80ZHk3Qmh3OHp1cDlmcnVmdnV1L255eXkrdFB1LzgrZk5rWldYWm5OUDU4K2NwS0NnZ1B6K2Y3ZHUzODlGSEg3Rmh3d2FyWStQajQwbE5UV1hzMkxHbVk3dDI3UUxnMTE5L05WdVdhRTFoWVNGS3BaTHM3R3htelpwRml4WXRlUC85OXpsOCtERDc5KzluK3ZUcHVMcTZrcHFhaW9lSEIwNU9UamJ2MTFCNHVkaWJkbXZ1SE9yRkU5OGVKRGE5Z0wvZkdGamZVeE5DaUZvam42Q0V1SUcwOUsxOFRGblp4ZEJBTXAxYUYrN255djlHZCtEaW5Idlkvc1pBbnJpbEtlNU9EU3VMenkvUnN1bGtDbS85ZHBKYloyN0g4N25WREpqeE4yLytlb0tOSjVMSkw2NUcwekloaEJEWExESXVtMEd6dHZQdTZsT0UrYnJ5OTlTQnhINTZEK052YVZvbm9WV3BqbDZEclI0dkRhK0tkRmQzMHEzcThzQWVacnNOWHB2ZHUzZnovUFBQRXh3Y3pNY2ZmMnhxYnE3VDZVeTcvd0U4K09DRHZQYmFheXhZc0lEcDA2ZVRtSmhvT3FkVUtpMlc1VjByWjJkbjJyVnJSNGNPSFNvY2s1dWJ5M2ZmZmNmeDQ4Y0J5TS9QWi8zNjlTaVZTa3BLTFA5V3I2aW9pSWtUSjNMbzBDRUFKazJheEdlZmZVWmdZQ0F6Wjg3ay9QbnpUSjQ4bWM2ZE83Tnc0VUw2OSsrUFJxUGhwWmRlNHNNUFA4UmdxSjhOWW1waS9DMU5tVDZ5SGR1ajBvaE5MNmp2NlFnaFJLMXBXSi95aEJBMnRmU0J3OWI3bzFib2JJYXhXdXZmU3FHNDJ0QjkvdU5kK2UxZ0lqL3VqbVhMcVJUcWFWUENDcFZvOWZ4ek5wMS96cVl6YzEwVUtvV0NkaUVlOUdqbVRjOW12dlJzNWtORUUwOVpYaWlFRUxWb3plRkVudmoySUFZREhQM2ZIZGUxQjlDUWtJa2N5RmhMc1M3ZjRselp5cXZFd21pK1AvOXlwYUdWazhyTjFBZnJXcHcvZjU1dnZ2bUd5TWhJaGcwYnhzYU5HN252dnZ0TTU3VmFMVnF0MXFLNnFsZXZYc1RIeHpOKy9IaDY5ZXJGMkxGamJZWk0xYVZTcVhqcnJmOW43ODdqb3E3V0I0NS9HR2JZOTFWQkVCV1Z4UlJTeXkzRnJsNnR0TEJTNjVabWxuYlRXMmwxeTd5VmJkcHlNNWR1WlpwYlpXWG1rbVgrbEhMSmZWOFFjY0VFWkZGQUdIYVlHV1orZjR5TWpxd0RLSXZQKy9YaXhmRDlublBtR1hTR21lZDd6bk5lcjdaTlZsWVdLcFdLUllzVzhlbW5uL0xkZDkraFVDaUlpb295MWNJNmRjcTRTVUJJU0FoNzl1d2hJU0VCRzV1SzlkZHV1KzAyM24zM1hhWlBuODdubjMvT2E2Kzl4cjU5KzlEcGRFeVlNSUgzMzMrZjVjdVhNMjdjdUFaN2pEZkxsQ0dkbUx2cExHK3RqV1BaQk5ucFV3alJNa2ppU29obXhNWFdtSVN5WkJaVlFqYjBEb0JiSVJWaXA3TG1zVDZCUE5ZbmtJeThVdFlkU21YTndSUzJ4R2VnTFd0aVdTeWd6R0FnTmlXWDJKUmNsdnlaQ0lDZFNrRmtXM2Q2dHJ1YXpPcllxdkw2SVVJSUlhcTNiRWNpVDM1MWdHNEJybXliUHZDbTEvMnh0M2FodisvamJFNWJVT241dE9MVGZCdzNpaHhON2E1S0dXdGl1ZFFwbHBLU0V0NTU1eDFVS2hXelo4OG1KQ1NFL3YzN203WFpzbVVMTVRFeHZQZmVlMmJIZlgxOThmVDBaUFhxMWF4ZXZScTkzbnlqbEY5Ly9aV05HemVpMSt0eGNLamIxYkx5V1YvWHlzc3p6a2g3OTkxM2lZK1BaOENBQWV6YXRjc1V4L1RwMHpsKy9MZ3BjUlVYRjBkTVRBd0xGaXhnKy9idGVIcDZWcGxnaTRpSVlOYXNXWFRzMkJHQVBYdjJzR3ZYTGxhdFdzWHAwNmRac1dJRjdkcTFZOENBQVhWNlBJM0Z6VUhGdUx1Q1dMNHpzYkZERVVLSUJpT0pLeUdhbVk0ZWxpV3VTblJ3SVJjQ1hXdHUyNUw0dU5pYTZtSGxGV3Y1NVVnNmF3K2xzUEg0UllvMFpZMGRYcFZLdEhyMkpGeG1UOEpsSUFFd3ZnbnQyYzZETzlwNzBMTzlCNzJEUGZGeHNXM2NRSVVRb29rcm4ybjFSTCsyalRyelpLamZKSEpLMDB5N0IxNnZ0a21ybnA3M1Y3bjBzRGJzN095WU0yY09ycTZ1S0pYR2p3RGR1blV6YXhNZkg0KzF0WFdGNCtVZWVlUVJSbzRjaWJXMXRYbHNQWHN5Yk5ndzR1TGkyTEJoZyttNHdXQ2dyTXo0Ti9mYTcrVzNhN0pqeHc3QXVMUGgrKysvVDQ4ZVBUaDQ4Q0R2dmZjZW8wYU5Zc0NBQWFhbGd3QnF0Um8zTnpjeU1qTFl1M2N2bzBhTlFxRXdWa1pScVZRVmxoUkdSRVNZYnA4K2ZkcTAyK0dFQ1JPSWk0dGp6cHc1OU9qUm8wTGgrcVl1S3NTYmVadlBzdTVRS3RIZC9SczdIQ0dFcURkSlhBblJ6QVI3d3A0VXkvcWN1WHpySmE2dTVXS3ZNczNFS3RHV3NTbjJFbXNPcHZETGtUUnlpclExRDlESTFFVmFZdUl1RVJOM2RWdEpYeGRidWdhNDBTM1FsYTRCYm5RTmNDWE0zd1dWdFpRdUZFS0l4S3hDMDB5cnByQmM2dEYyeGhsTVZTV3ZhdExmNXpHekl1NTE1ZW5weVpneFk4alByM3hKb2thalFhdlZFaDBkWGVVWXp6NzdMRU9HRERFNzV1dnJTNjlldmZEeThrS251MXEvTVRZMmxxRkRoNXExblRwMXF0blBrWkdSVmQ3WDBLRkRTVXBLNHQvLy9qZk96czRjT1hLRVdiTm1jZSs5OS9MVVUwOEI0T0Rnd09uVHA5bTJiUnZidDIvbnJydnU0cGRmZnNGZ01IRHZ2ZmVheGdvS0NtTG56cDM4OU5OUGVIcWFGdzJOajQ4bklTR0JFU05HQUtCVUtubjk5ZGZKemMxdGRra3JnT2p1L3JqYXExaDNXQkpYUW9pV1FSSlhRalF6OWtyd2M0YTA2c3RnbUVsVWcxWVBzcUdkY1RuaEE3Zjc4Y0R0ZnVqS0RHdzdsY0dhZzZtc081UktlbTVKWTRkWGE1ZnlTaXNrczVRS0t6cTNkcVpyd05Wa1Z0Y0FOOXA0MkRkaXBFSUljZk85dFRZT2d3SFdUZW5iMktHWVBOcnVQVG80OTJUZGhROHJyWGxWR1hlYjFrUUh2bHF2bVZiWGUrR0ZGOHlTUzVacTM3NTloZkhLWjJBRkJ3Y1RIQndNUUhSME5MMTY5YXAyckxWcjExWjczdC9mbjNmZWVRY3cxcmlhUFhzMnp6enpqRm5pN082Nzd5WW1Kb2FaTTJmaTdlM05zR0hEY0hKeUlqZzRtTmF0VzV2YWpSOC9uc3VYTDdOa3lSS3pBdlFBenM3T1BQamdnd3dhTk1oMHJGV3JWclJxMWFyYStKcXk2TzUrL0h6WXdzS29RZ2pSUkZrWm11T1dHVUxjNGs1bHdaOUpsdlhwR3dEaFBqY21ucGJBWUlBalNUbjhYK3hGTnNWZVpFL0M1U1paRjZzdTNCMVVWeE5aZ2NidnQ3Vnh4ZDdHdXViT1FsUmk4T0RCeEh3d3NySERFRTNJNEdtcmlJbUphZXd3QU9NT2dwRnZ4akFqT295M1JvUTNkamdWRkpmbHNUL3JadzVrL1V4YThabEsyL2paZDZLbjF3TU04QjF6azZOcjJnd0dBMVpXdDBMVnp2cGJkeWlWRWZOMzMvUU5DWVFRNGthUUdWZENORU1kUEdCbk1oYnRtaGViSVltcjZsaFp3ZTFCN3R3ZTVNNzA0YUVVbHVyNFBTNkQvenVlenFiWVM1eHZ4dHRLNXhScDJYNDZrKzJuTTAzSHJJQUFEd2M2dFhhaVV5dm5hNzZjYU9mdGlFSStHQWdobXFtMzFzYmhhcTlpeXBCT2pSMUtwZXl0WFJqZ080WUJ2bVBJMXFTU1hXbytLOGJmb1hPZEM3QzNkSkswcXIyb1VPT2J2bVU3RTVuYk5xS0cxa0lJMGJSSjRrcUlaa2lsTU5hc1NsVFh2azllcVhGNW9aL3pqWXVySlhHMFZacVdGQUtjdlZqQXBoUEcyVmhiVDJaUTJJUUx2TmVHQVVqT0xpSTV1NGpmNHpMTXp0bFlLMmp2NDJoS1pIVnU3VUtuVnNZRVZ5dFh1OFlKV0FnaGFpRXhxNUNmajZReEl6cnNwdThnV0JjZU52NTQyRWdOSXRIdzNCeFVQQkRweDgrSFU1bjdtQ1N1aEJETm15U3VoR2ltUXJ3c1Mxd0J4R1ZJNHFxdU9yWnlvbU9yWVA0MUtCaHRtWjRkcDdQWWRHVlo0YkVMdVkwZFhvUFNsT2s1bFo3UHFmU0toZFFjYmF3SjhuWWt5TXVSSUM4SDJuazdFZVRsWURybTZXVFRDQkdMVzRWZXIwZFhac0JHWmZreTEreThZckx5aW1udDRZaXp3NDNabGJPNFZFdXB0Z3czcDZhUjRDMHIwNU9aVzRSS2FZMm55NjFSNjI3WmprUUF4dDBWMU1pUkNOSDRvcnY3OC9PUk5JNG1xV1c1b0dpV1RxVGtFcGVheDVHa0hJNG1xem1hYlB6d0V4SG9Sa1NnRzdlM2RTZk0zNFV1Ylc3aFhhaHVFWks0RXFLWkNuUUZSeFVVV3JBcDNuazFGR21oR1Z5RWJ0SlUxZ3J1RHZQaDdqQWZQaHpkbGV3Q0RkdFBaN0xqZENZN3oyUnhKRW1OenBKMW5NMUlvYWFNdU5RODRsTHpLajN2Wkt1a25iY3hxUlhrNVVpUXQrT1ZuNDNIM0IwbHNTVnF0dmovWXVrWDdrL25BQS9Uc1FPbjA1bi84eEgrZm5zUVl3YUZXVHptNXNOSkxQNi9XS1kvY2ljREl3THJGSmRHVzhiRm5FTEt5dlMwYTIzK0lUQy9TTU1yWDIybldLUGpvNmNINE9QbVVLZjdxRTVoc1FhTlRvKzdjKzBTWTVtNVJZejVhQ01oQVI1OE92bHZEUjVQVTdSOFp5SVBSUG9SNU5YOGRvSVRvcUZGZC9kbnlvcWp6TjE4cGtuc3JpbUVKY1l0Mms5YVRnbnVqaW9pMjdvejVlK2RpQWcwL3UwdFQyTDlkRENGM0QrMStMdmJzK1Rwbm8wY3NiaVJKSEVsUkROMm15L3NUYkdzVDN3bWRQZTdNZkhjcWp5Y2JCalIzWjhSVjdhY0x0S1VzZnRzRmp0T1o3SGpUQ2I3em1WVDFNeVhGdFpXUWFtTzJKUmNZbE1xbjRYbVpLdkUzOTJlTmg3R0wzOTNlOXE0TzF5OTdlR0F0N010VXNiazF2WEhrU1IrMkhhS1gvYWVZOFcwKzNDME0yYmFmZDBkdVpSVHlMcmRaM213YnpDTzlnMlhCTTNPS3lhdlNFTmhpWmFpVWkyRkpUb0tTN1RrRlpXU25sMUkydVVDMGk0WGtKbGJERUNnand1TFh4eGlOb2FqblJKL0x5ZTJIMDloNm9LdHpKNFlSU3NQWS9Ma3BZWGI2aFJYM3pBL0h1eG5yTk9Va1ZQSWEwdDNvclMyNHBObkJwcCtMK0txbzBscUVyT0ttQkhkOUFxeUM5RVkzQnhVUkhmM1kvbk9KT1krRnRrc2xzOEtzZVZrQnRIemRqSC84Y2dxWjg4T2RXdkYwSzVYZC8xYzh1ZDUzSjlkeDdvWCtqSWd4UHRtaFNwdUlrbGNDZEdNaFhqQndUVFE2V3ZmNTJRbVJMWUdoU1FHYmhnSEcyc0doZnN5S053WEFGMlpnVU9KT2V3NG5jbU9NMW5zUEpORmRxR21rYU5zSEFXbE9rNWZ6T2YweFlyTEVNdlpXQ3Z3YzdjekpiTGF1RjlOYXBVbnVQemM3RkZheTMvaWxpYTNzSlRQZnprS3dQZ2hYY3lTTTRFK0xnenNGc2lXbzhtczJCclB4SHU3TmRqOXZyTDRUNUl1VlQ2TDhGb090a3E4M1J6d2NYV2dvRmlEMHpYSk00VkN3YlRSZDFLaUtXUGZxWFQrL2RWMjV2NXpJSjR1OWh6L0s3T2FVYXNXNUh1MVFMZUxveTAyU2dVSmFXcmUvSG9YN3o5NWwybkpaSWxHUjJXYlJKZHFqUWx6dmNGQWNXbmwwM090ckt5d3Mya1pid2VYN1RRdUU0enVMaldqaENqMzFvaHdZK0pxMDVrbXVjdm1qYURYNjlteFl3Y3FsWW8rZmZwWTFOZGdNS0RWYWxHcFZOVnVCcURUR1Y5M1ZhcjZKUVAxZWoxRlJVVTRPRGlnVUNpcWJGZGFXb3BTcWNUYXVtWHZDUDNlK3BOc09abEJ5dHhodU5qWC9uYzd2bjg3Um5UM0ozcmVMdTdwMnBwcHcwSnVZSlNpTWJTTWR5cEMzS0pzcktHakI4Um4xYjVQc2M1WUc2dTkrNDJMUzVoVFdsdHhad2NQN3V6Z3djdjNkZ2JnWkdvZVI1TFVIRTdLWVUvQ1pZNGs1VkNpdFNBRDJZSnB5dlFrWmhXUm1GVUVYSzZ5bmErTExXMnYxTlh5Y0xUQjNkRUdUeWZqZHcvSHE4YzhycHozY2JreGRZMUV3ekFZREh5eStpQjVSUnBDQXowWWRtZjdDbTBldnp1VWJjY3ZzSHJIR2U3cTBvYlFRTThHamVIdWlBQThuTzF4c2xQaDdHQ0RrNzBLRndkYlBKenQ4SEZ6TUV0VVZVWnByZUNOZi9UaTMxOXR4MXFod0ZwaFJWNWhLZXZmanE2MGZXR0pGbnNiSllycnJpVHNPSkhLZjFjZE1EdG1aNlBrdlhIOWVQN3pMUnovSzVPWjMrOWx4dU45VUNpc21EaDNNK25aVmU5OGVpWWxoL3Ruckt2MG5FcXA0TGYzSHFyMmNUVVhQeDlPNVlGSVA1bFZJc1ExZ3J3Y2VhSmZXK1p0UHN1VUlaMXVpZWZIanovK3lPTEZpM0YyZG1iUm9rVjRldGIrYjBWY1hCeFRwMDVsd1lJRmRPalFvY3AyLy8zdmY3bHc0UUtmZi81NXZXSTlmLzQ4Ly96blA1ay9mejZob2FHVnR0SHI5Yno4OHN0NGVIancrdXV2MXl0WmR2YnNXWktTa2lvOTE3dDNiOUxTMHREcGROV09vVktwQ0E0T3JuTU1WWGx2L1VuUzFTVnNtUlpWcC83dWpqWnNuejZRWjVjZDR2MWY0bmx0ZU9XL1Q5RThTZUpLaUdhdWk2OWxpU3N3Rm1tWHhGWGpDdk4zSWN6ZmhjZjZYSzIxY3pSSnpmNi9zam1hckdiMzJhd1dWL1M5b1YzS0srVlNYcWxGZlp6dGxMZzdYRTFtbFgvM2RMTEJ4VjZGaTcwS1p6dmxsZHRLbk8yTTM4dlBPZGkwN0N1ZGplbTdMZkhzUHBtR3JjcWFseDdxVWVtVjV3QWZGeDZOQ21IRmxuaG0vYkNQLzAzK0c2Nk9EWmVRbkRROHNrN2o3VHlSd3FrTDJReSt2UzF0ZlYxNWYzeC9iRlhXSkY3TTVkWEZmeko2UUFpakJuU3UwTytEbGZ1NXBDN2k5VWQ3MGNiNzZzNFpLdXZLcjdwN3V0Z3pjMXcvcGl6WXl1NlRhWHk3NVNSakI0WFR2YU12MmZrbEZkcVhhSFFjVHNqQXlWNUYxM2FWTDUxUVZuRmZ6VTFpVmlHSldVVzg4UGRPalIyS0VFMU8rYXlyS1N1T05HcXRxd1VMRnJCaHc0WjZqYkZtelpwcUV6ZC8vZlVYeTVjdng5L2ZuL1QwZEQ3NjZDTSsrT0NEYW1kUHFkVnFNaktNT3l4ZnVIQUJnS1NrSk1yS3FpN3prSitmVDJscEtXZk9uREVkNjlTcEUwVkZSU3hidHF6U1BoMDZkT0R1dSsrbXFLZ0lGeGVYS21NcUtDakExdGJXOURnVkNnWGp4NC9uelRmZjVKMTMzdUhOTjk4a1B6K2YwYU5IVnhuZnRUcDI3R2hLc0czWnNvV05HemNTRUJCZ09xL1Q2VWhJU0dEaHdvVk1uejRkdGJyNjNaOThmSHhZc1dKRnJlNjd0cmFjekRCKzFURnBkYTB2eG5Xbi84eXQ5TzNrUmYvT3NteXdwWkRFbFJETm5Mc2R0SGFDOUlMYTkwa3ZnRXVGNEN1MWE1dVVpTFp1RlhiOTJYMzJNZ2ZPWjdQL1hEWUh6bWR6OXBJRi85Q2lndndTSGZrbE9wS3ppK284aHB1RENoYzdGYzdsQ2EwcmlTNW5leVV1ZGxjU1hMYldPTmdvY2JDeE50MjJ0N0UyL214ampZT3Rzc0x0VzluK1Ura3MvejBPZ0NranV0UFd0K3JkZ2NZT0N1ZjQrVXhpejJmeHh2SmRmUFIwLzBxWHV1VVdsdkx3dStzckhKLzF3ejVtL2JBUG9NR0tsdTg3bGM3L0hVd2tOTkNUdHI2dXBpV09yVDBjY2JLM1lkSEc0L2k2T3pDZzY5VVBDdnRQcGJQN1pCcXQzQjN3Y3EzOWpuOUJyVnlaOFhodmZ0NXpqb2V1MUw5NllVVDNTdHRlekM1Z3pFY2JhZVBsek50ais5YmpFVFo5Nnc2bEFSQXRSUnlGcUNESXk1RVowV0c4dmU0a1VTRStqYmJycGxhcnBhU2toR0hEaHBrdVRxU25wM1Bnd0FINjl1MkxwNmNuZXIyZVgzLzlsZURnWU1MQ3JtN0VFUnNieS9uejV5dGRGbDN1OHVYTHpKZ3hBNVZLeGN5Wk05bTJiUnZMbGkxanhZb1ZQUDc0NDFYMjI3SmxDMTk4OFlYWnNmZmZmNzlXajJueTVNbW0yekV4TWVqMWV0TFNqSzlIQ1FrSktCUUsycmMzemlEMjhQQmcvLzc5dlBYV1c2eGN1UklQRDQ4SzQ1V1ZsVEZpeEFpbVRwM0t2ZmZlYXpvZUdSbkp6Smt6ZWYzMTE0bUppZUh1dSsvbTJXZWZyVEcralJzM1ZqZ1dHaHBxOXZpeXM3Tk5TYkNWSzFlYWZzZm56cDFqOHVUSmZQYlpaMmF6ejZwTEF0WlY5THhkcE13ZDFtRGpyWHVoTDhHdi9FYjI1NVhQZUJiTmp5U3VoR2dCd24wc1Mxd0JITDhFZ3l1dXhCRk5USitPbnZUcGVIV0tlMkdwanFQSmFtSXY1SEw4UWk0blVuSTVrcVNtb0xUNmFkMmk0YWlMdEtpTExOak9zNWJzVmVWSkx1c3JTUzRsVHJaS2JKUUtiRlVLYkt3VlYyOHJqVC9icXF5Tng1UlhqaWtWMkNxdHI3bHQvdDNGWG9WU1lZWDFsUytsdGNKMDI5cktDcVgxTmVldWFWZmU5a1lrMkdMUFovTHVkM3N4R0dCNHJ3NE11cjF0dGUwVkNpdW1QM0luejh5TElUNzVNcTk4dFoyWjQvcmg3R0ErVTBxcHNLSkhwNnVGVzVNejhzaFFGOUcrdFNzZXpzWkVVYUNQTXplU283ME5yLytqRjg5OTlnY2YvM1NRUUc5bjJyVjJRNnNyNDMvcmp3RHc3NUYzV0Z4aktqTFlsOGhnWXcyOUxNVDRTd0FBSUFCSlJFRlUvQ0lOK2lvK3lCVVVHLytmbHVrTjVCWldQVHZSM2tacHFwZlZYQzNmbVVpM0FGZlpUVkNJS3J3MUlweHQ4WmxNL2U0b1FWNk9SSVUyM2t5VVo1OTlGaHNiNDlMcjdkdTNjK0RBQVVhT0hFbDRlRGdhallaZmYvMlY3dDI3OC9UVFQ1djZmUHJwcDV3L2Y3N0tNZlB5OG5qMTFWZTVlUEVpLy9uUGYvRDM5K2ZSUngvbDJMRmpMRisrSEZ0YlcwYU9IRmxwMy92dnY1OTc3cmtIZ0pNblR6SnQyalRtelp0SHUzYnRxcnkvMmJObms1S1N3cHc1Yzh5T096azU4ZDU3N3dFd1ljSUU3cnZ2UHFLanJ5WlBkdTNhVmNOdngxeGhZU0ZqeG94aHdvUUozSFBQUGF4Y3VSSjdlK1Bmc0FjZmZMREcvc2VPSFNNejA3ek9ZbloyTmx1M2JqVzdqM0xYem5hK2VQRWlBRzNidHIyaHRiWEdMZHJQL01jamExM1Q2b3MvempIcDY4UEVmekNVa05hVi94MzNjTExobzlGZGVYcnhRYjU2cWtkRGhpc2FpU1N1aEdnQjJydURnd29zK1N4OVBnY0t0ZURZOGtzZHRDaU90a3I2ZHZTaWIwY3ZzK1BKbDRzNGZpSDNTa0pMVFd4S0xxZlQ4OUhwcTc0eUtacVdZbTBaeGRxeWFxcDZOUjJER21pY3VNUXNwaS9kUVltbWpOdURmWGgyV08wS3JudTVPdkRCVS8xNTlhdnR4Q2RuTS9sL2YvRFdtRDYwYjMxMXhxS2p2UTN2ajcvTDlQUFVCVnZKVUJmeHlJQVFCa1lFVmpac2c5THF5dENWNlduajVjVEkvcDNZZlRJZHJLd29MdFh5NDUrblNjOHU1TjQ3MnRIUjM0M2lVaTFLYXdVcXBlVWZESjc0NzIva0YxZi80bjgyTmFmUzJXZmxubnNna3Z0N04zeTlrcHRGWGFUbGFMS2FPZitJYU94UWhHalMxazNwUzlTc3JRejhZQnR6SDR2Z2hiOTNiT3lRVE12eDZsTzM2ZUxGaTd6NTVwc2tKU1h4cjMvOWk2Z280M0l6aFVMQmpCa3ptRFp0R2dzWExxUzR1SmpISDMrOHdsSjBwVktKVW1uOFdHeHJhN3dJTW12V3JHcGp5czdPeHQvZjM1UkV1dDdseTVkSlRFemtqanZxdHpUVFlEQ1lsaVVDVmQ2ZkpTNWR1c1NhTld0TVAxOWIweW9qSTRQdnZ2c09nTVRFUkZRcWxkbHNORGMzTjhhTkcxZnZHTXFkU0ZHVG1sTmM2MW1BQ1pjSytQY1B4MnJWOXVrQjdmbCs3d1ZPcGVVUjR1ZFNjd2ZScEVuaVNvZ1dJdHdiRHFSWjF1ZjRSZWdkVUhNNzBmUUZlam9RNk9uQXNJaldwbVBhTWoxeEtYbkVwaGlUV2VXSnJmVGNpclZ3aExqWmRwOU01WU9WK3luUmxORWx5SXUzeC9hMUtISFQwZCtkVDU0WnlDdGZiU2M5dTVCL2ZmWUhqOThkeHFnQm5TdlViVklYbEJDWGRMVVlvRlpYVnFja2tTVVdiRGpHK2ozbnpJNU5uTHZaN09mZjlwL250LzNHR1FUMzkrN0Fjdy9jWHVsWWkzNDdUa3FXK1U2Y3I0NjZBd2M3RlVONnRLUDR5b3hMdmNHQXdvSWxIR2RTY3ppYm1tTzJlMk56TkhlVHNjYU1MQk1Vb25wdURpcTJUUi9JbEJWSG1MTGlLRWVUMU14NUxLSlJDN2FYbEJqZms1UW5qQ3gxN05neDNubm5IZkx5OG5qMjJXZDU0SUVIek00N09qcnl3UWNmOE9xcnIvTE5OOTl3N05neHBrMmJocmQzOVRQT2hnMGJocSt2YjVYbjE2OWZiMG9tVldiSGpoMzQrL3ZqNTlmd3Iwc1hMbHlnb0tEcXBSYXRXclhDM2IzcVlyYlZMUlZVcTlWczJMQ0JaNTU1aHFDZ0lGTVNFQ0ErUHA3RGh3ODNhT0lxTGpVZkQ4ZnFOejRwVjZZM01IYmhmanlkYkNtc1pja0hkd2NWSjFJbGNkVVNTT0pLaUJZaXpBY09wb0VsODJ2aXM2Q0hQNmhhUm0xZWNSMlZ0ZUthdWxsWGwxL2xGV3M1bFo3UG1ZdmxYd1djdVpqUDJZc0ZzdVJRM0hBR2c0RnYvNGpuNnlzMXJVSUNQSGp2aWI0V0w1Y0RZNzJuT2Y4Y3lKdGY3eVk1STQrbG0wK3c2VkFpLzd5dks3M0QvRTN0dGgyL1FQbHF1bFU3enJCMjkxbG1UNHlxa0x4NmVlRzJDanY4VmVlVmtYZlF3Yyt0MmphOVEvMXdyZVpOZVc2aGhqM3gxVjkxT0g0K2sxTVhzczJPYWN1TXU1QStjOS9WV1dxZnJUOUNRcHFhc1lQQ1RFc0pBWTZleStCSVFnYTlRbHViN2NUNDJmb2puRTNOcVhHM3hLWk1YYVJsM3VhelBOR3ZyU3dURktJVzNCeFVMSnR3QnhHQjdrejk3aWpyRHFjeVpVaW5SbnNPbFM5VGMzUzA3TDVMUzB2NTl0dHYrZkhISDdHeHNXSEdqQm4wNjlmUE5PYTBhZFBvM3IwNzQ4YU53OUhSa1U4KytZVDU4K2V6YWRNbUpreVl3SWdSSTNqd3dRZHhkcTU4cVZsd2NEQnQyMWE5ZEgzNzl1Mm1ndTZWK2YzMzN3a0xDek10MDFNb0ZHYTdHMnExV2pRYURWcXQxdXhudmI3bUhhYS8vUEpMOXUzYlYrWDV5Wk1ubXkxUHZON2h3NGNaUG55NDZlZks2b2JkZDk5OTJOdmI4OWhqanpGcDBpVDY5dTJMalkwTjhmSHhOY1puaVNOSk9VUzJyZDJPVVIvOGVvcDBkVEZ2alFobi9PSUROWGNBYmc5eTUzQmlEZy8zYkZPZk1FVVRJSWtySVZvSVcyc0k5b0N6MlRXM0xhZlRRM3dtZEszNmdwSm9nVnpzVmR6UjNvTTcybGNzQ3BxdUxya21vWFUxcWZWWFJpR2FzcHJmVEFsUmsvd2lEWnNQR1djWjlRdjNaOHFEM1ZFb2pFdm82c0xIellFdm5odkVrazJ4ck5sMWxzdDV4Ymc1MlptMTJiRHZyNnYzWDZ6aFluWWhjOVljNHBWUjVrczRFaS9sV1hUZnhacWFFNzJQRGd3eFN4WmRMejc1Y28ySnEzZWY2SXRXWjN6K3ZiRjhKK2ZTSys0NHF0ZnJLZFdXRVplVXhTdGYvVWxZVzAvRy9DMk1IcDFhY1NJeGkrKzJ4dVB1WkdzV1MvbE9oSTYyemZQdG9McEl5OEQzdDJFd3dCVFpUVkFJaTB3WjBwR29FRy9tYmo3RFcydmplR3R0SE9QNkJSSGQzWjhCSWQ0M2JSWldWbFlXVmxaV3VMcFd2U25IOVk0ZlA4N0hIMzlNZW5vNmJkcTA0YzAzM3pTclI2WFQ2VGgxNnBUWmpDa2JHeHRlZnZsbHVuVHB3b0lGQy9qMjIyOVpzMllOUzVjdXJiUkkrbXV2dlZaakhCMDdWcjdVTWo0K250T25UM1A2OUdsaVltSUFjSFoyTmx1ZWQzMngrSmRlZXFuRys3dFdaR1Frenp6elRJWGp6ei8vZkxYOWxFb2xYYnAwTWV1Ymw1ZkhtMisrV2VsdXZzWEZ4ZFh1cmxoZlI1UFZ0WHI5UHBxazV0MmZUN0xwMy8zSnpLLzlqdEtSYmQyWXZ6bWhQaUdLSnFKNXZsTVJRbFRxTmwvTEVsY0FzWmVNL1JwK2Z4RFJITFYyczZPMW14MERRc3luME9zTkJsSnppa25NTE9KOFp1R1ZyZWNMVGJkVHNvdWxucGFvRlJkSFcyWStlUmZiamw5Z3pOL0NHRFh6RjlRRnRYOFRlcjBoM1lONGVXUlAvamtzZ2o1aGZ1UVhhODJTTTBmUFpaQjRLUTlIT3hXRkpWb2V2enVVMVR2UEVuTTRpZEJBRDRiM3VscmJhZlViOStQaWFMNWNwWHgzd3JhK0xudzFkVWlkNDZ5UGF4TnhsUzF4ekNzc1JWMVl5b3NQOVNDNlR6QmZiampHNFlRTTN2eDZGMHRmR25yMTlmMjZGL3FPL3U2VWFzdndjblc0Y2NIZkFFZVQxR3cvbmNteUhZbWN6eXhrMjJ0UkZYWmtGVUxVTEtLdEc4c20zTUZiSThKWnRpT1J1WnZPc214bklnQkJYZzVFaGZnWVoyNEhYbjErdWRxckd2VDVscGlZaUkrUGowVTFyb3FMaTdsMDZSSWpSNDVrM0xoeHBrTHZ0VEYwNkZCNjllckZWMTk5UlZsWldhVkpLNEJQUHZtazJ1THNjK2ZPTmUwZWVMMlZLMWNDTUhqd1lNYU9IY3VCQXdkWXVuUXBBSjA3ZDJiNjlPbW10cGN1WFdMeDRzV01HemNPUHo4L0RBWkRyWFkwZEhSME5OdnByMXhseWFkeWhZV0ZQUHp3d3hXTysvcjY4djMzM3dOWEM3S1hNeGdNMVk1WlgwZVQxV2IvdnlwVHF0WHorSmY3bVBTM0Rnd0k4ZWFuQXltMUhqOHkwSjBqeVRuMURWTTBBWks0RXFJRjhYSUFid2ZJck4yeWI4QllvUDJ2SE9oUXUxbTY0aGFsc0xJaXdNT0JBQThIN3Vyc1ZlRjhtZDVBU25aeHBVbXQ4NW1GcE9ZVUkza3RVUzdReDRXeGc4SUJDUFp6Tjl2eFRxc3JJL0ZTSGdvcjZPQlg5UXVUdXFDRXpOeGk3SytaTGRTMXZVK0ZkdVZMRXFPNkJyQmgvMS9ZS0sxNS9SKzllSForREYvOGVveHU3WDBvdVRKenlyYVo3cXkzWU1NeC9qaVN4SDEzZG1Ec29EQStmSG9BQjA2bms2RXV4dGZkMGJTc1VIbmRoNDlIb2tJYVBCYkZ1RlZVczF0OUF6R0F3WW91YlZ3a2FTVkVBd2p5Y3VTdEVlR21uUWVQSnF2WkZwL0IxdmdNVXlMcmVtNE9LbksrcUhvNVdtMWN2bnlaWThlT01YRGdRTk14cXl0MStxNHRHSDY5TysrOGs2VkxsOWE1ZnBTYm14c3Z2L3d5ZXIwZXZWN1BsaTFiVE9kU1VveEprZGpZV0M1ZHVsVGxHSm1abWVUbjUvUDc3NytianJWcjE0N1MwbEoyN2RxRms1TVQ5dmIydEdyVnltdzJtWmVYbDlualBYZnVISXNYTCtiMjIyOG5ORFFVQUI4ZkgvejlyeTUzYnlqdnZmY2VCdzhlckxiTnJGbXp6SDR1TGk1dWtJTHc5VEg5cDFqSzlBWm1qYnl0VWVNUWpVc1NWMEswTUYxOFlXdlZ1d1ZYNm5DYUpLNUUvVmdyckdqcjVVQmJMd2VnWXNIVE1yMkJOSFV4S2RuRnBPYVVmeThpSmZ2cXNkU2NZbG1PZUF1NmR1Yy9NTzZBTituVDMvSDNjdWJ6NTZyZXYzRFZuNmRaK050eDdHeXFUamJ0UDVWTzdQa3NlblpxUlN1UHEvVlRBbjFjR0Qva05yWWR2NENkalpLQ1lpMHFwUUxiT3RUWnFzbWlqY2R4cnFhR1ZINnhwdDczY2U4ZDdVbkt5T09YdmVmNC9VZ1Nqd3dJNGFGK0hVMlBwend4WjNNVEVuT3YzaHZDbm9Tc21odldnMEpoeGFIemFncEtkYmpKMXJoQ05LaW9VRytpUXIyWk11VHFNcmh0OFptbTIrb2lUYTFteWRTa3JLeU1qei8rbUxLeU11Njk5MTdUY1pWS2haZVhGNXMzYjBhbFVtRnJhNHRlcjZlNHVOaXNmME1VUFZjb0ZHaTFXdE5zcUhKdWJtNHNYYm9VUjBmSENyVzM5SG85V1ZsWjJOblo0ZUxpWXRaMytQRGhhRFFhdW5idGlwT1RVNlgzK2NNUFA1Q1hsOGZFaVJPcmpPdllzV1BzMjdlUHA1NTZxaDZQcnFJWFgzelI3UGU0YWRNbTl1M2J4NXR2dm1rNlZsNXpESXpKdWVwbXBUV0VpRUEzamlhckdlcldxdEx6ZjU3T1pONm1zL3p5WWo4S1NuUVVsT2pJTHpiK1RWTVhhc2d0MHVKYXpiTFdJOGs1UkFiS2g1eVdRQkpYUXJRd0hkeGhkektVV3JBY1BhY0VrdFFnRjYzRmpXS3R1RHBqcXpxWithVlhrbGxGMXlTNGlrbTVrdVJLelNrbXYwUUt5TGRrV2JuR0thUGVydFZmNGRYb2pDOXlkcXJLMzhxVWFuUjgrdk5oQUVaSGRTWSsyWHdkOVlQOU92SkFuMkFVVmxCWW9zWGRxVzQ3V3RYazlJVnNESUJXcDBkcHJVQnByVUNySzZOTWI4QkdxVUNoVUdCbm8wUmxYZmVsR0YyQ3ZQamY1TDhSY3ppSkx6Y2NZK25tRXdUNXV0QW4zSGpGUHFmQVdNdksyZjdHSjNuZUgzVnpyb2dmVFZJVDlmNDJubHgwZ0sydlJkWGNRUWhSWjFHaDVoZWtvcnZYYnpaUVhsNGVuM3p5Q1FjUEh1UysrKzdqdHR2TVh6ZW1UcDNLcDU5K3lnOC8vQUNBblowZGd3Y1BydGQ5VmtXbFVyRml4UXJUejJscGFiejExbHUwYnQyYWQ5NTVCemMzTjFhdFdzWDMzMzl2cWxHMWN1Vkt2dm5tR3g1NTVCR3pJdWRnVEd6ZGM4ODkvTzkvLzZ2MC9oSVNFc2pKcVg3cFdrSkNnbGtDcVNxVzFwN3k5dlptL2ZyMWZQZmRkL3p3d3crNHVibGhZMk5EWUdDZ3FjMlpNMmRNdDQ4ZVBRb1laNG5kS0tiRVZkZktFMWUvSFV1bnpHRGczdGs3S3B6ci9lNFcrbmIwWk9mcmQxYzUvcEVrTlpIeUFhZEZrTVNWRUMyTXdzcTR3K0NSZE12NkhVcVh4SlZvZk43T3RuZzcyMWI3SmlPM1NFdHFUakVYYzB1NFhLQWh1MUJEVHVIVjcxZHZhOGt1MEpCVHBKRmtWek5TWG5nOHFGWDFoWHBMdGNZMzdQWlZGQlkvbEhDSml6bEYzQjdzUTdmMlBoVVNWMVpXVmlpdHJiaVliZHhTL1ByYVZ2VVZFdUJCUWJHR0p3WjNZZmZKVkw3Y2NKeVhIKzdCM3lMYjh1blBoMW0vNXh6L20vdzMycld1K3d1dndXQXd6YVlDdUt1TFA5M2FleE56T0luSVlCOVR3ZnZrakh6QVdDdXJzaUw0U210RnBiV3ptakpqYlo2ZWpKaS9tMlU3RWhsM1YxQmpoeVNFcUtWRml4Wng0TUFCQmc4ZVhHa3g4VHZ1dUlOdnZ2a0dyVmFMVHFmRHlzcUtSWXNXM2ZDNGR1M2F4WC8vKzE4aUlpSjQ3YlhYc0xVMS9sMG9LeXN6N2Y0SE1IcjBhRnExYXNXSEgzN0l3WU1IbVRoeG9tbHBuMEtod051NzRzenpoclp6NTA2R0RoMXFjYis4dkR6YzNLNyszVWxJU0RBbDMxcTNiczNjdVhQNThNTVBVU3FWckY2OUdvQkpreWJ4NnF1dmN1ZWRkMWE3MDJKZDNON1duWjhPVmwyejZ1a0I3UmtVYnI2TDFJN1RXYnp6ODBtV1BOV1Qyd0txZjY5d0tER0hmL1FLckxhTmFCNGtjU1ZFQzlTbERvbXJyQ0pJem9YQTJtL3FJa1NqY0hWUTRlcWdJc3pmeGFKK21mbWx4cVJXZ1lhY29xdEpyUnhUd2t0ci9GNmtRVjJrTlIwcktKV2sxODEwOUp4eGUvSE9iYXBmbWxDZXNMR3JZbmxmajQ2dDhIQzJZOUx3aUdySEtVOW9CZnMxYk9aKzhPMUJETDdkbUV6NTYwb3lMdENuNnYreko4NW5zbmpUQ1o0ZVd2c1pTNWR5Q2huejBjWkt6eTJQaWF0dzdQblB0MVRTRXY0eE1KUW5oM1NwOWYwMkZkSGQvZWtXNE1xOHpXY2xjU1ZFTS9LdmYvMkx2bjM3MHI5Ly8ycmJxVlFxaTRxMjExVkNRZ0lMRnk3azZOR2pEQjgrbkUyYk5wa1ZNZGZwZE9oMHVncXpxKzY4ODA2U2s1TVpOMjRjZDk1NUo0ODg4Z2hkdXR5YzE5SU9IVHB3MzMzM1ZYcnUraGxzMTBwSlNTRW5KNGVDQXVORkd6OC9QeVpQbmd3WVo3WTVPRGpRcFVzWFB2NzRZeTVjdU1EczJiTlp2WG8xTDczMEVvOCsraWhqeDQ1dDBNY1I1dTlDM3A5Vjd5b2M3T3RFc0svNXNrdDFrYkY5NzQ2ZWhMUjJyblo4ZGFHVzhEYVd2VjhVVFpNa3JvUm9nZXlWME1rVHpseTJyTi9CTkVsY2laYXJmRFpYWFdUbWw2SXUxSnFTV3RrRnhtU1h1a2hybHZ4U0Yya3BLTkZScENtaldGTkdrY1o0dS94TmxxaGVSazRoc1lsWktLeWdaNmZLbHcyVUt5d3gvazd0cTBoYzJhaXMrZStFQWRVbWl3Qk9KaHRmS01QYjNwaWxFT3FDRW5hY1NNWGR5WllPcmF0K2dTM1JsbkVpTVl0ejZlcHFhMkpkeTg1R1NaK3c2dXU4cEdjWGN2NWlMcDR1OW5SdVUzbWRqN2EremZkTi9aUWhuWGp5cXdNY1RWSkxrWFlobWdsYlc5c2FrMVkzUzBsSkNlKzg4dzRxbFlyWnMyY1RFaEpTSWJZdFc3WVFFeFBEZSsrOVozYmMxOWNYVDA5UFZxOWV6ZXJWcTlIcnpldDAvdnJycjJ6Y3VCRzlYbytEUThQdDNqcG8wQ0NzcmEyNTY2NjdhbTU4blZPblRxRldxL25nZ3c4SURRM0Z3Y0dCbmoxN0FxRFZhdG15WlF0ZmYvMDFtWm1aL09jLy82RnIxNjUwN2RxVk5Xdlc4T1dYWDNMOCtIRmVmLzMxQnF0NzFhV05LMzd1OWl6NTh6emorMWU5aTJOZExOejZGeDE4SFFscDNYei94b21ySkhFbFJBdlZ3dy9PWGdaTE5uZktLb0lMZVJBZ3IrOUNtS2xQMHV0YWxTVzFqTGZMS0NxOTdtZU5qaEt0SHExT1Q1bmVRSm5CWVB4KzNaZE9yNi8wK05YelYyOFhhOHJNZnRhVm1ZK3RLNnU4WC9uOWxHaHZiUEg4NzdlZFFxODMwRHZVRDJlSDZwTTNCY1hHeEZWMXhkbHJTbHJwOVFiMnhCdTNNdzl2NjJsaHREVXIwZWo0OE1mOWxHaDBqQjBVWnRwU1hIRmwxeXlON3VydjgwS21jVG1mbDR1OWFSbGtUZHljN0hpb1h5ZTZ0cTk4V1VwaHNZYm52ekRPc3VvVDVzZnowYmZYK2JFMFZkSGQvWG55cXdPc081d3FpU3NobW9telo4OWFQSk1xTnpmM2hzUmlaMmZIbkRsemNIVjFSYWswZmpUdTFxMmJXWnY0K0hpc3JhMHJIQy8zeUNPUE1ITGtTS3l0emY4ZTllelprMkhEaGhFWEY4ZUdEUnRNeHcwR2c2aysxYlhmYTF1ektpcXE5blg5OHZQenNiRXgvajA5ZCs0Y3FhbXB2UEhHR3l4ZXZKakRodytiTGYyTGpZM2xvNDgrSWpJeWtuZmZmWmVBZ0FEVHVRY2ZmSkIyN2RxeFlNR0NDb1h5NjJ2SjB6MXhmM1lkSTdyNzQrNVk4NFdiaDN1MndiQjhaTFZ0TXZOSytjL3FXREwvOTBCRGhTa2FtU1N1aEdpaG5HeWdreGVjdG5CenA4TnBrcmdTNGtaeHNsUGlaTmY4Ly9RT0hyeXd3Y2ZjRzUvR3IvditBdUNScU00MXRzL0tNNzV4ZHFybDdLVEs3RDZaeXFXY0lnSjluR2xYUTAwdFN4MDRuYzVudnh3bE5hdUFQbUYrUE5TdmsrbWN0NnZ4eXZ0L2Z6cEFhSUFIR3AyZTNTZlRVQ2lzQ0d2cnlaR0VqQnJIMStySytITERNVmJ2UE1PR2R4K3NVS01xTzYrWXQ3N2RZNnB2OWN2ZWN5U2s1VEJwV0FRaGdRMmZwR3NzYmc0cXVnVzRHbmM5RzlIWTBRZ2hhbVBLbENtTkhZSVpUMDlQeG93WlEzNStmcVhuTlJvTldxMlc2T2pvS3NkNDl0bG5HVEpraU5reFgxOWZldlhxaFplWEZ6cmQxYklEc2JHeEZlcFRUWjA2MWV6bnlNaElTeDhHWldWbExGdTJEQnNiRzFRcUZSa1pHY1RHeHBxV09IN3p6VGM0T3p2VHIxOC93c1BEbVQ5L1BydDM3K2FKSjU0Z1BEd2NUMDlQb3FPajhmWDE1Y2lSSXh3NWNzU1VaTlBwZEdnMEd1NjQ0dzUrL3ZsblJvOGVqYWRudy8wdFdmZENYNkxuN1dMNzlJRU5NbDcwL0Yyc2U3NXZnNHdsbW9ibS8rNVpDRkdsN3EzaFRKWmxzNjR1RlVKS0hzaHljQ0hFelhJazRSS3pmdGdIUUhTZllNSnFXTGFYVzFqSytZdkdxKzkrbnBWdk9WNFR2VjdQajM4YWQwOTZxRjhucks3TWdxcXZmYWZTV2JJcGxyL1NjMUVwRll3WkZNYmpkNGVoVUZ3ZC81NmU3ZGg3S28yNHhDeVNMdVVCNE9WcXo3akJFYmc1MmFFck04N0VzcUppVE9yQ1VnQmUvSEliNmRtRnVEblpvdFhwVFltcnNqSTltdzRsOHRYRzQrUVhhL0gzY3VMWllkMzRZZHRwVGlSbThkem5XeGg4ZTF1ZUdub2JuaTdWNzl6WVhFU0YrakJ2ODluR0RrTUlVVXZ2dlBPT2FYWlRiYTFmdjU2OWUvZmVvSWpnaFJkZU1Fc3VXYXA5Ky9ZVnhpdWZnUlVjSEV4d2NEQUEwZEhSOU9yVnE5cXgxcTVkVzZjWXJLMnQyYjU5TytucHhrSzNTcVdTYnQyNjhkaGpqd0hHZWxidDJyVkRvVkRnNmVuSjIyKy96Ymx6NTlpMmJSdm56NThuSVNHQnZMdzhpb3VMMFdxMWxKV1ZZVEFZUDBWWVdWbGhiVzJOVXFuRXg4ZUhaNTk5dGs0eFZtVkFpRGYzZEczTnM4c084Y1c0N3ZVYWErS1NnNHpvN2svZlRqZHVOMFJ4ODBuaVNvZ1d6TWtHUXJ3ZzNzSlpWNGZTSkhFbGhMang5SG9EYTNhZFljbW1FMmgxZXJxMTl6WXJUcDZSVTRpOXJSSm5oNnZMTlBPTE5Iejgwd0cwT2ozdFdybldPZm55dzdiVHhDZGZ4czNKbHI5Rk5OeU9RKzE4WFNncTFYRi83dzZNNnQ4WlgzZkhDbTJjSFd6NDVKbUJHQXdHOUhvRFZsYVlsaEhxOVFiMm5qSis2UEJ5Tlg5czU5UFZYTW94YnBHZW5sMUkvOXZhOEh6MDdUallxY2dyTE9YM0k4bXMyMzJXOUd4am04Z09Qa3gvOUU3Y25PeTRNOFNQTFVlVFdMUXhscGpEU2V3NGtjb2pBem96c245bmJGVE5hMGZCNjBVRUdwY0lTcDBySVpxMjU1NTdqdWVlZTY1T2ZjdnJNTldHcTZzck1URXhGbzNmbzBjUFMwT3FWbFUxb0xwMDZWSmpBZmRCZ3dhWmJqczVPVm4wV0w3KyttdkFlSEhHeXNySzdLTE13dzgvYkZvMldLNURodzUwNk5DaDF1UGZTTk9HaGZEK0wvSDBuN21WZFMvMHhjUEpzaG5WbVhtbFJNL2Z4WWp1L3J4OFQ4MHp0MFh6SW9rcklWcTQ3bjV3K2pMb0xaaDJkYWtRMHZMQnIvcU5Pb1FRb2s3MGV1UFN1QlZiNGtsSVV3TndaMGhyM3ZoSEwyeXZLYmErL1BjNE5oOUt3bHBoaGIydEVxVzFBblZCcWVuOCtEcnVoRmRRck9IYkxTY0JtRHFpdTlsOTFwZVB1eVBmdkhKdnJkdFBuTGNaS3lzclZOWUtGQW9yTXRSRnFBdEtVVmpCSFozTkM5VEhYOGpHWUREVzlacjZZQS91Nk55S3JjY3VzRGMralVObkwxRjI1WVhleDgyQkp3YUg4L2Z1NWp2dDNSM1JsajVoL256N3gwbCsybkdHWlRGeGJEeDRuaG1QOTZHamYrV0YyNXNEVStJcVdSSlhRZ2dCVnkrR1hLdWhDcXJmU0s4TkQ2VnZKeStDWC9tTmowWjM1ZWtCN1d2dWhMRVErMzlXeDdMdStiNHkwNnFGa3NTVkVDMmNnd3BDdlNBdTA3SitlMVBnd2RBYkU1TVE0dFoyN0s5TTNsbXh4NVNFZVhwb1Z4N29FMXloWGJDZk8zL0dwcURSbHBtS3NWdFpHWStQSFJSR3I5RHFkOVNyaXBPOURlT0hkQ0V6dDVnKzRmNzFlaXoxWVdWbGhZdURMU2NTcjA2TFZTa1ZkR2p0eXRoQjRiUnZiWjZFdWFkbk94SXY1WEovcjJEYWVEdWoxWld4WWQ4NXpxVWJsMDJHQm5weWY2OE9ET3dXZ0xWMXhROHRZTnlKOE9sN3VqTDQ5cmJNLy9rSXlSbDV0UGFvT0N1c09TbFBWaVZtRlRaeUpFSUlJZXFyZjJkdnNqK1A1dW5GQi9sK1R6THVqamJjSHVST1pGczNJZ09ORjFtT0pPZHdKRW5Ob2NRY2NvdTB0UGR4bEVMc0xaeVZvWHpocWhDaXhTclN3bmV4bHMyNkFoamNBZHJKeFdzaHhIVUdEeDVNekFmVjcraFRrM1c3ejNJNXI1aVJkM1hHeGJIbUhSdjFldjJWV2s2S1NxOGsxMFZabWI3S0JNL05wdGNiS05QclVWb3JMS3EzbFhhNWdCMnhLVVIxQzZoMFdXSk5MbVlYMHFvQkVsZURwNjJ5ZUdsT1E0cDRmVE51RGpac20xNzczYmFFRUVJMGJhZlM4amlSbXNmaFJHT2k2a2h5RGdDUmdjWkVWdmNnZDhMOVhRanhreG9uTFozTXVCTGlGdUNnZ2pCdk9GSHpSbFZtOXFkQWtCdVZsQWNXUW9qNmllN1QwYUwyQ29VQ1c1dUdUVEkxbGFRVmdFSmhoVUpoZWEwcFAwOG5Sa2VGMVBsK0d5SnAxUlFFZVRseTdJSzZzY01RUWdqUmdFTDhqRW1waDN1MmFleFFSQ05yT3UvWWhCQTNWRVFyc0xZd0E1VmJDdkVXTGpFVVFnZ2hicmFJdG00a1poVTFkaGhDQ0NHRXVBRWtjU1hFTGNKQkJXRStsdmM3bEFZNmZjUEhJNFFRUWpTVUlDL2p6TEdqU1RMclNnZ2hoR2hwSkhFbHhDMGtzZzZ6cm9wMWNPelNqWWxIQ0NHRWFBamxpU3Qxa2JhUkl4RkNDQ0ZFUTVQRWxSQzNFRHNsZEtuRHJLdGpGNDBKTENHRUVLSXBpZ3IxQm1EYktRdUxPUW9oaEJDaXlaUEVsUkMzbUc2dFFHbmhNMStuTnk0WkZFSUlJWm9xVjN1VnpMZ1NRZ2doV2lCSlhBbHhpNm5yckt2NFRNalhOSHc4UWdnaFJFT0lDSFNUR2xkQ0NDRkVDeVNKS3lGdVFSRjFtSFZsQVBaZXVDSGhDQ0dFRVBVVzBkYU5ZeGNrY1NXRUVFSzBOSks0RXVJV1pHTU5rYTB0NzNkZURSY0xHajRlSVlRUW9yN2NISXhMQldXNW9CQkNDTkd5U09KS2lGdFVWMTl3VUZuZTc4OGs0K3dySVlRUW9pbUpDakd1ZzVmbGdrSUlJVVRMSW9rcklXNVIxbFp3aDcvbC9kUWxFQ2ViTmdraGhHaGlncndkQUVqTUttemtTSVFRUWdqUmtDUnhKY1F0cktNbnVOdFozdTlBS3BUb0dqNGVJVVR6MEMya2ZXT0hJSnFZcHZCL0lzakxFWkRFbFJCQ0NOSFNTT0pLaUZ1WUZkQTMwUEorV2ozc1RXbndjSVFRelVSK2NTbm4wbVU1bGpCS1NNMmhvTFJwWE0zb0Z1REt0dmpNeGc1RENDR0VFQTFJRWxkQzNPTDhuQ0hBeGZKK1p5NURabEhEeHlPRWFQbzZkQWptWEpva3JvUlJRcHFhNE9DT2pSMEdJRHNMQ2lHRUVDMlJKSzZFRVBTcHc2d3JnTzJKRFJ1SEVLSjVHRGhvQ0llVFpJdFJZWFFvcVlDQmZ4dmMyR0VBeGdMdDZpS3RMQmNVUWdnaFdoQkpYQWtoY0xXRmNHL0wrMlVYZzZ6SUVPTFcwN05uVCt3OEExbTcrNi9HRGtVMHNwOTJuTVdsVlh1NmQrL2UyS0VBRUJIb0Jzak9na0lJSVVSTElva3JJUVFBZDdRQk82WGwvZmFsZ3FhczRlTVJRalJ0VTE1OG1kTlpCdGJ1T3R2WW9ZaEdzbXJIYWM3bEtubnVoYW1OSFlwSlJOc3JpYXRrU1Z3SklZUVFMWVdWd1dBd05IWVFRb2ltNGV4bDJGcUg1WCtoM25CWEhaY2JDaUdhdDNtZi9KZml6RVFpMnJvUTdPZEdzTDk3WTRja2JxQ0UxQndTMHRRY09xL0dwWFV3ejAxNXFiRkRxaUJxMWpZQXRrMlBhdVJJaEJCQ0NORVFKSEVsaERDei9qUmNyRVBwbXVnUThIRnMrSGlFRUUzZmdRTUgyTDcxZHhMT25zWEozb2FDQ3VLbkFBQWdBRWxFUVZSajhlY2FPeVJ4QTBTRWRpQy9XRU53eDQ0TS9OdmZtOHp5d090TldYR1VlWnZQWWxnK3NyRkRFVUlJSVVRRGtNU1ZFTUtNdWdSV3hZR2xMd3d1dGpBcUhCUldOeVFzSVlRUW9sYldIVXBseFB6ZGJKMFdSVlJvSFFvNENpR0VFS0pKa1JwWFFnZ3piblp3bTYvbC9mSktqZld1aEJCQ2lNWVUzZDBmZ0hXSDVZK1NFRUlJMFJKSTRrb0lVVUVQUDNCUVdkNHY5aEpreUE3a1FnZ2hHdG1BenQ1c1B5WGIzZ29oaEJBdGdTU3VoQkFWS0JYUUo2QnVmYmVjQjUyK1llTVJRZ2doTEJIZDNaK2p5V29TcytScWloQkNDTkhjU2VKS0NGR3A5dTdnNTJ4NXY3eFMyQytyTTRRUVFqU2lxQkJqYmF0MWg5SWFPUkloaEJCQzFKY2tyb1FRVmVyZkZxenJVR3o5UkViZGRpWVVRZ2doR2tKRVd6ZTZCYml5ZkdkaVk0Y2loQkJDaUhwU05uWUFRb2lteThVV2V2ckQzaFRMKzI0NWI5eGxVQ25wY1NHRUVJMWd5cEJPUFBuVkFZNG1xWWxvNjliWTRRZ2hSSk4wSWlXWHVOUThqaVRsY0RSWnpkRmtOUUFSZ1c1RUJMcHhlMXQzd3Z4ZDZOTEd0WkVqRmJjeUs0UEJZT211OTBLSVc4emFlTWdzc3J4ZnVEZjBEV3o0ZUlRUVFvaWFxSXUwQkwyNGdlanVmaXliY0Vkamh5T0VFRTNPdUVYN1Njc3B3ZDFSUldSYmQxT3lDakFsc1E0bjVaQmJwTVhmM1o0bFQvZHM1SWpGclVvU1YwS0lHdVdWd285eG9LL0RxOFg5bmFHVlU4UEhKSVFRUXRSazNLTDlMTitaeFBuWjl4TGs1ZGpZNFFnaFJKT3c1V1FHMGZOMk1mL3hTTWJkRlZTclBrditQTTlMM3g5ajNRdDlHWENsanFBUU40c2tyb1FRdFhMc0V1eXJ3NUpCSnhzWUdRNHFXVElvaEJEaUppdWZkUlhaMW8ydHIwVTFkamhWdXJqcVJ3cmk0Z2grNiszR0RrVUkwY0s5dC80a1cwNW1zTzZGdnJqWXF5enFtMU9vSVhyZUx1N3AycHBwdzBKdVVJUkNWQ1FmSllVUXRkTFZGN3dkTE85WG9LbGJqU3doaEJDaXZ0d2NWQ3liMEpOdHB6S1p1K2xzWTRkVHBaS1VDK1Nmakx1cDkzbjU4bVV1WDc1YzVmbmMzRnhTVTFOcEt0ZTRDd3NMVWF2VkRUNXVlbm82Wjg4MjNmOGJMYzJxVmF0WXRXcFZZNGRScGViMnZMRFVlK3RQa3E0dVljdTBLSXVUVmdEdWpqWnNuejZRcEt4QzN2OGwvZ1pFS0VUbHBEaTdFS0pXcklDL3RhL2Jrc0g0VEdqdkR2N09OeVEwSVlRUW9rclIzZjBaME5tYnQ5ZkZNZTZ1SU53Y0xQK3cxbERVZTNiajFydFBoZU4yYlFKdzcxMTVuNEs0T0p6Q3d4czBqdHpjWE1hT0hjdDk5OTNIcEVtVEttM3o2cXV2b2xRcStkLy8vbGZsT0ttcHFYejk5ZGU4OE1JTE9EZ1lyMjVwTkJyT25UdFhxemlzcmEzcDFLbFRqZTNVYWpWUFB2a2tvYUdoekpvMXE4YjJCb09CMmJObjQrVGt4TVNKRTFFb3FyNVcvOTEzMzdGMzc5NG1uVXhwU2M2ZlAyKzZYVlpXUm1abXB0bDVSMGZqa3Q3Q3dzSksrM3Q2ZXFKU1ZmOGNqbzJOWmNhTUdYVHMySkVQUC95dzFyRTF0K2VGcGJhY3pEQitUYXYvN05NdnhuV24vOHl0OU8za1JmL09zbXhRM0hpU3VCSkMxSnFMTGZUd2cvMnBsdmZkOHBkeHlhQ2R2T29JSVlTNHlaWk43RW5FNnpFOHVXZy9hMS9vMjJoeHhFNTRDdThoUXdtWlBjZnNlS3VSb3lwdG43SjRFUW52dkUyUDN6WTFhUEpxN2RxMWFEUWFRa0pDaUk4M256WGg0ZUZCUmtZRzU4NmRZL1RvMFJYT0E3UnAwd1puWjJjU0VoTFlzbVVMR1JrWnZQLysrOWpaMlhIeDRrV2VmLzc1V3NYaDdPek1talZyYW16bjV1Wkc3OTY5aVltSllmZnUzZlRwVXpINWR6MHZMeTlXckZqQlgzLzl4UnR2dklHenMxdzlhMm95TXpNWk0yYU0yYkg3Nzc4ZmUzdDdWcTVjV1dtZkJRc1cwS0ZEaHlySFBIMzZOUC81ejM5d2QzZm44T0hEZlBiWloweWFOQWtySzZzYTQybHV6d3RMUmMvYlJjcmNZUTAyM3JvWCtoTDh5bTlrZng3ZFlHTUtVUldwY1NXRXNJZ0JXSE1TTGhkYjN0ZlBHWVkxL0FVa0lZUVFva1p6TjUxbDZuZEhHZGN2aUtVVEdtZG5ySUs0T0dJbmpDZHk1VS9ZQlFSUWN1RUNXVEdiS0lnekxoTjBDZy9IYS9BUTdBSUMwT1htc3JOck9DRWZmMUpsWXFzdU1qSXllUExKSjlGb05KV2VIekZpQkFrSkNjVEd4bFk1eGh0dnZFSC8vdjBCV0xkdUhaOTk5aG1Sa1pITW5Ea1RnT1RrNUJyaitQSEhIemx3NEVDdFA2Qm5aR1F3ZWZKa3hvNGR5L0RodzJ2Vlo5T21UWHp5eVNjRUJBU3dZTUVDbE1xS1Y4OW16NTR0TTY1dW9vOCsrZ2lBVjE1NWhZc1hMekptekJpV0xsMktwNmNuczJmUHh0WFZsYWVmZnByaVl1TWJ6YjE3OTdKdzRVS1dMRmtDZ0t1cks5YlcxcFdPdlgzN2RqNysrR09DZzRPWk5Xc1dmLzc1SjU5ODhnbDkrL2JscFpkZU1zM21xa3h6ZlY3VTFyaEYrNGtLOGFsVklYWmRtWUgrczdieTl5Nit2RFdpK29UNVY5di9ZbTlDTmw4OTFhT2hRaFdpVWpMM1FRaGhFU3ZnN3Zid1U1d3hpV1dKdEh3NGxBN2RXOStJeUlRUVFvaXFUUm5TRVRjSEZVOStkWUNqeVdxMnZoWjEwNWNOT29XSDAzdjNQblM1dVNTOC9SWXBTNzdDTVRRTTU3QXdBTkovL0pHRXQ5K2l6ZmluQ1o3eEZsRkpEVnNrVXEvWDgrR0hIK0xnNE1EaXhZdTVkT2tTdTNmdjVoLy8rSWVwemRhdFcxbTdkaTJ2dlBJS3Q5MTJHM1BtekdIVXFGRUVCd2ViMnBRdmZ3S0lqbzdtd29VTGJOdTJqWlNVRk5xMWExZnRqSmh5cnE2dVpqK1BHVE9teGhwV1pXVmxMRnk0a0lVTEYxYlpadno0OFl3WU1RS0FJVU9HNE9ycWlsNnZSNmxVOHRGSEg3Rmp4dzZ6OWhxTkJyMWVYMmt5YlA3OCtiUnIxNjdHeHlKcWxwU1VoRTZuSXo4L0g0Qno1ODVSVmxZR2dLMnRMZmIyOXFhRWxFNm40NGtubm1ENTh1WFkyOXVqVUNqdzhQQ29jbXlOUnNPeVpjdFl0V29WL2Z2M1orTEVpVmhaV1puKy9ULzQ0QU9lZWVZWnBrMmJScGN1WFNyMGI4clBpNFp3SWtWTmFrNXhyWkpXSmRveXhuNjVuejBKbC9sN0Y5OGEyejg5b0QzZjc3M0FxYlE4UXZ4Y0dpSmNJU29saVNzaGhNWGM3WXhMQmcra1dkNzNVQnEwZGpMT3ZoSkNDQ0Z1cHZJUGJrOStkWUNCNzI5cmxPUVZHSmNNRnB5TUkrS0hIeXZVdkZMdjJYMzEvTXFHblFYMHhSZGZjUHo0Y1Y1Ly9YVmF0V3JGeVpNbldiTm1EZjcrL3R4Ly8vMmtwS1N3Wk1rU3dzUERHVHg0TURxZERyMWV6Nnhacy9qMDAwL3g4L09yZE54Smt5WXhldlJvZkh4ODZoemIvZmZmYjVwbFV5NG1Kb2FDZ2dKVElxbzJ5bXNEYVRRYWJHeHM2TldybCtuYzNYZmZYYUYyMEpZdFcwaE1UR1Q4K1BFVnhxb3VXU0lzTTMzNmRMS3lzdERyOVFEczM3K2ZoeDU2Q0lDRWhBU3lzckxJeTh2RHljbUozTnhjU2twS2NIRnhRYWZUVlRwVHJ0eWhRNGVZUDM4K0dSa1pUSnc0a1ljZWVvaC8vdk9mdEduVGhqZmVlSU5ldlhyeHhSZGY4TzY3N3pKMTZsVDY5Ky9QK1BIajhmZjNONDNSbEo4WERTRXVOUjhQUjVzYTIrMDZtOFhrNVlkSnpDcENVZlBLU2hOM0J4VW5VaVZ4Slc0c1NWd0pJZW9rb2pYOGxWTzNKWU14NTJCVUY3Q1hWeUFoaEJBMzJiaTdnZ2p5Y2lSNjNpNGkzOWpNdUx2YThjTGZPOTYwQkZiaW5Oa1VuSXdqY3VWUGxkYXRjdXZkaDhpVlAzRms5TU9rTEY1RW02Y21OTWo5WHI1OG1ULysrSVBvNkdnR0RCZ0FHQk01OGZIeGJOMjZsV0hEaG1GbFpVV3JWcTE0K2VXWEFWQXFsY3lZTVlNNWMrWlV1VHdMak1XazYvdmhmT1RJa1JXT0hUNThHQnNiRzhhT0hXdlJXR3ZXckdIOSt2Vzg4Y1liWnJOY2V2VG9RWThlNWt1YXpwMDdSM3A2T3RIUlVxZm5SbHF4WWdWNnZaNkhIbnFJM3IxN201WUtybHExaXBreloySmxaWVZHbzhIUHp3KzFXbzJqb3lOS3BaS1NraEpzYlcwcmpIZml4QWxXckZqQndZTUhDUWtKNGUyMzN5WW95SmlZSGpkdUhETm16T0RiYjc5bHpKZ3h0RzdkbWs4Ly9aVFZxMWZ6elRmZnNIUG5UbnIxNnNXUUlVUG8yTEZqazM1ZU5JUWpTVGxFdG5XdnNWMzAzRjEwRDNKbjlmTjlDSDl0VTYzSHZ6M0luY09KT1R6Y3MwMTl3aFNpV3ZLeFVRaFJKMWJBb0E2dytpVG85SmIxTFMyRHpRa3d2RE1XWGRFUlFnZ2hHa0pVcURmYlhvdGl5b3FqdkxVMmpybWJ6akN1WHhBdkRPbElrRmZWZFhEcVFwZWJTMEg4U1p4Q3cxQzZ1cEsrNmtjQ25ucTYybUxyVHVIaEJEejFOQ2xMRmpkWTRzclQwNU41OCtiaDVPUkVlbm82SlNVbEZCY1gwN05uVDI2NzdUYTJidDFLU1VrSkF3Y09aT1BHamVUbDVabDlUWjQ4bVljZWVvaEhIMzBVZ0pVclYzTHExQ25UK0dQSGptM3daWFVsSlNYWTI5dGIzQzgwTkpUdnZ2dU81NTkvbm4vLys5OUVSZFYvRnpWUmZ5ZFBucVNnb0tEQzhhVkxsK0x0N2MzNzc3OFBHSGYzYzNOekE0eTdDMTVmbStyNzc3OW55WklsdUxtNThmenp6M1BmZmZlWjdSelpwMDhmb3FPajJidDNMNDg4OGdncWxRcHJhMnRHalJwRlZGUVUzM3p6RFRFeE1TUW5KN053NGNKbTk3eXcxTkZrTlZQK1huT1IyVCttUmRFMXdQS2xpcEZ0M1ppL09hRXVvUWxSYTVLNEVrTFVtYXN0OUEyRTdZbVc5NzFVQ0FkUzRVNjVPQ09FRUtJUlJMUjFZOXYwS0JLekNvM0pxODFubWJ2NUxGRWgzZ1I1T1JMazdVaEVvQnR1RGlxNlhmbGVGMGRHajZRdy9pUzIvdjcwM0xpWjB0UlUzSHIxcnJHZlc2L2VKTTZkZ3k0MzF6U0dZMmdZUGY5dmM1M2lBQWdJQ0dEbXpKbHMyN2F0d2ptRlFvRmVyNmRObXpZNE9qcWF2c3AzU25OMGRDUWtKTVRVdnFTa2hNTENRZ29MQ3psejVnekRodzgzZlVEZnNHRURDeFlzcURZV3JWWnJWaE9vTWdVRkJWaFpXZkhERHo5VTI4N0d4b1lISDN6UTlITm9hQ2p6NTgvbjFWZGZaZWJNbVhoNGVOQzFhOWRxeHhBMzN2Nzkrd0U0ZGVvVXExYXQ0cTY3N3FxMFhXNXVycW5XVTNaMnRpbUpWVzdvMEtIb2REb2VmdmhoaW9xS1dMZHVYWVV4UEQwOTZkKy9QNy84OG92Wjhlam9hRjU2NlNVZWYveHhpb3FLVUtsVXplNTVZYW1qeVdvaUF0MXFiRmVYcEJWQVpLQTdSNUp6NnRSWGlOcVN4SlVRb2w0NmUwSktMcHlydzkrclk1ZkF6d1VDWkVtOEVFS0lSaExrNWNpeUNYY3c5N0ZJNW00Nnc3YjRUTGJHWjVDMHM4aXMzWngvUkRCbFNFZUx4NzgyMFZTK2U2QWxkSGw1M0xab01TVXBGN0JyRTJCeC8rdE5tRENCMGFOSFkyOXZqNTJkSFhaMmR0amIyN04rL1hxKytPSUxsaTVkV3F0eG5uamlDUURpNCtONS92bm56YzVwdFZwS1Nrb1lOMjRjTmphVjE5Ylp2WHMzU1VsSjFkNUhmbjQrSlNVbHJGaXhvc28ycGFXbGVIaDRtQ1d1QVB6OC9KZzNieDRiTm15Z2E5ZXVKQ1Fra0paV3NUam5wVXVYMEdxMS9Qbm5uNVdPMzd0M2IxU3F1aVV0VisxUFlkUm5lK3JVdDZrTDkzZmh4S3doRnZYWnQyOGY3ZHExdzliV2xxKy8vaG9ySytPMCs4cHFYSjAvZjU1bm5ubUdqSXdNREFZRHp6enpEQUQvK3RlL3VPMjIyeGd6Wmd4ZzNLbnZ4eDkvclBHKzgvTHkwR3ExREI4K0hJVkNnYSt2ZWVIeDV2UzhFT0pXSklrcklVUzlEUWd5enFBcXFId0g0V3I5OFJjOEZBYk9OZGVNRkVJSUlXNFlOd2VWY2V2M2ErcUFKMllWa3BoWlJHSldJZEhkL2F2dVhFdmx5d05MVW1yZUxiQzhqVjFBZ05uMytpcGZkbFZjWEV4R1JnYkZ4Y1VVRlJWeDVzd1pEQVlEYTlldXBhaW9pTUxDUXRPNTh0dVBQdnBvaFJwUjFYbmdnUWR3Y25LcTlGeFlXQmlwcWFsVjlpMHNMS1NvcUlnUkkwWXdhZEtrS3R0Tm1qUUpqYWJ5TnlBZUhoNm1CTWV2di83S2hnMGJxaHpuM1hmZnJmVDRUei85Vk9lZDN2cDA5T1NkQjhNcDAxdTZEM1BUMTZtVlpidnNuRHAxaXV6c2JIcjI3QW5BaUJFaktDa3BBYWhRNDZwYnQyNm1KYUlMRnk2a1g3OStoRjNaZWRQYjI5dHMzTTZkTzljNEl5OGpJNE9ubm5xS3dZTUhWNW1FYkM3UGk3cUlDSFRqYUxLYW9XNnRHblRjY2tlU2M0Z01yTG1HbGhEMUlZa3JJVVM5S1JVd0pCald4b09sNzgwMFpiQXBBUjRNbFhwWFFnZ2htcFlnTDhjck5hKzhhMnhiVzYwZWVwaUxQNjJpMWNoUjFiWkxYL1VqclI1NnVNSHV0OXdycjd6Q21UTm5LaHhYS0JRWURBWisvdmxuSEJ3Y1RGLzI5dmI0K1BoZ2IyK1BpMHZEVFpFT0R3OG52Sm82WDJmUG5nV015eHVyVTFoWWlMdDc1UithaTRxSzJMTm5ELzM3OTJmeTVNbW1XVHNBT3AyT1NaTW1VVkJRd0lJRkM2cDhiSFdwc1ZYTzM5MmVOeDRJcTNQL2xtVDkrdlgwN2R2WGxHUzgrKzY3dVhqeEluQzF4dFdXTFZ1d3RiVWxMQ3lNc0xBd3pwdzVnMWFyNWVHSEg2NndHMlIxZHUvZVRmZnUzVTFGM2VmUG40K2pveU1USjA2c3NrOXplVjdVaFNseDFmVUdKYTZTMUVTMnJYa3BvaEQxSVlrcklVU0Q4TFNIM20xZzF3WEwrMllYdzU0THhucFpRZ2doUkVzV05QVWxEdHp6ZDA2OU5KV1EyWE1xYlhQcXhTa1VuSXdqdElyejlmSGlpeStpMFdpd3Q3YzMreUJldmlScTJiSmxEWDZmZFZGZUQ2bExseTdWdGlzb0tDQXdzUEkzRVB2MzcrZUREejVBcjlkWG1HM3p6VGZmY1BIaVJWNSsrZVVLeThaRXd5b29LR0RidG0xODlORkgvUGJiYjVXMlNVNU9KdVAvMmJ2djZLaXF2WTNqMzB4NmI5UUVRa2tJb1JjQkVSQVU1YXFJQ2hiRWdtSUJyaFVSTENCV0ZFUkZFQlVSN0Y0TG9xSWc2QXNLSWlDOVNPOGw5SkNRM21ZeU0rOGZ4d3daVWtrbUpNRHpXZXVzekp5eXo4NlFDY3pEM3IrZGtNQ0FBUU1jKzVZdFd3WVlvOTVHang1ZDRqMnlzckl3bVV5a3BLUXdmdng0WW1KaUdEdDJMT3ZXcldQVnFsVzgrT0tMK1B2N2s1Q1FRRkJRRUQ0K1BrN1hueS92aS9KbzN5Q1U3OWVXUHNxenZOWWRTT2JPenZwSHZGUXVCVmNpNGpJdGFrRjhHaHhLUGZ0cnQ1NkVPb0VRclpIR0lpSnlBZk9wWDU5Mk03OW53KzIza3JKeUJRMkhqOENubnJGU1NjN2h3eHlZTkJGTGFpcnRabjd2c3VtQkJVVkhSenNlMisxMnNyS3lTRXBLSWlVbEJidmR6dHExYXgzRnBmT242eFg4bXBtWnlWMTMzVVdiTm0wcTNKZC8vdm1IMWF0WGMrdXR0enFObXNySnlXSGh3b1ZFUmthV3VDS2IzVzRuSXlPajJCRXZ5NVl0dzkzZG5jc3VjeTZHZitUSUViNzU1aHZhdFd2SE5kY1lkWnJpNCtNWk4yNGNUejc1NUZtTjdwSFMrZnI2MHJ4NWMxcTJiRmxzY0pXV2xzYkhIMzlNOCtiTmFkMjZOUmtaR2Z6eXl5K1lUQ1p5YzNNTG5aK2RuYzJUVHo3SkF3ODhRSWNPSFhqa2tVZUlqWTFsMUtoUmpCczNqdEdqUnpOeTVFZ21USmpBdEduVGlJNk94bUt4TUd6WU1PTGk0bmpoaFJjY05iYmcvSGhmbEZmenlDRFMvckpVdUozaXBHUmFhRkZQQld1bGNpbTRFaEdYdXFvUnpOb0ttZVg0KzNISkFhanBCMEhlcnUrWGlJaElkUkhRb2dVZGYxM0FnVWtUMmYvMlcrVCtXOVBHT3pLUzBNNlhFZlBpeTNpVXM2NVNTVWFPSEVseWNqSlpXVm1PN1V5alJvM0N6YzNOTWVMRTM5L2Y4ZFhiMjV1NmRlczZwbUFWeFdhemxiay8rL2Z2NTd2dnZ1UEtLNjkwK29BK2E5WXNVbEpTdVBQT08wdThQaU1qQTV2TlZtUU5Lb3ZGd3VyVnEybmZ2bjJoZWtKVHBrekIwOU9USjU5ODByRXZQRHljMU5SVXhvMGJ4N1JwMHdxTnlKSHljM2QzWjh5WU1TV2VrNWlZaUtlbkp6Tm16T0RkZDkvbDY2Ky94bVF5Y2NVVlZ6aHFZZTNZc1FPQXVMZzRWcXhZd1o0OWU0b3NjdDZxVlN2R2poM0w2TkdqbVRwMUtxTkdqV0xWcWxYazVlVXhlUEJneG84ZnorZWZmODZnUVlPQTgrZDlVVjR0NndVVEVlckxKMy90NS83dXhRZkI1VEY5OFQ2aWEvc1RWMWZCbFZRdUJWY2k0bEplN3RBckduN2VBV2RiaWpUUEJ2TjNRNzltNE8xZUtkMFRFUkdwRm56cTF5ZnU3Y25uOUo1dDJyVEJZckU0ZmVqTzMxYXVYTW1zV2JPWVBYczJ2cjYrVHFOUjhvMGFOWXFvcUNqaTR1S0tiSC9UcGszTW5UdTN6RFY2amh3NWdwdWJHL1grSFhFR3htcHNYMzMxRlhYcTFLRlBuejRsWHArUWtBQkFTRWpoK2pwcjFxd2hPenViN3QyN08rMy80WWNmV0w5K1BXUEdqS0ZPbmRNMWYvejkvUmsrZkRqUFBmY2NVNmRPZFFxMXBPS0srak5LUzBzRGpNTDQyN2R2cDBlUEhpeGZ2cHdmZnZpQkgzNzRnZEdqUjdOcDB5WkhjTFYxNjFZV0xsekl0R25UV0xKa0NlSGg0Y1ZPSlczYnRpM2p4bzJqU1JOakpkQVZLMWF3ZlBseVpzMmF4YzZkTy9ucXE2OW8xS2dSUFhyME9DL2VGeFgxeVlNZENYM29KL3BkRWttb2Yra3JJdVY4ZkV1cDU1eE15K1c1SHpaejhyMmJYTkZGa1JJcHVCSVJsNnZsRHgwallYVTVGa1ZKeTRWZmQ4T05UVldzWFVSRUxtdzdubnlDbkROV0VQT3BWNi9ZMmxjVmxiL0NYbEVPSFRxRXpXYkQzZDI5eUEvbmRydWR2WHYzRnZvd25SOHFmUC85OTZ4ZHU1YTJiZHZpNFdGOHhFaE5UUzEyOVRTNzNjN216WnVwWDcrK1kzVFR3WU1IZWY3NTU3SGI3VHp6ekRQRnJnQ1hiK1hLbFFBMGFOQ2cwTEZGaXhaaE1wbm8wcVVMWUl4NG1UMTdOaDkrK0NHOWUvZW1XN2R1cEthbWtwNmU3clJGUkVUdzY2Ky8wcTFiTnpwMTZsVGkvYVZpbGk1ZENzREpreWNaUDM0OEhUcDBZTzNhdGJ6NjZxdjA3OStmSGoxNnNHblRKc2Y1S1NrcGhJU0VrSkNRd01xVksrbmZ2ejhta3drQVQwL1BRbE1LMjdadDYzaThjK2RPbWpWckJzRGd3WVBadW5Vcmt5Wk5va09IRHRYK2ZlRXFQdzNyU3Q5M2xyTms5SlV1YWEvdmxPWDg5SGhYbDdRbFVob0ZWeUpTS2RyV2dXUHBjQ2p0N0s5TnlJUS9EMEJQMTQ1bUZoRVJxVllDV3JRb1ZNZkt3NFVybEoyTi9Cby9iNy85TmwyNmRISDZrRzYzMjFtelpnM0p5Y21GYXZoczJMQUJnSFhyMW5IMzNYZHoxMTEzc1hYclZzQVlTZE81YzJkSHVKQXZMeStQTFZ1MnNIZnZYa2Rvc0hidFdsNTc3VFV5TWpJWU9YS2swMGlhL0NBck9EaVkwTkJRZkgxOU9YbnlKSC84OFFkaFlXRzBhdFhLcWYzczdHeFdyRmhCcTFhdEhQV3ZVbEpTbURGakJuYTduVC8rK0tQSVdrc21rNG1nb0NDOHZiMTUrKzIzK2ZqamovSDM5eS9YNnltbHUvYmFhemw0OENCUFBmVVVnWUdCYk5pd2dYSGp4dEc3ZDI4ZWVPQUJBUHo4L05pNWN5ZC8vdmtuUzVZczRmTExMMmZ1M0xuWTdYWjY5Kzd0YUt0aHc0WXNXN2FNNzcvL252RHdjS2Y3Yk4rK25UMTc5dEN2WHo4QVBEdzhHRE5tREttcHFhWCsrVmIxKzhLVmVzVFY1THJXZFhub3MzVjhNT2lTQ3JVMTVKTzE5THNra3E2eE5WelVPNUdTS2JnU2tVcHpkVFQ4dUExU0M5ZlVMTldlVXhEb1pZemNFaEVSdVJEVmUyQXdLU3YraGdJZmhrTTZYMWJDRlpVbk5qYVdCeDk4a05telo3Tm8wYUpDeHdNQ0F1alhyeDlkdXpxUHNMRFpiTlNxVll2bm5udU81czJiQTlDNmRXdHV2LzEyZnYvOWQzNzQ0WWRDYmJtNXVSRVNFc0x0dDkvT1hYZmRSVkpTRWkrLy9ESldxNVhSbzBkejVaVlhGam8vT3p1YmYvNzV4MUVyeU0zTmpjYU5HL1BFRTAvZzUrZm5kUDY2ZGVzd204Mk8wVllBWVdGaERCdzRrQk1uVGhBV0ZrWklTQWlob2FHRWhvWVNFaEpDU0VnSWdZR0J1TG01OGR0dnZ6Rng0a1JtelpybHFJTWtyaGNaR2NrcnI3d0NHRFd1Sms2Y3lOQ2hReDBGOHdGNjl1ekp3b1VMZWUyMTE2aFpzeVo5K3ZRaElDQ0FtSmdZNnRhdDZ6anYvdnZ2SnlrcGlVOCsrUVNMeGJuUWFtQmdJRGZmZkROWFgzMjFZMStkT25XY3Bvb1dweXJmRjVYaDJUNXhqSis3bmU2dkxlYW5ZVjBKQ3loOTJtQkJKOU55NlR0bE9mMHVpV1RrZFUwcnBZOGlSWEd6Misxblc0WkdSS1RNMG5MaHgrMWd0cGJ2K2g0Tm9XbDQ2ZWVKaUlpY2IvSlNVMW5SdFRQVzlIUUEzQU1EdVd6NXlrb3B6RjVaTEJZTE9UazVCQVlHVnFpZGRldldFUllXVnVJcWdtQk13YkpZTFBqNCtKUTRsWEQvL3YyRWhZVVZXYmk5TkhhN25ULy8vSk1lUFhvVUdoVWpsY2R1dHhjNUhlOTg1S3IzUldYNWErZEorcjZ6bkRkdWI4MkRQUnFYNlpycGkvZngzQStiK2VueHJocHBKZWVjZ2lzUnFYUkgwbUhlcnZKZDZ3WmMxd1MweXE2SWlJaUlpT3M4K1BGYTlwL01JTlRmaS9ZTlEyblhJSVIyVWNaS2hodmlrOWx3TUlWMUI1Skp6YkxRdUpZLzArL3JVTVU5bG91Vmdpc1JPU2MySjhDS1ErVzcxc01FTnplREVLMU1MU0lpSWlMaU1qdU9wckhsU0JyckR4aEIxWWI0WkFEYVJSbEIxaVVOUTJrUkdVUmNoUDRYV2FxT2dpc1JPV2YrMkFkN2s4dDNyYjhuOUdzR2ZpVXZNQ1FpSWlJaUlpSVhFRTNhRnBGejVvcEdFTzVidm1zekxUQi9OK1RaWE5zbkVSRVJFUkVScWI0VVhJbklPZVB1WnRTcjhpbm5lcWFuc3VILzlvS0dpWXFJaUlpSWlGd2NGRnlKeURubDV3blh4b0Nwbkl2R0hFbUR2dzY0dGs4aUlpSWlJaUpTUFNtNEVwRnpycFkvZEc5US91dDNKc0hLdzY3cmo0aUlpSWlJaUZSUENxNUVwRXJFaGtQYk91Vy9mdE1KV0h2VWRmMFJFUkVSRVJHUjZrZkJsWWhVbVU2UkVCMWEvdXZYSDRNTngxelhIeEVSRVJFUkVhbGVGRnlKU0pXNnNoRkVCcGIvK2pWSDRaOFRydXVQaUlpSWlJaUlWQjhLcmtTa1NwbmM0Sm9ZQ1BNdGZ4dXJEaXU4RWhFUkVSRVJ1UkFwdUJLUkt1ZGhndXRqSWNDci9HMnNPZ3hiRTF6WEp4RVJFUkVSRWFsNkNxNUVwRnJ3OVlBK3NlRGxYdjQybGgrQzdZbXU2NU9JaUlpSWlJaFVMUVZYSWxKdEJIbEQ3eWJnN2xiK05wWWVWSGdsSWlJaUlpSnlvVkJ3SlNMVlNpMS82QlZkc1RhV0hvVGRTYTdwajRpSWlJaUlpRlFkQlZjaVV1MUVCY1BsRFNyV3h1SURDcTlFUkVSRVJFVE9kd3F1UktSYWFsWURMcXRmc1RZV0g5QzBRUkVSRVJFUmtmT1ptOTF1dDFkMUowUkVpck01QVZZY3FsZ2JsMFRBSlhWZDB4OFJFUkVSRVJFNWR4UmNpVWkxNTRyd0txNEdkSy9nOUVNUkVSRVJFUkU1dHhSY2ljaDV3UlhoVmNNUXVMb3htQ3F3YXFHSWlJaUlpSWljT3dxdVJPUzg0WXJ3S2lJUXJvMEJEMVg0RXhFUkVSRVJxZllVWEluSWVXWGJTVmdXWDdFMmF2ckI5YkhnNWU2YVBvbUlpSWlJaUVqbFVIQWxJdWNkVjRSWElUN1FKeGI4UEYzVEp4RVJFUkVSRVhFOUJWY2ljbDV5UlhqbDd3azNOSVVnYjlmMFNVUkVSRVJFUkZ4THdaV0luTGRjRVY1NXV4dlRCbXY0dWFaUElpSWlJaUlpNGpvS3JrVGt2T2FLOE1yRFpCUnNqd2gwVFo5RVJFUkVSRVRFTlJSY2ljaDV6eFhobGNrTnVrWkJzeHF1NlpPSWlJaUlpSWhVbklJckVia2d1Q0s4QW1nU0JqMGFHa0dXaUlpSWlJaUlWQzBGVnlKeXdYQlZlRlhEejVnNnFCVUhSVVJFUkVSRXFwYUNLeEc1b093OUJZc1BnSzJDdjlsOFBJendxcGEvYS9vbElpSWlJaUlpWjAvQmxZaGNjQkl5WWY1dU1Gc3IxbzdxWG9tSWlJaUlpRlF0QlZjaWNrRkt5NFZmZDBOcWJzWGJVdDByRVJFUkVSR1JxcUhnU2tRdVdHWXIvTFlIam1kVXZDM1Z2UklSRVJFUkVUbjNGRnlKeUFYTlpvY2xCMkYzVXNYYlV0MHJFUkVSRVJHUmMwdkJsWWhjRkRZZWg5VkhLdDZPNmw2SmlJaUlpSWljT3dxdVJPU2lzVDhGRnUwRHF3dCs2Nm51bFlpSWlJaUlTT1ZUY0NVaUY1WEVMS05vZTNaZXhkc0s4NFZlMFJEc1hmRzJSRVJFUkVSRXBEQUZWeUp5MGNtMHdMeGRrSkpUOGJiYzNlRFNldEN5VnNYYkVoRVJFUkVSRVdjS3JrVGtvbVN4d2NLOWNEak5OZTFGQkVMUFJscDFVRVJFUkVSRXhKVVVYSW5JUmNzT0xEMElPeEpkMDU2WHUxSDNxbEdJYTlvVEVSRVJFUkc1MkNtNEVwR0wzdVlFV0hISWRlMDFDWWV1OVkwZ1MwUkVSRVJFUk1wUHdaV0lDTWFVd1FWN0ljL21tdmI4UEkzQzdiWDlYZE9laUlpSWlDZDc0Um9BQUNBQVNVUkJWSWpJeFVqQmxZakl2MUp5akxwWHlTNG8ycDZ2VFIzb0dBRW1OOWUxS1NJaUlpSWljckZRY0NVaVVvRFZEcXNPdzVZRTE3VVo1Z3RYTjRZUUg5ZTFLU0lpSWlJaWNqRlFjQ1VpVW9URGFiQm9QK1RrdWFZOWR6Zm9WQTlhMVhKTmV5SWlJaUlpSWhjREJWY2lJc1hJem9NLzlzSFJkTmUxV2RQUFdIa3d6TmQxYllxSWlJaUlpRnlvRkZ5SmlKVGluK093NWlqWVhQVGIwZzFvWGhNNlJtcmxRUkVSRVJFUmtaSW91QklSS1lQRUxHUFZ3UXl6NjlyMDhZQkw2MEhUY05lMUtTSWlJaUlpY2lGUmNDVWlVa1lXR3l3N0NMdFB1YlpkVFI4VUVSRVJFUkVwbW9JckVaR3p0RGNabGh5QVBKdHIyMjJoNllNaUlpSWlJaUpPRkZ5SmlKUkR1aGtXN2pXbUVMcVNwZytLaUlpSWlJaWNwdUJLUktTY2JIYWphUHMveDEzZnRxWVBpb2lJaUlpSUtMZ1NFYW13bytud3h6N0l6bk45MjgxclFpZE5IeFFSRVJFUmtZdVVnaXNSRVJmSXRjTHF3N0E5MGZWdCszaEEyenJRdXJicjJ4WVJFUkVSRWFuT0ZGeUppTGhRUWliOGVRQlNjbHpmdHI4bnRJOHc2bCtaM0Z6ZnZvaUlpSWlJU0hXajRFcEV4TVhzd0pZVFJ2MHJWNjg4Q0JEa0RSMGlJRG9NbEYrSmlJaUlpTWlGVE1HVmlFZ2x5YkxBOG5qWW4xSTU3WWY2UU1kSWFCaFNPZTJMaUlpSWlJaFVOUVZYSWlLVjdIQWFMRGtBbVpiS2FiK21ueEZnMVF1cW5QWkZSRVJFUkVTcWlvSXJFWkZ6d0dxSDlVZmhueE5ncTZUZnVuVUNvSE05cU9WZk9lMkxpSWlJaUlpY2F3cXVSRVRPb1pRY1kvVFZpY3pLdTBmOUlMaTBIb1Q1VnQ0OVJFU2s0ckt0YVJ6TjJ1VzBMOEl2Rmw5M0RhRVZFUkhKcCtCS1JLUUs3RTZDRlljaEo2L3k3dEVvRkRwR1FJaFA1ZDFEUkVUTzN1ckVuMW1UOURONzA5Y1dlYnhseUpXMEN1MUp4L0Niem5IUFJFUkVxaDhGVnlJaVZjUnNoVldIWVh0aTVkNm5ZUWkwcm0xTUpSUVJrYXF6T1dVUlA4Vy9RYkw1YUpuT0QvV0s0STVHWTRrSjdGakpQUk1SRWFtK1RGWGRBUkdSaTVXWE8xemVBUHJHVmU2b3FBTXBNR2NuL0xnZGRwK3F2QnBiSWlKU3ZOK09UdVhUUFUrVU9iUUNTRFlmWmVyT0IxaWQrTFBMKzJPMzJ6R2J6WlQyZjloNWVYbFlMQlZmWGNSbXM1R1JrWUhOWml2eHZGbXpaakZyMXF3SzMwL09UemFiamZqNGVESXpLN0dtd2xrNmNPQUFpeGN2NXVqUnNyOTNpMk94V0ZpMWFwVUxlbFZ4eWNuSnhSN0x5c29pSnlmbkhQYW1lamx5NUVpeHIwOWx2VzQybTQycFU2ZXlkT25TUXNlU2twTFl0MjlmdWRxOVVMaS85TkpMTDFWMUowUkVMbWIrWHRDaUZuaTR3OGxNbzVCN1pjaXlHQ0hXamtTdzJpRFVGenowM3hjaUlwWHV0Nk5UV1hCMFdybXYzNUt5bUZDdkNDTDk0bHpXcDYxYnQzTFBQZmZRdFd0WHdzTENpajF2d29RSnpKdzVrK3V2djc1Qzk5dTNieDhEQnc2a1U2ZE8xS3haczlqejVzMmJSMHBLQ2wyN2RzVnF0WktRa0VCR1JvWmp5dy9ja3BPVG5mYm5iOTdlM3JpN3U1ZllsODJiTi9QUVF3K3hmdjE2ZXZYcVZhSHZTOHJ1NzcvL0pqczdtL0R3OEdMUFNVdEw0KzY3NzZaZXZYckV4TVNjdzk0VkxUMDluV0hEaHJGZ3dRSjhmSHhvMzc1OWhkcjc2S09QZU8rOTkyalJvZ1VSRVJHbG5tKzFXbG0wYUJINzl1MHJ0R1ZtWnVMdDdjMysvZnRKVEV3c2NmUDA5TVRINS9UL2txYW1wbkw3N2JlVGxwWkdwMDZkQ3QzM3UrKytZL1RvMFhUdDJwWFEwTkFLZmMrdVlMZmJ5YzdPNXRTcFV4dy9mcHdEQnc2d2E5Y3VObTdjeU1xVksxbTBhQkVBOWV2WEIyRG56cDFzM0xpeHlOZnR6QzBpSWdJUER3K24rOTF6enoxa1pHUnc2YVdYT3UydnpOZk5ack14WnN3WWdvT0RDOTMzelRmZjVLT1BQaUk4UEx4YXZDK3Fna2ZwcDRpSXlMblFwalkwcXdFYmo4T1dCTWdyK1QrbHl5M0xBbXVPd3ZwakVCc09yV3FyRHBaVXpNRVUySmRrSmlrTGZOek1ITTNWdk5RTFVWM3ZkSEx0M29UN3VSRlR3NVA2d1ZYZG8vUEQ1cFJGRlFxdDhuMTc0SG5DdkNNcU5HMHdKU1dGaElRRUFBNGRPZ1RBd1lNSHNWcXR4VjZUbnA1T2JtNHV1M2FkTGlJZkd4dExWbFlXbjMzMldaSFhSRWRIMDdOblQ3S3lzZ2dLQ3NMTnphM0k4L0tESms5UHp5S1Bueng1a29FREJ6cnR1L0hHRy9IMTlXWG16SmxGWGpOdDJqU2lvNk9ML1g1Mjd0ekpjODg5UjJob0tPdlhyK2Y5OTkvbjRZY2ZMcmFQNGhxNXVibTgvLzc3Wkdkbk0yblNKQm8wYUZEVlhTcVRkOTU1aDZTa0pLS2lvcGc1Y3lZZE8zYWtkZXZXNVc3djl0dHZaLzc4K1V5Wk1vV1BQdnFvMkovOWZHYXptUWtUSnRDZ1FRTjhmVSt2dW5QOCtIRmF0bXhKKy9idG1USmxTcW4zSFRseUpOZGNjNDNqK1pJbFM3RFpiSFRyMXEzSTg1Y3ZYMDZ0V3JWbzFLaFJHYit6aXZ2eHh4L1p1SEVqT1RrNWppMHpNNVBNekV5eXNySUtqUTcxOVBRa0tDaklzU1VtbnE2OXNXREJBdWJNbVZPbSs3WnAwOFlwMUN0SlZiMXV3NFlONDlWWFgyWGl4SWxzMzc2ZFJ4OTl0TlNmblF1Tmdpc1JrV3JFeXgwNlJScGgwb1pqc08xazVVM3RzOXFOK2xyYkU0MlZDRnZYaGtndFpDVm42YSs5dWRqU2p4RnAzVTlya2dqblZGVjNTU3BMTGlRUlJwSTVuTjNwMFJ3SXFzM2xqYjJydWxmVjNrL3hFMXpZMWh1TWJGSCthWFNMRmkzaWd3OCtjTm8zZnZ6NE1sMzd5Q09QT0I0dlhMZ1FtODNtbURxMVo4OGVUQ1lUalJzM0JpQXNMSXpWcTFmejBrc3ZNWFBtekNKSGRGbXRWdnIxNjhmdzRjUHAzYnQzaWZmKzlOTlBDUThQWitMRWlRRGNkZGRkM0h6enpRQ3NYTG1TNmRPbjg4a25ud0FRSEZ4OG9ycGt5UkxlZXVzdFltSmlHRGR1SEgvOTlSZHZ2LzAyU1VsSmpCZ3hBbjkvL3pLOUZuTDJ2TDI5ZWVXVlYzamlpU2Q0NXBsbm1EUnBFaGFMeGVubnFxQjMzbm1IOTk1N3oybGZWRlFVNzcvLy9ybm9MZ0RmZnZzdFM1WXNvVStmUHR4Nzc3ME1IVHFVMTE5L25YZmZmYmZFVVdNbENRa0o0YzQ3NytUSWtTUGs1dWFXT1h3WU1XSUV6Wm8xY3p5ZlBIa3lxYW1wOU9uVHgrbjk4OUpMTCtIbTVzYUxMNzdvZEwzSlpBeXh6OG5Kd1c2M00zLytmS0tpb29pTmpTVTdPeHN3Z2lBUER3OE9IanpJN3QyNzZkdTNMeWRQbml6VUYzOS9mL3o4L003NmV5OU5lSGc0dnI2K2pxLysvdjc0K3ZxU2tKREE3Tm16YWRxMEtjT0dEWE1FVlNXRlRiZmVlaXRYWG5tbDQvbnp6ejlQZEhRMGd3WU5LblN1aDRjSFk4YU00ZmJiYjZkVnExWkZ0bGZWcjF0SVNBZ1RKa3pnM1hmZlpkNjhlYlJzMmZLaUd5MnE0RXBFcEJyeTlZQXU5YUZOSFZoN0ZIWWxRbVdXcGpxVVpteWhQa2FBRlJNTzd2clBaeW1SbmQrM3BsQTNaeHN0MkZyVm5aRnpKSnhUaEhPS1dPdHVOaWUzWXRHMk9IbzJEd0gwQzZNb3F4Ti9KdGw4ck56WGgzclZkYnIrYVBaT1ZpZitUS2NhNVZ0dDhNWWJiK1M2NjY0RFlOdTJiVHo3N0xPODg4NDdKWTRPbURoeElvY1BIMmJTcEVsTyt3TUNBbmoxMVZjQkdEeDRNTmRmZnoxOSsvWjFIRisrZlBsWjllM2d3WVBrNWVXUm5wNE93TjY5ZXgwandieTl2ZkgxOVhWTUFjekx5K1BlZSsvbDg4OC94OWZYRjVQSlZPSjBSN1BaekdlZmZjYXNXYlBvM3IwN1E0WU13YzNOald1dXVZYmc0R0JlZi8xMWhnNGR5clBQUGt2TGxpM1BxdDlTZHRIUjBZd2FOWXFYWG5xSldiTm1jZDk5OS9IUVF3ODVuWk9UazhNSEgzeEF6NTQ5YWQ2OHVkT3hvS0J6OTc5cmMrZk81ZU9QUHlZbUpvYUhIbm9JTHk4dm5uMzJXWjU5OWxsR2pCakJ4SWtUaXcydlJvNGN5YzZkTzB1OXgrTEZpNHM5Tm1uU0pLY3BZZXZYcitmNDhlT081MGVQSHNYZjN4ODNOemVucWJISGpoMmpjK2ZPeFU2WHZmUE9PeDN2TVRCK0orUWJNbVFJdDkxMkcvUG56d2ZncDU5KzRxZWZmaXJVUnY1NXJ0YWpSdzk2OU9qaHRPK1hYMzVoN3R5NTFLOWZuOGNlZTZ6UU5MbC8vdm1IaElTRVFpRk8zYnAxcVZ1M0xnRGJ0MjhuSXlPRFhyMTZGZm4rUG5YcUZLdFdyZUtxcTY0cXRtK3VmdDBHRGh4SVNrcEtrZmVhTjI4ZUN4WXNLUExZOU9uVDZkU3BFMTI2ZENtMnJ4Y3FCVmNpSXRXWXZ5ZjBhQUR0NnNDYUk3QzMrSHFRTHBHY0Ewc093cW9qMEtLbVVYdkxSMzlUU0JIKzJwdExIWVZXRjdWV2JHWnp0cDJsZTl0emViVG1HeGZscnhOZmx2dmFDTjlZSG9uN2hNM0ppL24yd1BPTy9WdFNGcFU3dVBMdzhIRFVjdkgyTmtiTGpSczNyc1JSSDZkT25TSXlNdEpwbWxKQlNVbEpIRGh3b01oNkwyZGo5T2pSSkNZbU9vcTNyMTY5bWx0dXVRVXdSblFsSmlhU2xwWkdRRUFBcWFtcDVPVGtFQlFVUkY1ZVhxSDZOQVd0VzdlT0tWT21rSkNRd0pBaFE3amxsbHY0NzMvL1M3MTY5WGorK2VmcDNMa3pIM3p3QVdQSGptWDQ4T0YwNzk2ZCsrKy9uOGpJeUFwOVAxSzBMbDI2OE1ZYmI5QzZkV3RNSmxPaDBYYXBxYWw4OE1FSHRHclZ5bWxxMjdrMGE5WXNac3lZUVZSVUZPUEhqOGZMeXd1QWR1M2E4Y3d6ei9ENjY2OHpZc1FJWG5ubEZhS2lvZ3BkMzdObnoyS25FNXJOWm1iT25FbGNYQndkT3hZLzdmZk0ra2lMRnk4dWNxb2d3Snc1Y3h5RnU0OGVQY3JXclZ1WlBIbXk0OXhycjcyV3VMalQ5ZkhPZkcyenM3TWRJOWt5TWpMNDdiZmY2Tml4WTZHNmRpZE9uT0NERHo0bzhmM21LaWRPbkdES2xDbXNXN2VPL3YzN00zRGdRS2ZmVXphYmpXKysrWVl2dnZpQ0dqVnEwTDU5KzJLRHhNV0xGK1B1N2w3aHNNZVZyMXYvL3YwTEZYRzMyV3g4OU5GSHhNWEYwYlZyVjZkakd6ZHVaUFhxMWZqNysxK1VvUlVvdUJJUk9TOEVlY05WamFGOURxdytEQWRUSy9kK09YbXc3aGhzT0E0eFljWW9yTENpUDdQSVJlamdLU3UyOUdPMFZHaDEwV3ZGRmhhbFJSQ2Ywb0NvRUkyNktpamJtc2JSN0YybG4xaUUvTkRLMXoySVRqVnVZazNTVCt4Tlh3Y1loZHBkcVUrZlB0U3VYYnZZNDNQbXpDRTNON2ZZNDB1WExpVXlNckpNaGFaTDh0VlhYMkd6MmJqbGxsdTQ3TExMZVBycHB6bCsvRGl6WnMzaXRkZGV3ODNORGJQWlRFUkVCQ2twS2ZqNysrUGg0VUZPVG80amhDdG95NVl0ZlBYVlY2eGR1NWE0dURoZWZ2bGxHalpzQ01DZ1FZTjQ4Y1VYK2QvLy9zZkFnUU9wVzdjdTc3NzdMai84OEFOZmZ2a2x5NVl0bzNQbnpseHp6VFYwN3R6Wk1jMUtYS050MjdZQWZQREJCNFZHbmVTdllEbHYzanpXcjE5ZjZOb0hIbmlBV3JWcVZVcS96R1l6YjcvOU5uLzg4UWRSVVZHOCtlYWJoSVNFT0ozVHMyZFByRllyYjczMUZnOC8vREFQUGZSUW9hQ2lwS212R1JrWnpKdzVrMmJObW5IUFBmZVV1Vy9GVFJVRUkrUTFtODEwNmRLRklVT0dPRjMzMldlZjBiSmxTNmZnS2pJeTBpbUFTVTFOZFFRd1AvNzRJMWxaV1F3ZVBMalFTTXc5ZS9ZQVZHcHdsWjZlemkrLy9NTFhYMzlOczJiTm1ENTl1aU1jdE52dFpHUmtjT3pZTWQ1Ly8zMjJiZHRHejU0OWVmenh4NHVkNXB1VGs4UENoUXZ4OFBCZzdOaXhoWTZmT2FXeUpLNTgzVzY0NFlaQzdWdXRWajc2NkNPaW82TUxqV2hMVDA5bjllclZCQVJjdkRWRUZWeUppSnhIUW4zZ21oZzRtUVdyRHNQUjlOS3ZxUWliSFhZbEdWdE5QMmdTYmdSWkdvVjFjZHVYWkNiU2VxQ3F1eUhWUklUdElQc1RheE1Wb25TN29DTlpwVThWS2tyQjBBcmdtLzFqSEtGVnZsUG1JNFI1dVdaRVVFeE1USW1Gc3Bjc1dlSW82RjZVMzMvL25lYk5tenRxdXBoTUpxZVJEeGFMQmJQWjdBZ2s4cC9uajZ3cWFOdTJiV1JrWkJUYS8rbW5uMUt6WmsxSFBhN1UxRlJIb0pDWm1Wbm9RK3MzMzN6REo1OThRa2hJQ0k4Ly9qalhYMys5VS9qVXBVc1grdmJ0eThxVkt4a3dZQUNlbnA2NHU3dlR2MzkvcnJqaUNyNzg4a3NXTGx4SWZIdzhIVHQyVkhCVlFVbEpTU3hkdXRUeHZIbno1c1RHeGpvS2Ixc3NGanc4UEJ3Rjh2TlhWTXZNekhSY2s1eWN6SzVkdTdqdnZ2c3FwWS9idDI5bjBxUko3TisvbjQ0ZE8vTGNjODg1ZnE1bXpackZYMy85eFpneFk2aGR1emE5ZXZXaWR1M2F2UHJxcTB5ZVBKay8vdmlEZ1FNSDBxNWR1MHJwR3hqVER3ditIT1lIVmZtaW82UHAyN2N2OCtiTlkvNzgrWTVBNWR0dnZ5M3pQVkpUVS9ucHA1L28yYk5ua2RPSDg5K3orU1BRWE8zbzBhTTgrT0NEV0N3Vy9QMzlzZHZ0dlA3NjY0VldGUVdvV2JNbUw3LzhjcW1qanhZdVhFaEdSZ1pkdW5SeHFvbTFaODhlNHVQakN4VjhMNDl6OGJwbFpHUTRwa1ZmclBUUlEwVGtQRlRURC9yRXd2RU0rUHNRSkdaVi9qMVBaaG5iaWtOUUw4Z0lzUnFHZ01mRiszZm9SU3NwMjQzV0pGVjFONlNhcUVFaVc3TTEycXFzSW54ajZWNTdJRDhkbWtDT05hUFFzVE5EcXpWSmhWZkdPcFY3MUdYQjFhaFJvMG85cDBtVEprWHUzNzU5T3p0MzdtVG56cDBzWExnUWdNREFRSDc4OFVmSE9YZmZmYmZUTlNOR2pDajJQcXRYcndaZ3g0NGR6Sm8xaThzdnY3ekk4MUpUVXgxRjJFK2RPbFZvVk15MTExNUxYbDRldDk1NksxbFpXVVhXbXdrUEQ2ZDc5KzdNblR2WGFYL2Z2bjBaTVdJRWQ5OTlOMWxaV1JmZHlsMlY0Y1NKRTN6ODhjZUFNUUptMEtCQnhNYkdNbkxrU0FEZWYvOTlObS9leklNUFBraUhEaDBBR0Q1OE9FMmJOdVcvLy8wdllDd3NNSDc4ZVB6OS9SMkZzbDNCM2QyZER6LzgwUEZ6TUdEQUFPNjc3ejZuZ09ENDhlUHMyTEhEYWVSaDY5YXQrZUNERDNqcnJiZFl1M1l0VHovOU5QMzc5MmZ3NE1FdTZWYytOemMzUEQwOWVlS0pKNXdDNXUrKys2N0lFTU5pc1pRNFFySWt3Y0hCVEpnd0FUOC9QNzc2Nml2dXVPTU9wM3ZrMTV6ejhQREFhclZpTnB2TGRaOHplWGg0NE9ucFNVUkVCRTJiTmdXTTkyZG9hQ2doSVNFRUJ3ZHo4T0JCNXMyYmg5VnFwVy9mdmd3YU5LalVud0dMeGNKMzMzMUhiR3dzTDcvOHN0T3hwNTkrR292RlFrQkFBS2RPVld4Um1iTjUzY29ySXlQam9oNXRCUXF1UkVUT2EzVUM0T1ptRUo4S3E0L0FxZXpLdjZlZDA4WGNQVXpRS01RSXNTS0RWSjc1WXVIdFp0YnFnZUpRZ3lTOHNBRG5kNTByczlVWXhacFU0UGRvZWk2ay8vdlpyRlV0STZ5dmlGQ3Z1bzVnS3RLdktlL3Z2TjhSWHBVMXRISzF0OTkrdThUaTdKTW5UM2FzSG5pbW1UTm5BdENyVnkvdXVlY2UxcXhadzZlZmZncEEwNlpOR1QxNnRPUGMvUEJpMEtCQlJFUkVZTGZiQzYxb3VHclZLaG8xYW9TM3R6ZGZmUEdGWXdST1VUV3U5dS9mejlDaFEwbElTTUJ1dHpOMDZGQUFIbjMwVVZxMWFzWEFnUU1CaUkrUDU3dnZ2aXYxZFVoTFM4TmlzWERERFRkZ01wbEtuRDVaVmljeWpmcVVMc3BZcXBWUVgraFd1THhUa1pvM2IrNElob3FhSW5YYmJiZVJrcExDcUZHamFOT21EUys4OElKamhFMis1R1NqeUtlL3Z6OFBQUEFBaHc4ZnJ2ZzNnUkVBN2Q2OW0zcjE2dkhVVTA4NVRjY3JUWGg0T09QSGoyZlpzbVZNbno3ZDVUVzVyRllydWJtNWZQUE5ONFdPUGZiWVl3Q0Y2aVRaN2ZZS2pjcHAwYUlGeTVjdjU3UFBQaU10TGMycGVINytxRWxQVDAvKyt1c3Z4bzBiVis3N0ZIVGpqVGM2dnA4ekY0RTRjdVFJTTJiTVlQbnk1Vng2NmFVTUdUS0VxS2dvOXU3ZHk0Z1JJeHdMUXhSbDd0eTVIRDkrbkdIRGhqbnR6OG5KWWN1V0xTNzk4eXJyNndaR0NGdlVpTlA4SU83dzRjUDgvdnZ2VHNmaTQrT3gyV3lPL1UyYk5xVisvZm91Ni8vNVFNR1ZpTWdGSUNyWTJPSlRZZk1KT0ZMSlV3ano1ZGxnOXlsajgvVXdwaEUyQ1ljYXJsOGxXYXFSWStaenQ3S1RuQitPbVFPcnVndG56V3lGQXlsR1dIVTBIVEtLR0R3UTRBV0IvODd1Q0N4Y1J1bXNKWnVQc1RsNU1aMXEzRVNrWHh5UE5QMkU5M2ZlVDVoWHhGbUZWbUhlWjE5UHltYXpzV2pSSXNmei9BLyttemR2NXNTSkU4VmVkL0xrU2RMVDA1MCtTRFZxMUlqYzNGeVdMMTlPUUVBQXZyNisxS2xUeHpFS0NxQkdqUnBPeTlIdjNidVhqei8rbVBidDJ6dkNnVnExYWptS29PL1lzWU5UcDA0NUNsYjM2OWZQOGFIOHpCcFhiZHEwY1JTcW5qNTlPdDI2ZFhPc1FGZXpaazJuL2pkdDJyVFU2VklKQ1FrODhNQUQ5T3JWU3lPc3pxR2NuQnlHRHg5T2x5NWRlT0tKSitqWHJ4OUxseTUxRk4wdnVESmV2Mzc5dU9hYWF6Q1pUSFRyMW8ya0pOZU0rdlh4OGVHRkYxNGdLQ2lvM0ZPNXVuWHJScGN1WFJ5QlVVNU9UcW1yN3MyWk00ZGZmLzIxeUdQOSt2WGovdnZ2WjlldVhUeisrT01sdGxOd2RUdUFyS3lzWWhkU3lQZmJiNy94MjIrL0ZYdThhOWV1M0hUVFRmejQ0NDlFUjBmem4vLzhCemc5Y3NqVDA1T2FOV3NXV3NtdnZJb0tDNU9Ta3ZqZi8vN0gvUG56YWRLa0NXKzg4WWJUVk13R0RSclFzV05ISmsrZVRIeDhQRU9IRG5VSzdGSlNVdmpmLy81SGl4WXRzRnF0ekpneGd3Y2ZmQkEzTnplV0xsMkt4V0p4K3YxVUZxNTQzUURlZXVzdFI1aFZsUFhyMXhkWjN3MWd3b1FKQUR6KytPTUtya1JFNVB5VkgyQWw1OENtRTdBbkNhem42SDk2cy9OZ2M0S3hoZmhBazM5RHJJREtLWVVnSWxJdTZXWllkOVNvM1FmZzVRNTFBNkZwdVBFMXdrVVpYS1JmMHlMMzU2OFFtQjllald3eEMxLzN3REtIVmo3dUFlV2FKbWkxV2gyam9mS0ZoSVR3NmFlZjR1L3ZYNmhPbE0xbUl6RXhFUjhmSDRLQ2dweXV2ZUdHR3pDYnpiUnUzYnJZNlN2ZmZ2c3RhV2xwaFlwRkYvVFBQLyt3YXRVcUhuamdBZWJNbVVQWHJsMGQwNDk2OXV6SjhlUEhnZE0xcmhZdFdvUzN0emZObXplbmVmUG03TnExQzR2RndxMjMza3BzYkd5Wlg0dS8vLzZiU3k2NXhGSFVmY3FVS2ZqNys1ZlkxL0tvN1c5TTY1ZWllWGw1Y2V1dHQvTEZGMTh3ZS9aczdyNzdic2ZJdWN6TVRLZWFSQ2FUeWZHejlzQUREN2kwSDZVRlBXVlJNRFR4OFBCZ3dJQUJSWjVuTnB2NSt1dXZpWTJOZGRUeU9sTitDQnNkSGUyWVlwbnY0WWNmWnVqUW9iUnAwd1l3cHVaT25EalJjZno0OGVPRWhZV1YyTmVTVnNmTE4zVG9VRFp2M3N5VUtWTm8yclFwRFJvMGNJUXRYbDVlTkd2VzdLeEdwNVdGMld4bSsvYnRMRjY4bUlVTEZ4SVdGc2Fqano1SzI3WnR5YzNOWmN1V0xXUm5aNU9UazBOMmRqYk5temRuNDhhTi9QampqeVFrSkRCNjlHaEhPRFI1OG1TeXM3TVpObXdZR3paczRMdnZ2dVBZc1dNOCsreXp6Snc1ay9yMTY5T3FWYXV6NnA4clhqY3dDcmtYTmMzUlpyUFJ0MjlmZXZmdTdaZ2llNmJqeDQ4elpNaVFpekpnVjNBbEluSUJDdldCSGczZzBralllaEsySlJqQjBybVNrZ05yamhwYmJYOGp3SW9PQTIvMzBxOFZFYWtNU2RsR1lIVWd4UWlyWXNQaGtvalRJNnBjemRjOWlBamYyQ0pYRml3WVhoVU1vY295UFRBbXNHTzUrdVBwNmNsWFgzM2xlSDcwNkZGZWV1a2w2dGF0eXl1dnZFSklTQWl6WnMzaW0yKytjZFNvbWpsekpsOSsrU1VEQmd3b05NWExack54M1hYWDhkNTc3eFY1dnoxNzlqaW1keFZuejU0OVpHWm1rcEdSd1o5Ly9za2JiN3pCL1Bueml6dzNQajZlaElRRXAwQmcyYkpsQUh6Ly9mZE8weEtMa3BXVmhjbGtJaVVsaGZIanh4TVRFOFBZc1dOWnQyNGRxMWF0NHNVWFg4VGYzNStFaEFTQ2dvS2NRaE9wSENhVGlhdXV1b29lUFhydzQ0OC9Pb0xFM054Y1VsSlNDQTBOcmVJZWxvK0hod2QzM1hWWGtjY3lNakw0K3V1dmlZdUxLL2FjZkY1ZVhrUkZSWEhycmJkeS8vMzMwN3QzYjl6YzNLaFpzNlpqcGIwemJkeTRrY3N1dTZ6RWRrdGFIUytmcDZjblR6LzlOQTgvL0RCZmZQRUZ6ei8vdkNOVXJxemk3QWNPSEhEVVBRTWpwSmt5WlVxaDh6dzhQUEQxOWNYWDE1Zmc0R0RDdzhOWnRtd1p6enp6REdQSGpzVm1zN0Y2OVdvR0RScEVvMGFOYU5Tb0VZR0JnYnoxMWxzTUdUS0VJMGVPOFBUVFR6dW1JcGVWcTE2MzRuNjNGS3lGVlZ5WW1oK1FWdGFmUVhXbTRFcEU1QUxtNHdHWDFJVjJkV0RQS1dNVTFybW9nMVhRaVV4ald4NFBkUUpQandvTDFXY0NFVGxIRHFUQW4vOHVoSGxKWFdoVjJ3aXZLbHYzMmdNZElkV1pDb1pYVVBhYVZpMURlbGE0WDh1WEwrZk5OOStrYmR1MmpCbzF5aEVZV0sxV3B5a3N0OTkrTzNYcTFHSENoQW1zWGJ1V0lVT0dPS2IybVV5bVF0UHl5c3ZYMTVmbXpadlRzbVhMWW9PcnRMUTBQdjc0WTVvM2IwN3IxcTNKeU1qZ2wxOSt3V1F5RlZtTU9qczdteWVmZkpJSEhuaUFEaDA2OE1namp4QWJHOHVvVWFNWU4yNGNvMGVQWnVUSWtVeVlNSUZwMDZZUkhSMk54V0poMkxCaHhNWEY4Y0lMTDV6MUIxc3BPNHZGd3MwMzMxeG8vN1JwMDdEYjdkanRkcjc0NGd1bnNCWGcvdnZ2cDErL2Z1ZXFtMVhPYnJlVG5wN3V0QURCSzYrODRwaEdPV0xFQ082Nzd6NThmSHhZdW5RcHg0OGZaL2JzMmRqdGRnWVBIc3lZTVdPSWlEajdxY1ZnalBnYU4yNGNyVnUzQm5DOHp5b3JOSW1OamVYKysrL0gwOU9UNE9CZ0FnTUQ4ZlB6YzR3SWZmamhoN242NnF0NStPR0hDMTA3ZS9ac3Z2NzZhNDRkTzBaTVRBekRody9ucXF1dWNoenYxYXNYVnF1VmlSTW5FaGNYNTNUTTFTcnpkVHV6WHRiRlJNR1ZpTWhGd09SbWpDNklEVGRxdVd3NllkVERPcGZzd0xGMFkxdDEySmhDbUI5aVJRUnFkVUlScVJ6cmpoa2pyY0o4NGNhbTV5YXd5dGVweGszODM5R3BKSnVQRlhuOHAwTnZFT1lkd1pyRW44c1VXa1VIWHVJSXVzcGp6NTQ5VEo4K25ZMGJOM0xERFRmd2YvLzNmOXg2NjYyTzQzbDVlZVRsNVJVYVhYWHBwWmNTSHgvUG9FR0R1UFRTU3hrd1lBQXRXN1lzZHovTzVPN3V6cGd4WTBvOEp6RXhFVTlQVDJiTW1NRzc3NzdMMTE5L2pjbGs0b29ycm5EVXd0cXhZd2NBY1hGeHJGaXhnajE3OWhUNVliRlZxMWFNSFR1VzBhTkhNM1hxVkVhTkdzV3FWYXZJeTh0ajhPREJqQjgvbnM4Ly81eEJnd2E1N0hzVVorN3U3azRGckF1YU4yOGUrL2Z2NTVGSEhpa1VIcnA2ZWxwMWQrellNV3cyRy9IeDhYVHAwZ1dBTys2NGc3aTRPQUFhTjI1TWVIZzRtemR2WnVMRWlmVHMyWk51M2JveGNlSkUxcTlmejNQUFBWZnExTUdTWEhMSkpZN0grZSt6L0tDN010eHh4eDFrWldVeGZ2eDRQRDA5R1RWcVZKRWh6YTVkdTNqcnJiY1lOR2dRWGJwMG9WKy9mbHgzM1hXTzBVeG4xdCt5V0N3c1dMQUFMeTh2bm56eVNhZXBuU2FUQ1I4Zm53cXQrbmVteW5yZDhoZktDQThQcjNCYjV4c0ZWeUlpRjVtSWYydTRwT1VhaGR4M0pobEYxcysxREROc08ybHM3bTVHbjZLQ29VR0k2bUtKaUd2OGVjQ29aUlViRGxjMHJKbys5STE2aGsvM1BGSGtzUnhyT2xOM2xyMWVUOS82ejVTN0h6azVPYnp5eWl0NGVubzZSaDEwNzk3ZDZaeEZpeGF4Y09GQ1huMzFWYWY5dFd2WEpqdzhuQjkrK0lFZmZ2aWgwSXBZdi96eUM3LysraXMybXcwL3YvS3R6bEZ3UkVtK3RMUTBBTWFPSGN2MjdkdnAwYU1IeTVjdmQvUmo5T2pSYk5xMHlmSEJjT3ZXclN4Y3VKQnAwNmF4Wk1rU3dzUERpdzNZMnJadHk3aHg0MmpTcEFrQUsxYXNZUG55NWN5YU5ZdWRPM2Z5MVZkZjBhaFJJM3IwNkZHdTcwZEt0bTNiTm5idDJzVVRUemkvTnhZdFdzVHUzYnR4YzNQandJRUQzSFBQUFFRR25uK0xQN2pLamgwN2NITno0OHN2djZScFU2TnVYcE1tVFJ5TEdCdytmSmhKa3lieDIyKy8wYTVkTzRZUEg0NlBqdzlObWpSaDdOaXhQUHJvb3p6MjJHTmNkOTExRmU1TFptWW00SnFhWU1VNWZ2dzRMN3p3QW9jT0hlSy8vLzF2c1NPTGF0YXNTYzJhTlhueHhSZnAxcTBianovK2VMRlRTM056YzNuNTVaZlp2SGt6VHovOWRLRlZWRU5DREZmS1pnQUFJQUJKUkVGVVFoeXJYbGFHOHI1dUdSa1pUSjgrbllpSUNBSUNBckJZTEh6Ly9mY0VCZ2JTdUhIanl1aHF0YWJnU2tUa0loWGtEVjJqb0dNa2JFK0VyUWxGcjZwMUxsanRjQ2pOMkpZZk1vcTc1NC9HcWhOZ2pCZ1RFVGtibXhPTTBPcXkrdENxVnRYMW8xVklUMjZxL3hRL0gzcXpRdTBNYURpV1NMKzRjbC92NCtQRHBFbVRDQTRPZG93c3lDL3duRy83OXUyNHU3c1gydS9vdzRBQjNIYmJiVTZydlFGMDdOaVJQbjM2c0hYclZ1Yk5tK2ZZYjdmYkhYVmJDbjdOZjF5YXBVdVhBc2JLaHVQSGo2ZERodzZzWGJ1V1YxOTlsZjc5KzlPalJ3ODJiZHJrT0Q4bEpZV1FrQkFTRWhKWXVYSWwvZnYzZDR5czhQVDBMRFNsc0czYnRvN0hPM2Z1ZEl6bUdUeDRNRnUzYm1YU3BFbDA2TkNoVU9GNktaKzh2RHpNWmpOLy9QRUhuMy8rT1YyN2RuVWNTMDFONWZQUFAyZnUzTG0wYnQyYTl1M2I4KzIzMy9MNzc3OXoxMTEzY2ROTk41MFgwNk5LKy9uT24rcGxzOWtjdFkrSzQrWGx4WklsUzJqZHVqV2RPM2RtOU9qUldLMVdSMkZ2bTgzR2xDbFQyTHQzTDBPSERxVnYzNzZPbi9jNmRlcnc5dHR2TTNIaVJNY29uWHdMRml6Z3p6Ly9QT3Z2YmV2V3JaaE1wa3FyUGJabzBTS21USm1DbjU4Zmt5Wk5jb3dxeTFld29IbG9hQ2l2dmZZYVAvLzhNeDkrK0NFUFB2Z2d3NFlOS3hUR0p5WW04c29ycjdCOSszYUdEQmxTcHBVUUxSWUx1Ym01aFg3UG5ldlhMU0FnZ0dYTGxwR2VmbnFwOExDd01KNTU1cG1Mc2dhZmdpc1JrWXVjbHp1MHFRMnRhOE8rWkdNVVZrSm0xZllwSmNmWU5wMEFUeE5FQmtHRFlJZ0tBVi85elNVaXBVaktoaFdIakJHY1ZSbGE1ZXRSZXlCQXVjT3JBUTNIVm1pS1lMN3c4SEFHRGh6bzlFR29JTFBaak1WaW9XL2Z2c1cyOGRCRER6a1ZLQVpqUkZibnpwMnBVYU1HZVhtblZ3TFp2SGt6MTE1N3JkTzV3NGNQZDNwZWNJbjdNMTE3N2JVY1BIaVFwNTU2aXNEQVFEWnMyTUM0Y2VQbzNidTNZMlU1UHo4L2R1N2N5WjkvL3NtU0pVdTQvUExMbVR0M0xuYTduZDY5ZXp2YWF0aXdJY3VXTGVQNzc3OHZOTTFtKy9idDdObXp4MUU3eWNQRGd6Rmp4cENhbXFyUXlvWCsrdXN2YkRZYng0NGQ0OTU3NzJYQWdBRnMzNzZkaFFzWHNuRGhRbkp5Y3JqaGhoc1lPblFvM3Q3ZS9PYy8vMkhHakJsOCtPR0h6Smt6aDhHREIzUDU1WmRYOWJkUm9vOCsrb2p2di8rKzFQTisvdmxuZnY3NTV4TFBtVHg1TW4vLy9UY1BQZlFRTjk5OE15RWhJVXlkT3BWWFgzMlYxcTFiRXhrWlNVeE1ERzNhdE1IZDNaMWZmdmtGTUFLdC9HbS9FUkVSbU0xbWZ2MzFWOGVvcStqb2FLZlFNQ2NuaDIrLy9kYnAzdE9tVGNOc05oTWNISXkzdHpkNzkrN2w3Ny8vcGsyYk5wVlM0MnJ5NU1uTW16ZVBEaDA2TUdyVUtJS0NndGkxYXhkcjFxekIzOStma3lkUGtwR1JVU2o4dWVtbW0yalpzaVZqeDQ1bDdOaXhQUDMwMDQ1d2F1blNwVXlaTW9XMHREU0dEUnRHbno1OWlyMy9XMis5QlJpam92YnQyK2Q0N1FxcWl0ZnR4eDkveEd3Mk8wYVZCZ1VGblhVYkZ3cjk4MTlFUkFCd0E2SkRqZTFVTnV4T2d0Mm5JTXRTNnFXVnltSXpDaXNmU0FFT1FyQzNNUXFyVGdEVURqQkdaNG1JRlBUM0lTT1V2N0tLcGdjV3BVZnRnWVI1Ui9KVC9JUmlhMTZkS2NJM2xqc2F2VnFoa1ZabkdqWnNtRk80ZExiT25LSXliTmd3eDhpRW1KZ1lZbUppQU9qYnR5K2RPM2N1c2EzWnMyZVhlRHd5TXBKWFhua0ZNRVpPVEp3NGthRkRoem9GWnoxNzltVGh3b1c4OXRwcjFLeFprejU5K2hBUUVFQk1UQXgxNjlaMW5IZi8vZmVUbEpURUo1OTg0bFNBSGlBd01KQ2JiNzZacTYrKzJyR3ZUcDA2MUtsVHA4VCt5ZG1KaVlraEtpcUtaNTU1aHFpb0tCNTg4RUVPSHo2TXlXVGk4c3N2WjhDQUFZNmZIekNtZzQwZVBacnJycnVPZDk1NWgvSGp4OU80Y1dQSEFnSFYwWlZYWGtuRGhxNzV4Vk9uVGgzQ3dzTDR6My8rQThEVlYxOU5seTVkK1B2dnYxbTNiaDE3OSs0bEtTbUp6TXhNY25OenNWcXQyR3cyN0hZN2JtNXV1TG01NGVIaGdZZUhCNDg4OG9pajNlam9hS2NWRFZOVFV3c0ZNT25wNlN4WXNNRHgzTTNOalJZdFd2RGtrMCs2NUhzN1U4K2VQUWtQRCtldXUrNXlqQnJMeWNuaHM4OCtBNHlhYUsxYXRTcHl5bU4wZERSVHAwNWwvdno1anFMcnFhbXBUSnMyRFM4dkw5NTg4MDFIb2ZUaUhEOStuSC8rK1Fjd1JtZDI3TmpSOGJvWHZFOVZ2RzVlWGw0WDVTcUNaM0t6Rnh4ekp5SWlVb0FkbzVqNzdpVFluMnlFU05XTnQ3c1JZT1dIV1RYOWpacFpVbm1tcjRNaFRLL3Fia2cxTXAwaERMbWs5UFBPaGFQcDhNdXVxcDhpV0pMVmlUK3pKV1VSVzFJV0YzbThaY2lWdEF6cDZaSlJWaGVTL0Eva2N2NnkyV3lPWUdMcDBxVWtKeWZUdlh2M0ltdWNGV1N4V05pMWF4Y3RXclE0Rjkyc051TGo0NG1LaW5KWmV3a0pDZmo0K0pScDVFNytkTWJjM0Z6OC9QeXFiS3FteldaekJIRm5JekV4RVY5ZjM3TWFOVm5jNzVqejhYVzcwQ2k0RWhHUk1ySGE0VUF5N0RvRmgxT05VS3M2TXJsQkRiL1RRVmFkQVBEUitHS1hVbkFsWjZwT3dkWGNYWkNlQzNlMnF1cWVsTTJlOURXT3g3N3VnUzRkWFNVaUluSWgwRC9sUlVTa1ROemRJRHJNMkhMeVlNOHBZeVRXeWF5cTdwa3ptOTJvMFpXUWFkVElBcU1RZmY3VXdqb0JFS3JwaFNJWHBIUXpIRXMzUmx1ZEwySUNPMVoxRjBSRVJLbzFCVmNpSW5MV2ZEeWdaUzFqUzh1Rm5VbXdKOG40MEZnZHBlVWEyNjRrNDdtSENjSjhuYmR3UDJQYW9WUXYrNCtsNE8valNhM1E2bDhnT1R2WFFxN0ZTa2hBOVVoR3JWWWJKMU96OFBSd0p6eW84cFl2cjA0Mi94dFdOdzB2K1R3UkVSRTVmeWk0RWhHUkNnbnlobzRSeG5ZOHd4aUZ0VGNaekdWYjdieEs1TmxPajhvcXlNZmozeERMRjBJTGhGb2VwcXJwNThWdTFsODdtVDUvRSsyaWEvSEc0QjdsYWlNaE9STmJDVlVSUE54TjFBajJLMjhYSGRLenpEejkwUkt5elhtODhXQVBhb1ZVdk0welpXYWJNZWZaQ0Ewc1d6QjJNaldMZ1cvOFNsejlNTjU5NUNxWDk2YzYycFVFc2VGR1lYWVJFUkc1TUNpNEVoRVJsOG12S2RVMXlnaXhEcVpDZkFxazVsWjF6OG9tSjg4bzdIejBqSlhpQTcwS2pNN3lNNzRHZXh2MXRLVHlYTllzZ285LzI4eUd2UW44MzlvRFhOUGg3RmRxZXVUOVAwakpLUDRIc0c2WVAxODgzWnU3WHA5SFdsYlpod3crZGxNNy9uUEo2Zjc0KzNnUVdTT0FKWnNPTTN6YVlpWU91WUk2WWNZb3NSSFQvenpyZmdOMGJSN0J6ZDFpQVNPQUcvWHBNanpjM1hoNzZKWDQrNmpZNjVtT3BodUJlY09TYXp5TGlJakllVWJCbFlpSXVKekpEU0lDamUyeWVzWVV3Z01wY0RERkNMUnMxYld5ZXpIU3pjWjJNUFgwUHBNYmhQZ1lJVmJvdjZPMHdud2hRQ3NXdTB5OW1vSGNkRmtNUHk3ZnpmVDUvOUNsZVYwQy9ielB1cDBHdFlNWTBLTnd3ZXN2ZnQvcWVOd2h0amFaT1JhbjQwczJIY2JYMjROT1Rlc1V1dmJNRVZVbWs0bG5iNytVSExPVlZUdU84ZFJIUzVqODN5c0pEL0psMDc2VFo5MW5nSWExVDY5ZUZPVHZqWmVIaVQxSFUzamhpK1dNdis5eXZEeU5ZVVU1NWp5S1dtc24xMklNZTdUWjdXVG5XZ29kQjJPcGJoK3ZDK09mZ3dkU2pLOFJnVlhiRHhFUkVYR3RDK05mS2lJaVVxMEZlaG5MMHJlcUJSYWJzU3Jod1ZTSVR6VkdPWjJQYkhZNGxXMXNCYm03Z2I4WCtIa2FJWmEvcC9IYy85L0hBVjdnNndrYXJGVTJkMS9WbkpVN2p0SG4wc1o0ZTVidm55MWhnVDVjM2I1Qm9mMC9yOWhEYXFZeEdtdjR6UjJjanAxS3kyYkpwc00wcXgvR21Ec3ZLOU45UE54TlBIOW5aNTc2YUFudUpoUHVKamZTTW5PWjgzTGZJcy9QekxIZzYrV0I2WXloZTB1M0hPSE5XV3VjOXZsNGVmRHFvRzQ4UG5VUm0vYWQ1TFZ2VnZMaTNWMHdtZHdZTW5rQngwNmRNZSsxZ0YySGs3bnh4WitLUE9icFlXTCtxN2VVNmZ1cjdnNmtRSU1RVFJNVUVSRzUwQ2k0RWhHUmM4clRCSTFDalEyTU9sUHhxY1pvcktUc2txODlIMWp0cDR2QkY4Y05JOWp5THliWXluOThJVTlGSERIOVQwNmxsZTBQM00wTjVxL2V4L3pWKzBvOTk1RWIyOUVoMW5tRTFNbVVMSDVhdnJ2UXVja1pPWmpjaW42Ump5UmxBTkN3ZG5DcDkxeTI1VEE3RHAyaVYvc0dOS2dkelBqN3UrUHQ2YzZCNDZrODgvRmYzTjRqanY0OW1oYTY3dldacXptUmtzV1lPenBUciticFlVS2U3a1VYVlFzUDh1VzFRZDE0WXRwaS90NTJsUDh0MnNZOVY3ZmdraWExT1pXZVUrajhISE1lNi9ja0VPRHJTZXRHTll0czA2T1llNTF2a3JJaHd3eVhSRlIxVDBSRVJNVFZGRnlKaUVpVnF1VnZiQjBpSU10eXVpN1drWFNqaVBxRnlBNWtXb3l0Sko0bThQWXdpc1o3dXh1UHZUM0FwOEJqYi9kL2p4ZDRmRDRFWGtjUzAwbEtLeHkyVkZSV0VWUGlEaWRtOFA3Y2pVV2VYemZzOUdxRnMvN2E2WGk4NTZneDcreDRjcWJUZm9BYk8wZmpYV0I2M2FvZHgvaHQ3UUdhUllYVG9IYXdvLzVVM1RCL0FueTltUEhySm1xSCt0R2pkWDNITmF0M0hPUHZiVWVwRStwSGplQ3lyL2pYc0U0d0w5NTlHVCt2Mk1zdC85YS9HdGJ2a2lMUFBYNHFnNEZ2L0VxOUdvRzhmRS9YTXQvamZKUmZsNjZSNmx1SmlJaGNjQlJjaVloSXRlSG5DYzFxR0J2QW9WU0lUek5HWTJXVXZXNzJCY05pQTR2NTdMOTNkN2ZDZ1plUGg3RUNwTHZKT0c1eU14NmIzSXpuK2Z2UGxjOUdYbGRrWGFZekRmdGdNZnVQcC9MVWJSMjV2R1ZrcWVjWE5aMndUZU9hakwyM2NIQXpjc1lTMGdzVVpKOCtmMU9oYy83ZWRwUy90eDExMnZlZlN4bzZCVmZGOGZmMVlzeWRuWG5zL1Q5NDYvdTFSTlVNcEZIZEVDeDVWdDZic3dHQXAyN3JkTlkxcHRyRjFLWmRURzNBV00yd3VGVVRNN0tORU05cXN6dW1SQmJGMTh2RFVTL3JmTFVyMGFneHAybUNJaUlpRng0RlZ5SWlVbTNWRHphMnJ2V040dWduTW96dGVJWlJXK284cS9GK3psanR4dWkxckZKR2RGV2xzb1kxK1RQNVBOMU4rSHFYYnlVOWs4bXR5R3VMbWliWW8zVTluaWhtQk5PTVh6Y3hmL1grTXQzVGttY2x6MnFqWG8wQWJ1c2V5OS9iam9HYkc5bTVGcjc3YXlmSFRtWFN1MU1qbWtTR2tKMXJ3Y1BkaEtmSDJhY3U5NzQ1bi9Uc2t2K2dkeDlKNXRheGM0bzkvdGhON2JqeHNwaXp2bmQxa1c0MnBncGVWci8wYzBWRVJPVDhvK0JLUkVUT0M0RmVFQmdHTVdIRzh6eWJVUi9yUkFZYy8vZXIyVnExZlpUcTZaOTlKN25oaGRtRjl1ZGE4cWdUNnUrMHo5M2tSb0N2c1RUa2ExK3ZaT08rQkdhTnVSRTR1M3BRMCtiOXc1d1ZlNTMyRFptOHdPbjUvTlg3SFVIWWpaZEY4OWhON1l0c2E4YjhUUnhPVEhmYTkwei9Udmo1ZUhKTmgwWms1eG9ySE5qczltSnJkaFZsMTVGa2RoOUpka3h0UEYvdFNqUytOdFEwUVJFUmtRdVNnaXNSRVRrdmVaaU1aZThqVHRlMEppWEhHSTExSWdOT1pCclBSV29FK2RLOVZiMUMreGR0akMveE9uT2VsWndLcHFHWE5Zc2cyTityMk9PcG1XWldiRDlhN0hHQVRmdFBzdVBRS2FkOUZxdFJBRzdvOVcwYys5NmZzNEU5UjFPNDUrcm1qcW1FQUJ2M0pyQmhUd0tkbTlXbFdWUzQwL203anlRN2dycnprZGtLbXhNZ050d0l0MFZFUk9UQ28rQktSRVF1R0NFK3hoYjNiNDJzWE92cDZZVW5NbzBSV2hkcXdYY3BXdi91VFFrSjhLWlgrNGFGanRXdkdVaXVwWEtINmQxeFpaeFRXSFNtN2ZGSnBRWlhZKy90aXVYZkg5em5QMS9HM21PcGhjNngyV3prV3F4c1BaakkweC85UmZNRzRReThxamtkWXV1dzVVQWlYeS9lVG1pQXQxTmY4bGNpOVBjK1AvODVhTGJDM0gvcjVtczFRUkVSa1F2WCtma3ZGUkVSa1RMd2RvZW9ZR01Eb3laV1dpNGtaeHMxc3ZLMzFCelZ5Nm9LT2VhOFVndTA1eCsyV0cxa0Y3RmlZRUdlSHU2TzZYeDVWaHVXUEN0OUxtME1VT1MxVjdhcDd6aFdWQTBzcTgyT2V6VllvakVrd01meHVLZzZXR21adWFSazV2TGtMUjNvMnlXR0QrZjl3L285Q2J6d3hYSStIWEV0anUvZ2pHK2xTV1FvdVJZck5ZTDlLcS96bFNBcDIxaEZjRmVpVWQvcWhxWWFiU1VpSW5JaFUzQWxJaUlYRFRjZzJOdllDdGJEc2RtTmFZV25zcDFEcmZTTGNDWERjK25POGIrVVdsZzgzNXV6MXZEbXJEVWxuak9rZDJ0dTY5NFVnTm5MZHhlNVNtQng1cnpjdDlDK2JITWVmdWZCYUtScDgvN2hqdzBIdWY3U2FPNjV1amtUSHV6Qm1wM0hTRWpKcG5hb3YyTmFvWWZKdVViWGdDdmlYTjZYNmV0YzNtUWgrVkducjRjUldvWDdWdjQ5UlVSRXBPcFUvMytOaVlpSVZES1RHNFQ1R2x0QmVUWkl6amtkWk9XSFd0VjV0Yjd6U2Qzd0FBS3lTazRIVDZabWsyZTFFUkxnalc4cEt4RUcrSjRlTlJVVEVjS05sMFVYT21maCtvUDRlbm5RcldXazAvNmlDcThuSkdkV3VQN1RqRjgzRVZoQ0crblpGVTlIZTNkcXpNR0VOT2F1M012dkd3NHlvRWNjdDNScmd2ZS9yMWVPMlNqZTd1VjU5cXNXbnEyMmRZeXB1WlVwNzk5Vk16UE5zUGtFWEZGNEZxaUlpSWhjUUJSY2lZaUlGTVBEQkRYOWpLMGdzOVY1cW1GK3FKV3JWUTNQeXZ1UFhsM3FPVVBmV2NDK1k2azgzS2N0VjdhTktuUGI3V0pxMHk2bU5wdjNueVF4TlpzcjJ0VEh6YzJObGR1UFVUUFl0OWdWL1BKbFpwczVrWkpGajFiMXkzelBvdXc4ZEFvN1lNbXo0ZUZ1d3NQZGhDWFBpdFZteDh2RGhNbGt3c2ZMQTgreldMSHdUQzBiMXVDOVI2NWk0ZnFEZkRqdkh6NWRzSVdHdFlQbzBzSUk1NUl6akZwV2diNlZ2M3BncDhqU3ozR1ZuVW13NUlBeE12S2FhUENxL0Z4T1JFUkVxb0NDS3hFUmtiUGs1UTUxQW95dElMTVZNdjhkQ2VMNGFuYmVsNU5YTlgyK1dIMjJjQ3M3RDUwNnE5QUxZTlhPWTlqdDRGdk9xWUp4OWNQSXlEWnpiNitXL0wzdENCL08yOFRJV3p0d1Zic0d2UHZ6ZXVhczJNdDdqMXhGbzdvaHBUZFdETHZkN2hoTkJYQjV5MGphTks3Snd2VUhhUmRUeTFIWEt6NGhIVEJxWlJWVjY4dkQzVlJrN2F6cXJ1bS9kZWFYSElEOUthZWZpNGlJeUlWRndaV0lpSWlMZUxrYlc2aFA4ZWZZN0tXSFcxa1c0enlwdVBRc015RUIzazc3dGg1TW90ZXpzeHpQNCtxSDhlNGpWL0gxczlmajQrV096V2JqdTc5MkFmRHJtdjJZODZ3ODBlOFM3dnRQU3diMGlDdlR5S1ZlN1JzNlZqTGM5KzhxZ0ZHMWdvbzlmOHYrazN6OGYxdDQ4TnBXWmY3ZVRpUm5NdkNOWDRzODl2bkNyWVgyUFQ1MVVaSG4zbmxsTSs2N3BtV1o3MXVkTkEwM2lyU3ZPNnJnU2tSRTVFS2w0RXBFUk9RY01ya1pLNkNWdGdxYTJXcHNPWG5HMTl3OFl5cGlidjdqTTU0WFBGZE9TMGpKSXRqZkc3dmRqcHVic2F4ZVNJQTNIV1ByT002SkNEZUd6dFVNTWVhRVRwMjdnYjFIVStqZXFoNXVidkRIaG5qMkhrM2hwWUZkaUt3UmVGYjNUOG5JWWVtV0k0UUdlQk5kTjdqWTgzSXNWclljU0dUdnNaUVNhMklWNU9QbFFaZm1FU1dlYyt4VUp2dVBweEllNUV2VGVxRkZudE9nZHZHQjJ2bWdWVzFZc0JjT3BEZ3Z1aUFpSWlJWEJnVlhJaUlpMVZEKzZLMkFjdFFHUHpQTXlyV0NPUS9TY3NGcUI2dk5HTkdWLzlocVAvMmNNb3owT2xiSnhiZGQ1VVJ5SnBrNUZqSnpMUHl3YkJlM1htNnNPQmdaSHNEVC9Uc1ZPajgxTTVkM2YxN1BrazJIaVFnUFlQak5seERnNjBXRFd0djQ0dmV0UFBMZUg0d2EwSWxMNDBvT2kvTGxtUE9ZOE4xcWNzeDUzSE4xYzB6L3J1cG4ramRBTStmWkhPY2VPbWxNNTZzUjVFdXVwV3pwWTBpQUQ3ZDBpNlYxNDVwRkhzL01OdlA0QjhZb3F5N05JM2k4YjhsMXZjNVhEVU9NOTRxQ0t4RVJrUXVUZ2lzUkVaRUxqTGU3c1ZXVzZlc3FyMjFYMm5vd0NZQkFQeTgrK25VellZRytSWjUzL0ZRbTg5ZnM0K2UvOTVDVm0wZmp1c0dNdSs5eXg0cUNBNjl1VG1RTmY5NzRiZzNQZjc2Y2gvcTBwVi9YSmlYZWU4My90M2ZuMFUxWCtmL0huMG5hTk4xb201WlNvR1d4RHJUVUFsVVlBWlh0OTBWY2dBRkYrMU1zb2dnNDVYeGRFUFc0SURvT09PTU1NT0k0TXZMRjRTaW9MSUxMSUFQSTR2SmxSNVJkb0ZLV3JsSm9TemZhSnZuK0VSdUo2VTZoS2I0ZTUrUzArWHh1N3VlMjVkTkRYcjMzZmIvUDRvMVB2eVhqZEJIOXVyWGp6aHU3dU02MURuSE83UHJMOGgzRXgxZ3ByN1N6K1VBbVJxT0JiaDNEMlgwMHQ4NnZyYUxTeGo5WGZjZUhYeDltMWN0M2VOU29PbE5ZeW91THRyanFXMzI2Tlkyam1XZEpIZGFUdUE1WDNwcTZUcUhPNEVwRVJFU3VQQXF1UkVSRTVMS3FxTFRocUdjTnI2cDJsVFk3NWZXY2llUmpNbUkwR3ZoaXowa0EvdkxRQVA2eWJEdXZmTEFOazlGQTZ4RDNBR3Zyb1V6ZTMzZ0lQMThUWXdiSE0yWnd2RWNRTkxoblI0SXNadjc0L2xaYUJkUThEVzdib1N6ZVhyT1hIN0lLOFBVeGt2SmYzYmh2Y0RlTVJvT3J6YTI5TzdQMVVDYjcwMDl6UEtjUWdJZ1FmOFlONlVsb2tJVkttM01tbGdHRFIvLzV4ZWNCbVBMUFRXU2RLU1kweUkrS1NydHJ2RGFiblRXNzB2bWYxWHM0VjFwQis0Z2dmaitzQng5cytwNTk2YWY1NzM5c1lNaTFIUmwvU3lMaHJhb1A4bHFpVHFGd09BOHl6MEc3aHEzbUZCRVJFUytuNEVwRVJFUXVxNVJYUHlPdnNLeEJyM2wxMlE1ZVhiYWpYbTBuRCs5SjB0V1JiRDJZU1hSRUVMSHRRbm5sd2Y2ODhzRTJkcWZsY2pRem56OHQyVWF2MzBRUkZSYkE5VjNiWXI3RFJLOHVVWVFIV3pBWXdHNjNZM2VBM2U2Z290SkdoYzFPcHphdCtQUDQvcGg5akJ3K2RZWXUwVmFQYTNkdTA0cVM4NVdNNkJ2TDNmMjcwaVlzMEtOTmNJQ1oyWk1HNFhBNHNOc2RHQXk0bGhIYTdRNjJIc29DbkdIV2hZNWw1Wk56dGhodzFxN3FueGpOSXlPdkpjRGlTMkh4ZVQ3ZmZZS1BOaDhoNjR5elRWSnNKTS9lY3oyaFFSYXVqMnZIaG0rUE0zLzFYdFo5YzV5djltWHcvd2QwNWE3K1hUSDd0cndkQlgrcEtxeEt6MWR3SlNJaWNxVlJjQ1VpSWlLWFZhYzJJWVFFK3RYZHNKRkNneXg4dnZzRWRnY002QjREUUZpd2hWY25ER0ROem1PcytOOGpyTjk5Z3ZXN1R6VDZHamNrdE9mRmxINGV4eVBEQW5uM3FkdnEzYy9FMTlaaU1CancvV21XV0c1K0NmbEY1ekVhNExkZG85emFIang1Qm9jRExHWVRqOS9SaTk5MmpXTGpkeWZaZWpDVFhVZHlzUDIwRldWa2FBRDNEMG5nNXVzNnViMStjTStPOU92V25rWHJEN0Q4cThNc1hMZWYxVHVQTWYyK2Z2eW1mZldGMjFzS3N3azYvclJjc0Y5TWM0OUdSRVJFbXBLQ0t4RVJFYm1zL2pTKy95Vy9SbXpiRUQ3YWZKU1IvYTUyT3o2MFYyZUc5dXJNeWR4QzloL1BJN2VnaE55ekpad3VMS1dnK0R6RlpSV2NyN0JSWG1uRFpuZmdjT0Rha2RCZ2NDNUROQmtOL0wrZUhTNTZqQWFEZ1ZZQmZ1eExQKzA2NXV0akpMWnRDR1AvSzRHcjJycFhHcisxZDJmU2N3b1kwZWRxb2xzSFUxRnBZOVcyTk5LeUNnQ0k3eERPaUQ2eERPb1JnOGxrclBhYUZyTVBEOTNhblNIWGRtVHV4N3M1a1Z0SVc2dm5yTENXcUZNb0hNK0h2RklJdjNKV1FZcUlpUHpxR1J5TytsYVpFQkVSRVhFV1o1L0lXODA5akRydFBKeE5yeTVSZFRmMEFuYTdBNXZkam8vSmlNSGdXZHVxSnBsNVJYeTE5eFFEZThSVXV5eXhMdGxuaW9scWd1RHFMU1l5OGJxTDd1YWlsTnRnNGJmUU53WVNJNXQzTENJaUxjV1pVamhiQ3FkTG5NRi9Yb256ZUhpQTg0OEFFUUVRNWc5Vy9VRkFtcEZtWEltSWlNZ1ZxYVdFVmdCR293R2pzZUcxcHRxRkI1RThNSzdSMTIySzBNcGJtRTNRTmdqMjVpaTRFaEdwajAzcFVGd09majdPZ0NveDBobFlnVFBBeWl1RlkvbncvV2tJTk1PQVRyWDNKM0twS0xnU0VSRVJrU3RDbHdqNElsMjdDNHFJMUNhakVOYW1PV3NDZG8yb3ZrMUFDTVNFL1B6ODBHbm5yTmFiWS9YN1ZTNi82Z3NnaUlpSWlJaTBNRjNEblRPdkR1YzE5MGdhSm52WlVvNitPTDI1aHlFaXZ3TGZaTUh1YkJqVHZlYlFxanB4RVhEUE5iQXJFNzdOdm5UakU2bU9naXNSRVJFUnVXSWtSanFEcTd6UzVoNUovWldkT3NtNUEvc3Y2elh6OHZMSXk2czU0U3NvS0NBakl3TnZLWWRiWEZ4TWZuNStrL2VibFpYRmtTTkhtcnhmcWQ2K2Zmc29LU2x4TzVhYm0xdHQyNzE3OTVLZW5uNDVodVhTMHU2TGh2b21DMG9xWUZnWFo4amZVSDQrTUx3cm5Ec1B1N09hZm53aU5kRlNRUkVSRVJHNVlpUzJnYjI1c1Bra0RPL1MzS054bDc5bE02RjkrM2tjdDBUSEVOYTMrdGNVN2Q5UFVFSkNrNDZqb0tDQXNXUEhjdnZ0dDVPYW1scHRtNmVmZmhvZkh4LysvdmUvMTloUFJrWUc3N3p6RG84KytpZ0JBYzdDT09YbDVhU2xwZFZySENhVGlTNWQ2djRoNWVmbjg4QUREeEFmSDgvTW1UUHJiTzl3T0pnMWF4WkJRVUZNbkRnUm83SG12OVcvOTk1N2JOMjZsV1hMbHRWcnpOSjRaV1ZsVEpzMmphRkRoL0x3d3c4RGNPalFJUjU5OUZIKzlyZS9FUjhmNzJwcnQ5dVpQWHMyZ1lHQnZQNzY2eDZiVm56NTVaZjg4TU1QakJzM3puWHM2TkdqVkZSVTFIczhack9aMk5oWTEvT1dkbDgwVkVhaGN4bjFzQ2JvK3FhTzhNbjNFQlVFYmJWc1VDNERCVmNpSWlJaWNzVXdtK0M2ZHJEbEpLVG5RNmZRNWg3UnovWk9HRS9yb2JjUU4ydU8yL0dvdSs2dXR2MnBCZk01K29lWDZQWFptaVlOcjFhdVhFbDVlVGx4Y1hFY1BIalE3WnpWYWlVM041ZTB0RFNTazVNOXpnTkVSMGNUSEJ6TTBhTkgyYkJoQTdtNXVienl5aXRZTEJheXM3TjU1SkZINmpXTzRPQmdWcXhZVVdlNzBOQlErdmJ0eTdwMTY5aThlVFA5K25tR2Y3OFVFUkhCNHNXTCtlR0hINWcyYlJyQndYcDMzZHdzRmd0MzMzMDM3NzMzSGlrcEtRUUdCaElYRjBmMzd0MzU2MS8veXJ4NTgvRDE5UVhBYURReWNlSkVYbmpoQmZiczJVT1BIajNjK3RxNmRTdnIxcTNEWkRLUmtwSUN3UFRwMDJ1Y3ZWV2R0bTNiOHM0Nzc3aWV0N1Q3b3FIV3BqbVhCemFWbTJOaHlUNjR2MmZUOVNsU0U0T2pwYzV6RkJFUmtXYngxaTZZeUZ2TlBRenhJbTh4a1luWE5mY28zQzAvQUVYbHptVXQ0VjZ5alh2Ui92M3NuZkFnU1V1V1k0bUpvZXprU1U2dlcwUFJmdWN5d2FDRUJDS0dETVVTRTBObFFRRmZkMDhnN3EremF3eTJHaU0zTjVjSEhuaUE4dkx5YXMrUEdqV0tvMGVQc25mdjNocjdtRFp0R3YzNzl3ZmdvNDgrNG8wMzNpQXBLWWtaTTJZQWNPTEVpVHJIc1hUcFVuYnMyRkh2TitpNXVibE1uanlac1dQSE1uejQ4SHE5WnMyYU5jeWVQWnVZbUJqbXpadUhqNC9uMyt4bnpacWxHVmVYV0U1T0RuLzg0eDhCNTh5amMrZk9FUjRlRHNEUW9VT0pqNC9uNFljZlp0S2tTVml0VmhZdVhPaDY3ZG16WndrTEMzTTlmLzMxMXdrSkNjRm1zL0hTU3kreFpjc1dKazJheE9qUm96bCsvRGlWbFpVZTE1ODFheFoydTUwbm4zelM3Yml2cnk4ZE9uUUFXdTU5VVYrYjBwMjdydGFucHBYZDRaeE5GZFBLK1VlQTJodzZEVGxGMm0xUUxqM051QklSRVJHUks4NklydkRlWHRoMERBWjI5bzd3S2lnaGdiNmJ0MUZaVU1EUmwxN2sxTnYvUTJCOE40SzdkUU1nYStsU2pyNzBJdEVQUHNUVjAxOWs0UEZUVFhwOXU5M09uLy84WndJQ0FsaXdZQUU1T1RsczNyeVplKys5MTlWbTQ4YU5yRnk1a3FlZWVvckV4RVRtekpuRDNYZmZ6ZFZYWCsxcVU3WDhDV0RreUpHY1BIbVNUWnMyY2VyVUtUcDM3dXkyL0tvbUlTRWhiczlUVWxMcXJHRmxzOWw0NjYyM2VPdXRtb1B6Qng5OGtGR2pSZ0hPVUNRa0pBUzczWTZQancrdnZ2b3FYMzMxbFZ2Nzh2Snk3SFo3dFdIWTNMbmE5WEd5QUFBVFZFbEVRVlJ6NmR5NWM1MWZpOVF1SUNEQUZlajhVcWRPbllpTmplV1ZWMTRoS1NtSnpNeE14b3daVTJOZkZvc0ZjQzZuZS9iWlozbnNzY2Y0NktPUHVPMjIyK2pZc1dPMXIvSDM5OGRtczlYNDc5S2I3NHVtY0tZRWlzdnJGMXJaSExEeEdPUVdPNE9ydXNSRndORXpjTFlVd3J6Z2Q2eGN1UlJjaVlpSWlNZ1Z4Mnh5enJiNjlIdm5ZMkFuNzFrMnVIZkNlSW9PN0tmbkIwczlhbDdsYjluODgva2xUVHNMNk0wMzMyVFBuajA4Ly96elJFVkZjZURBQVZhc1dFSDc5dTBaTVdJRXAwNmQ0dTIzM3lZaElZRWhRNFpRV1ZtSjNXNW41c3ladlA3NjY3UnJWLzMwaTlUVVZKS1RrNG1Nakd6MDJFYU1HRUZwcVh0Ri9YWHIxbEZVVk9RS291cWpxalpRZVhrNVpyT1pQbjM2dU00TkhqellvM2JRaGcwYlNFOVA1OEVISC9Ub3kycTFOdVJMa0JvRUJ3ZGp0OXN4bTgydW4rV2lSWXNvTHkvbm1tdXVBYUJYcjE0QXRHdlhqdm56NTNQNzdiZHovZlhYQTNEeTVFbGVlT0VGbm5qaUNmejgvRno5V2l3V1huNzVaWHg4Zk54Q280Ynk1dnVpS1p3dGN4WlZyMHQyRVh4OXdqbFR0U0g4VE01cktMaVNTMG5CbFlpSWlJaGNrY0w5NGQ1RTU3S1h0V25PSFFldmE5ZTQzYlNhU3ZxY1dSUWQyRS9Ta3VYVjFxMEs3ZHVQcENYTDJaMDhtbE1MNWhNOWZrS1RYRGN2TDQvMTY5Y3pjdVJJQmd3WUFEaURuSU1IRDdKeDQwYUdEUnVHd1dBZ0tpcUtxVk9uQXVEajQ4UDA2ZE9aTTJjT0psUE4zelNUeVhUUmI4N3Z1dXN1ajJQZmZQTU5ack9ac1dQSE5xaXZGU3RXOE1rbm56QnQyalMzV1M2OWV2VnlCU1JWMHRMU3lNcktZdVRJa1kwYnVOU0wzVzVuOGVMRjNIcnJyVmdzRnRhc1dVT2ZQbjFZdDI0ZGRyc2RvOUhJa0NGRE1KbE1tRXdtRml4WVFPL2V2VEVhalh6ODhjZGtaMmZUdW5WcmozNS9lU3c3TzV2MTY5ZHp5eTIzdUpZajFzYmI3NHVtY0xvRUl1cVI2NjFOYzdhN09SYVdObUNUMDRnQTV6V3VDcXU3clVoaktiZ1NFUkVSa1N1VzJRU2p1emxydk96TmhlL3puRE92cm1zSHdlWkxmLzNLZ2dLS0RoNGdLTDRiUGlFaFpDMWJTc3o0aDJvdHRoNlVrRURNK0ljNDlmYUNKZ3V1d3NQRGVlMjExd2dLQ2lJcks0dXlzakpLUzB2cDNiczNpWW1KYk55NGtiS3lNZ1lOR3NUcTFhc3BMQ3gwZTB5ZVBKazc3N3lUZSs2NUI0QWxTNVp3Nk5BaFYvOWp4NDV0OG1WMVpXVmwrUHMzZkJwSGZIdzg3NzMzSG84ODhnaFBQdmtrQXdjT2JOSnhTY01OR3phTVJZc1dzV25USnFLam84bkp5ZUdPTys1ZzNMaHgyTzEyZkgxOUdUSmtDQUQzM25zdnFhbXBiTnk0a1Q1OStyQjI3VnFHRFJ0R216WnRBR2ZOcWgwN2RyajZuajkvdnF2NGZtWm1KZ3NYTHFSMzc5NzFDcTVhNG4zUlVIbWx6dEMrTHNPNmdMVVJzNmJDQTJCLy9XdmlpelNLZ2lzUkVSRnBrTGJtUW1qZ1VnSzVzclUxRndMMUtJalNqQVoyY29aVnV6TGhjSjd6MFNuVXVaVjdSSUN6Y1BHbHNEdjVMb29QSHNDdmZYdDZyMTdMK1l3TVF2djByZk4xb1gzNmt2NjNPVlFXRkxqNkNJenZSdS8vckczMFdHSmlZcGd4WXdhYk5tM3lPR2MwR3JIYjdVUkhSeE1ZR09oNlZPMlVWclVEWEpXeXNqS0tpNHNwTGk3bThPSEREQjgrM1BVR2ZkV3FWY3liTjYvV3NWUlVWTlM1dkt1b3FBaUR3Y0FISDN4UWF6dXoyY3dkZDl6aGVoNGZIOC9jdVhONSt1bW5tVEZqQmxhcmxlN2RtM0E3TldtUWtwSVNpb3VMR1Q5K1BIRnhjYno3N3J2MDdOblQ5YlA5NG9zdlhIWEx5c3JLaUl5TTVQZS8vejNkdTNkbjFhcFZWRlpXY3Z2dHQxTlFVSUMvdno5SlNVbFlyVmJTMHRMWXRtMGJkcnU5empIWWJEWUtDZ3JjamdVRkJXRXltVnJjZmRGUWVTWE9jS2t1alFtdDRPY1pWeUtYa29JckVSRVJhWkR6K0pHSGxYRE9OUGRReEF1Y0pweHlnNlc1aDFFdndlYWZBNnpEcDUyenI5SXZxQWZlTmhnaS9NRjh3ZitRMnprbmNoRHUzN2dsaGhjR1RWVzdCelpFWldFaGlmTVhVSGJxSkpib21JWVA0QmNtVEpoQWNuSXkvdjcrV0N3V0xCWUwvdjcrZlBMSko3ejU1cHY4NjEvL3FsYy85OTkvUHdBSER4N2trVWNlY1R0WFVWRkJXVmtaNDhhTncyeXVmbHJiNXMyYk9YNzhlSzNYT0hmdUhHVmxaU3hldkxqR051ZlBuOGRxdGJvRlYrQ3NsZlRhYTYreGF0VXF1bmZ2enRHalI4bk16UFI0ZlU1T0RoVVZGWHo1NVpmVjl0KzNiMTk4ZlgxckhXZHRzb3VjdTdSZGFZTE0wTXF2N25ZQWE5ZXU1WTAzM3ZBNG5wS1NRbEpTRXYzNi9Wem5iZDY4ZWF4YXRRcHcxcDZxTW1HQ2MrYmg1TW1UWGNzNlAvdnNNN1p0MjFhdk1SdzZkSWpSbzBlN0hYdmpqVGRjTmM5YTBuMGg4bXVrNEVwRVJFUWFKTnpmUUY1NXVJSXJBZUEwRVVRRUdKdDdHQTBTYkhhR1Y5ZTFnM0liWko1elB2SktuTXNKTDdUcnA0OTlZK3EzM0tZMlZjc0R5MDdWdlZ0Z1ZSdExUSXpieDRzVkdCZ0lRR2xwS2JtNXVaU1dsbEpTVXNMaHc0ZHhPQnlzWExuU05VT202bHpWNS9mY2M0OUhqYWphL081M3Z5TW9xUHFwYk4yNmRTTWpJNlBHMXhZWEYxTlNVc0tvVWFOSVRVMnRzVjFxYWlybDVkVlBBYlZhcmFTa3BBRHc3My8vMnhXSVZPZmxsMSt1OXZqeTVjc2J2ZFBiZ1IrZHhhNnZSUDQra05LamZtMXZ1ZVVXYnJqaEJnRGVlZWNkamh3NTR2cCttODFtTm03YzZHcDcvLzMzdTBMSURSczJzSGp4WWhZc1dPQTYzOWlDK1RFeE1Zd2JOODd0V051MmJWMmZ0NVQ3b2pIQ0E1eS8yd0thZnNOQ29QNDF0RVF1aG9JckVSRVJhWkNyVzVzNVV0S0ZMaFZIbW5zbzRnVXlmSDlEMTRpVysxOUtzOG01WkxDNkhRZkxiVDh2Z2FtYWVYV3hvdTRjVGZieVpVVGRkWGV0N2JLV0xTWHF6dEcxdG1tTXA1NTZpc09IRDNzY054cU5PQndPUHY3NFl3SUNBbHdQZjM5L0lpTWo4ZmYzcDFXcnBsc09tcENRUUVJdGRiNk9ISEgrZm9tcEk3QXJMaTRtTEt6NnF0QWxKU1ZzMmJLRi92MzdNM255WkNaTm11UTZWMWxaU1dwcUtrVkZSY3liTjYvR3I2MHhOYmFxZEd2dFhINTFwYzY0cXErcUdVeFZuNXRNcG1vTHJRT0VoWVc1ZnA2aG9jNmJza09IRGhjM1dLQlZxMWIwNzkrL3h2TXQ1YjVvakhCL1o1MnJtRXNVWE5WM0thTEl4V2k1LzhzUUVSR1JaaEVUQXVuQmtldzcwNTFyMk5QY3c1Rm05QjA5c0FTM0p0cTd5MXMxbXRuVWRJRlZsVTZQUDhHT1cyL20wQk9QRXpkclRyVnREazE1aktJRCs0bXY0ZnpGbURKbEN1WGw1Zmo3Kzd1OUVhOWFFclZ3NGNJbXYyWmpiTisrSFlCcnJybW0xblpGUlVVMUJodmJ0Mi9uVDMvNkUzYTduU0ZEaHJndCtYdjMzWGZKenM1bTZ0U3BycUxmbDBMVUphcWQxcExZYkRiWHJMalMwbEpNSmhPbHBhVUFIa3ZtS2lzcktTNHVCcHoxb2dDMzJsU0JnWUg0K0hpK2hUMXo1Z3huejU1dDlCaGJ5bjNSR0JFQmNDeS83bmFOZGJvRVloczNFVTZrM2hSY2lZaUlTSVBkMU5tWERXVmQyVnRpSTVHRzErMlJsbThQaVp3SitBMkRPamUrL3MrdmtTVW1ocVFseTltZFBKcjhyVnZvOVBnVFdLS2pBZWZ5d1BRNXM2Z29LQ0JweWZJbVd4NTRvZGpZV05mbkRvZURrcElTOHZMeXlNL1B4K0Z3c0hQblRsZHg2YXJsZWhkK0xDNHVac3lZTWZUb1VjOTFZclg0N3J2djJMNTlPNk5IajNhYk5WVldWc2E2ZGV0bzM3NTlyVHV5T1J3T2lvcUthcHp4OHZYWFgyTXltZWpiMTcwWWZrWkdCdSsvL3o1SlNVa01IVG9VZ0JNblRqQno1a3ltVEpuaXFuc2tUZVBMTDc5azVzeVpic2RHakJnQndMUFBQdXQyZlBmdTNSN0hMcXhOTlhQbVRIcjM3dTEydnJDd2tELzg0US8wNzkrLzBiT1ZXc0o5MFZoaC92RDk2WXZ1cGtibks4SGFNc29jU2d1bTRFcEVSRVFhWlhCOEdGLzkwSXNOaFRHMHN4MGpndE5Fa05mY3c1Skw2RFRobkNhQ0RPTlZXRUlqR2RTNW50V1p4VTFRUWdLOVY2OGxmYzRzanMzK0srZC9xbW5qMTc0OVlYMzZjdlgwbC9CcFpGMmwya3lkT3BXelo4OVNVbExpZXZ6U004ODhnOEZnY00wNENRd01kSDMwOC9PamJkdTIrUG5WL0hPdnp3NXZWWTRkTzhiU3BVc1pOR2lRMnh2MFpjdVdrWitmejczMzNsdnI2NHVLaXJEYjdkWFdvS3FvcUdENzl1MWNlKzIxSHZXRTVzNmRpNit2TDFPbVRIRWRDdzhQcDZDZ2dKa3paekp2M2p6WDBqYTVlTDE3OTNidHB2ZmtrMDl5MDAwM3VZS3JObTNhOFBubm43dmFkdTdjbWJsejV4SVlHRmh0amF2SXlKOEx6ZGxzTmdDZWUrNDV5c3ZMR1R4NE1EazVPUTBlWDB1NUx4ckw2ZytCWmpoMEd1SWlMcm83TndkL2hGWVdDRzM4aWxxUmVsRndKU0lpSW8xMjAxVituQ3pvd0E5NWJkbGZiTWRzS0NmcmZCT3ZyUkt2ME02dmlQTU9YeUlDalhTTjhMMWlsd2RlTHBhWUdPSm0vKzJ5WHJOSGp4NVVWRlM0dmVtdWVtemR1cFZseTVheGN1VksvUDM5TVJnTUhxOS81cGxuNk5DaEEzRnhjZFgydjJmUEhqNzk5Tk42ejNySnlNakFZREFRL2RPTU0zRHV4clo0OFdLaW9xSVlObXhZcmEvUHpYVlcwcStxaFhTaEhUdDJVRnBhNmxIWDZNTVBQK1NiYjc3aCtlZWZKeW9xeW5VOE1EQ1F4eDkvbk9lZWU0NS8vT01mYnFHV1hKeWdvQ0NDZ29JNGVQQWc1ODZkWStEQWdXNHpuQ29ySzNFNEhLeFlzWUpGaXhZeGJkbzA0dVBqNjZ4eGRlellNY0M1cytUczJiTnAzNzU5bzRLcmxuQmZYS3dCbldEaHQ5QTVGUHpxa1FBOGRHM2RiVW9yWUVjbWpMMzRTV1lpZFZKd0pTSWlJaGNsSmdSaVFxcVdpMmtHenBWTHhYcWEycUVwajFIMml4M0VMTkhSTmRhK3VsaFZPK3hWNStUSms5anRka3dtVTdWdnpoME9CMmxwYVI1dnBxdnFFQzFmdnB5ZE8zZlNzMmRQVncyaWdvS0NHbmRQY3pnYzdOMjdsNWlZR05mc3B1UEhqek50MmpRY0RnZFBQLzIwVzAycTZtemR1aFdBamgwN2VwemJzR0VEUnFPUmZ2MzZBYzRaTHl0WHJ1U2YvL3dudDkxMkd6ZmVlQ01GQlFXY08zZk83ZEd1WFR0V3IxN05qVGZleUc5Lys5dGFyeThOczJqUklxS2lvanlXMCszYnQ0L0t5a29XTFZyRWZmZmRWMmRkc3lxblRwMGlPRGlZVjE5OWxmYnQyemQ2WE41K1h6U1ZtMk5oYlJvTTc5bzAvYTFOYy9ZcGNqa291QklSRVJFUmFRWkJDUWtlZGF4OG1uQ0hzb2FvbWdFemUvWnMrdlhyNS9ZbTNlRndzR1BIRHM2ZVBlc1JPdXpldlJ1QVhidDJjZDk5OXpGbXpCajI3M2ZXdlh2NTVaZnAwNmNQUnFQUjdUV1ZsWlhzMjdlUHRMUTBWMml3YytkT1pzeVlRVkZSRVZPblRuVUxMNnFDckpDUUVNTEN3dkQzOStmSEgzOWsvZnIxV0sxV0VoTVQzZm92TFMxbHk1WXRKQ1ltdXVwZjVlZm5NMy8rZkJ3T0IrdlhyK2V6eno3eitCNFlqVVphdFdxRm41OGZzMmZQWnNHQ0JRUUdCamJxK3ludVZxeFl3ZmJ0MjVrK2Zickh2NGZXclZzemRPaFFKazJhUkhCdy9XZnNQdi84ODJSblo5T3hZMGZHakJsRFlXR2hhL25nNDQ4Lzdyck8rZlBuQVJnK2ZMaEhIMisrK1dhdE01dWErNzVvU3UyQ0lUY0V2am9PTjNsbXZRM3k1WEhuVHF6YWZFQXVGd1ZYSWlJaUlpTE5JSHI4QlBLM2JJWUwzZ3lIOXVsYnl5c3VuUzVkdXZEUVF3K3hjdVZLTm16WTRIRStLQ2lJVWFOR2NjTU5ON2dkdDl2dFJFWkc4dHh6ejlHdFd6Y0F1bmZ2VG5KeU1wOS8vamtmZnZpaFIxOEdnNEhRMEZDU2s1TVpNMllNZVhsNXZQVFNTOWhzTnA1OTlsa0dEUnJrMGI2MHRKVHZ2dnZPVlN2SVlEQncxVlZYOGRoamp4RVFFT0RXZnRldVhaU1hsN3RtV3dGWXJWWlNVbExJeWNuQmFyVVNHaHBLV0ZnWVlXRmhoSWFHRWhvYVNuQndNQWFEZ2YvODV6L01taldMWmN1V01XN2N1TVo5UThWTmFXa3BvMGFONHNZYmIvUTRsNXFhV3Uxc3BycTBhdFhLRlV3bUp5ZTdBcXFHcUs0KzJvV2E4NzY0RkhwR3dlNHMrT1I3NTJ3cFN3UFRnTklLNTB5clRxSFFJNnJ1OWlKTnhlQndPQnpOUFFnUkVSRVJrVitieW9JQ3R0elFCOXU1Y3dDWWdvUHArNzliTDBsaDlrdWxvcUtDc3JLeUJzMlVxYzZ1WGJ1d1dxMjE3aUlJemlWWUZSVVZXQ3lXV3BjU0hqdDJES3ZWV21jd1VSMkh3OEdtVFpzWU1HQ0F4NndZa2Zwb3F2dmlVc2s2NXd5Z3JvK3VmOEgyZ3o4NmExcmRIS3VaVm5MNUtiZ1NFUkVSRVJFUitaWDVJaDNPbFlPZkNTSUNJRHpBK1JIZ2RBbmtsVGcvbnJkQkt6L29mNUZMREVVYVM4R1ZpSWlJaUlpSXlLL1EyVkk0VytZZVZJRjdrQlZtZ1RELzVoMm4vTG9wdUJJUkVSRVJFUkVSRWEra1Jkc2lJaUlpSWlJaUl1S1ZGRnlKaUlpSWlJaUlpSWhYVW5BbElpSWlJaUlpSWlKZVNjR1ZpSWlJaUlpSWlJaDRKUVZYSWlJaUlpSWlJaUxpbFJSY2lZaUlpSWlJaUlpSVYxSndKU0lpSWlJaUlpSWlYa25CbFlpSWlJaUlpSWlJZUNVRlZ5SWlJaUlpSWlJaTRwVVVYSW1JaUlpSWlJaUlpRmRTY0NVaUlpSWlJaUlpSWw1SndaV0lpSWlJaUlpSWlIZ2xCVmNpSWlJaUlpSWlJdUtWRkZ5SmlJaUlpSWlJaUloWFVuQWxJaUlpSWlJaUlpSmVTY0dWaUlpSWlJaUlpSWg0SlFWWElpSWlJaUlpSWlMaWxSUmNpWWlJaUlpSWlJaUlWMUp3SlNJaUlpSWlJaUlpWGtuQmxZaUlpSWlJaUlpSWVDVUZWeUlpSWlJaUlpSWk0cFVVWEltSWlJaUlpSWlJaUZkU2NDVWlJaUlpSWlJaUlsNUp3WldJaUlpSWlJaUlpSGdsQlZjaUlpSWlJaUlpSXVLVkZGeUppSWlJaUlpSWlJaFhVbkFsSWlJaUlpSWlJaUplU2NHVmlJaUlpSWlJaUloNEpRVlhJaUlpSWlJaUlpTGlsUlJjaVlpSWlJaUlpSWlJVjFKd0pTSWlJaUlpSWlJaVhrbkJsWWlJaUlpSWlJaUllQ1VGVnlJaUlpSWlJaUlpNHBVVVhJbUlpSWlJaUlpSWlGZFNjQ1VpSWlJaUlpSWlJbDVKd1pXSWlJaUlpSWlJaUhnbEJWY2lJaUlpSWlJaUl1S1ZGRnlKaUlpSWlJaUlpSWhYVW5BbElpSWlJaUlpSWlKZVNjR1ZpSWlJaUlpSWlJaDRKUVZYSWlJaUlpSWlJaUxpbFJSY2lZaUlpSWlJaUlpSVYxSndKU0lpSWlJaUlpSWlYa25CbFlpSWlJaUlpSWlJZUNVRlZ5SWlJaUlpSWlJaTRwVVVYSW1JaUlpSWlJaUlpRmRTY0NVaUlpSWlJaUlpSWw1SndaV0lpSWlJaUlpSWlIZ2xCVmNpSWlJaUlpSWlJdUtWL2c4N0lDQ2c4aHg4WXdBQUFBQkpSVTVFcmtKZ2dnPT0iLAoJIlRoZW1lIiA6ICIiLAoJIlR5cGUiIDogIm1pbmQiLAoJIlZlcnNpb24iIDogIiIKfQo="/>
    </extobj>
  </extobjs>
</s:customData>
</file>

<file path=customXml/item2.xml><?xml version="1.0" encoding="utf-8"?>
<s:customData xmlns="http://www.wps.cn/officeDocument/2013/wpsCustomData" xmlns:s="http://www.wps.cn/officeDocument/2013/wpsCustomData">
  <extobjs>
    <extobj name="C9F754DE-2CAD-44b6-B708-469DEB6407EB-1">
      <extobjdata type="C9F754DE-2CAD-44b6-B708-469DEB6407EB" data="ewoJIkZpbGVJZCIgOiAiMzMxOTUwODI5MTA4IiwKCSJHcm91cElkIiA6ICIxNTQxNzUxMzIiLAoJIkltYWdlIiA6ICJpVkJPUncwS0dnb0FBQUFOU1VoRVVnQUFCSzRBQUFLbUNBWUFBQUJrR2RZb0FBQUFBWE5TUjBJQXJzNGM2UUFBSUFCSlJFRlVlSnpzM1hsWWxPWCtCdkI3aG0yQUFRZFFka1ZsRVJGM1ZGeHlONWZVM0Vxek5JNm1udXgzTEJQVExETXp0VFQxcEtWV2JwMnlVaXcxdHdyRlhYRlBCUkVGV1dTWFpZQUJobGwvZnlDVEk4TU9NdUw5dVM2dTRIMmY5MzIvUTJQSnpmTjhINEZXcTlXQ2lJaUlpSWlJaUlqSXlBZ2J1Z0FpSWlJaUlpSWlJaUpER0Z3UkVSRVJFUkVSRVpGUlluQkZSRVJFUkVSRVJFUkdpY0VWRVJFUkVSRVJFUkVaSlFaWFJFUkVSRVJFUkVSa2xCaGNFUkVSRVJFUkVSR1JVV0p3UlVSRVJFUkVSRVJFUm9uQkZSRVJFUkVSRVJFUkdTVUdWMFJFUkVSRVJFUkVaSlFZWEJFUkVSRVJFUkVSa1ZGaWNFVkVSRVJFUkVSRVJFYUp3UlVSRVJFUkVSRVJFUmtsQmxkRVJFUkVSRVJFUkdTVUdGd1JFUkVSRVJFUkVaRlJZbkJGUkVSRVJFUkVSRVJHaWNFVkVSRVJFUkVSRVJFWkpRWlhSRVJFUkVSRVJFUmtsQmhjRVJFUkVSRVJFUkdSVVdKd1JVUkVSRVJFUkVSRVJvbkJGUkVSRVJFUkVSRVJHU1VHVjBSRVJFUkVSRVJFWkpRWVhCRVJFUkVSRVJFUmtWRmljRVZFUkVSRVJFUkVSRWFKd1JVUkVSRVJFUkVSRVJrbEJsZEVSRVJFUkVSRVJHU1VHRndSRVJFUkVSRVJFWkZSWW5CRlJFUkVSRVJFUkVSR2ljRVZFUkVSRVJFUkVSRVpKUVpYUkVSRVJFUkVSRVJrbEJoY0VSRVJFUkVSRVJHUlVXSndSVVJFUkVSRVJFUkVSb25CRlJFUkVSRVJFUkVSR1NVR1YwUkVSRVJFUkVSRVpKUVlYQkVSRVJFUkVSRVJrVkZpY0VWRVJFUkVSRVJFUkVhSndSVVJFUkVSRVJFUkVSa2xCbGRFUkVSRVJFUkVSR1NVR0Z3UkVSRVJFUkVSRVpGUlluQkZSRVJFUkVSRVJFUkdpY0VWRVJFUkVSRVJFUkVaSlFaWFJFUkVSRVJFUkVSa2xCaGNFUkVSRVJFUkVSR1JVV0p3UlVSRVJFUkVSRVJFUm9uQkZSRVJFUkVSRVJFUkdTVUdWMFJFUkVSRVJFUkVaSlFZWEJFUkVSRVJFUkVSa1ZGaWNFVkVSRVJFUkVSRVJFYUp3UlVSRVJFUkVSRVJFUmtsQmxkRVJFUkVSRVJFUkdTVUdGd1JFUkVSRVJFUkVaRlJNbTNvQW9pSWlJaUlua1ZGNmp5a0ZON1JPK1pxNVFOTEU5c0dxb2lJaU1qNE1MZ2lJaUlpSW5xQ0xtYnV4NldzL1lqTnYyend2TDlrQU5yYkRVUTNoeGVmY0dWRVJFVEdSNkRWYXJVTlhRUVJFUkVSVVdOM1V4cUdmWW1ya0tOSXFkSjRPM05Ydk5KcUdieHN1dFZ6WlVSRVJNYUxQYTZJaUlpSWlPclpIeWtic1QzbW5TcUhWZ0NRbzBqQnh1anB1Smk1djg3cjBXcTFVQ2dVcU94MzJDcVZDa3Fsc3RiUDAyZzBrTWxrMEdnMEZZNExDUWxCU0VoSXJaOUh4dXRKdlBjV0xWcUVyVnUzVnVzYXVWeGU2ZnV6THVYazVDQWxwZXIvUFNCNmxqRzRJaUlpSWlLcVIzK2tiTVJmS1p0cmZQMHY4WXZyUEx5S2pJekVDeSs4Z0h2MzdsVTRidlhxMVhqNzdiZHIvYnk0dURpTUhUc1cwZEhSbFk2TGk0c0RBS2pWYXFTbHBlbDk1T2ZuSXo4L3Y4engwbytxQkIwM2I5N0V1SEhqc0dEQmdscS9McXErSi9IZVMwcEtRa1pHUnBYSGF6UWFCQWNIWS9YcTFiVU9yd29LQ3JCbno1NUtnN2tmZi93UjgrZlByOVd6aUo0VjdIRkZSRVJFdFJJZUhvNVR4NDhoTmpZR3RsWVcrRHNxdHFGTG9uclFzYTBuOGd1TDRlbmxoUUdEbmtlM2JseStWaFUzcFdHMUNxMUsvUksvR1BZV3JyVmFOaWlWU25VL3pOKy9meDhBa0pDUUFMVmFYZTQxK2ZuNUtDNHV4cDA3L3pTUjkvSHhRV0ZoSVhiczJHSHdHazlQVHd3Y09CQ0ZoWVd3dGJXRlFDQXdPRTRtazhIQ3dnSm1abVlHeno5NDhBQlRwa3pST3paNjlHaFlXbHBpMTY1ZEJxL1p2SGt6UEQwOXkzMDkwZEhSK09DREQyQm5aNGVyVjYvaTY2Ky94dXpaczh1dGtlcEdYYjczNm9OUUtNVE1tVFB4d1FjZndOemNISFBuemtWY1hCeG16cHhacGV2TnpNeHcrUEJoQU1DeFk4Znd6VGZmSUNVbEJYUG16S21YZW9tZU5ReXVpSWlJcU1iV3J2NE1hbWtTT25uWVluejd0dkIwa1FEbzB0QmxVVDJKVFpVaU5rV0tZNy90d05sVHgvSE92UGNhdWlTanR5L3g4enE4MXlvRXQ2djVNcnF3c0RCczJyUko3OWpLbFN1cmRPMWJiNzJsK3p3ME5CUWFqVWEzekNrbUpnWkNvUkN0VzdjR0FOamIyK1BpeFl2NCtPT1BzV3ZYTHRqYjI1ZTVuMXF0eHRpeFl6RjM3bHlNR0RHaXdtZHYzNzRkRGc0T1dMTm1EUURnMVZkZnhiaHg0d0NVQk9mZmZ2c3R0bTNiQmdCbzBxUkp1ZmM1ZWZJa3Z2amlDM2g1ZVdIRmloVTRkZW9VMXE1ZGk2eXNMTXliTncvVzF0WlYrbDVROWRYbGU2KytkT2pRQVo5ODhnbTJiTm1Dek14TUFFQndjTERlbUtLaUlnZ0VBb2hFSXQyeGMrZk80ZEtsUzdxdlI0OGVqY2pJU0J3NGNBRFcxdGFZUG4wNlB2dnNNNXc5ZTFidlhrcWxFbXExR3FOR2pTcFR5OEtGQzlHN2QrKzZmSGxFVHpVR1YwUkVSRlFEV256NjRYdG83eXpFaXdNN05IUXg5SVI0dWtqZzZTTEI4MTJCdldkajhObVNCVmk0OURNQW5LMWl5TVhNL2NoUnBOYjRlanR6RjczclU0cWljVEZ6UDdvM3JkbHVnNk5IajhidzRjTUJBTGR1M2NMQ2hRdng1WmRmb2xXclZ1VmVzMmJOR2lRbEpXSGR1blY2eDhWaU1UNzk5Rk1Bd0l3Wk0vRENDeTlnekpneHV2T1AvNUJlbVlTRUJLaFVLdVRuNXdNQVltTmpkYk54TEN3c1lHbHBDUk1URXdBbHZZOWVmLzExZlAvOTk3QzB0SVJRS0RRWWpwVlNLQlRZc1dNSFFrSkMwTGR2WDh5Y09STUNnUUJEaHc1Rmt5Wk44TmxubjJIV3JGbFl1SEFoL1AzOXExVTNWVTFkdnZkU1UxTXJuUWtsbDh1Um5wNk9jK2ZPbFR2RzF0WVdPM2Z1aEZ3dXgrVEprekZqeGd3TUh6NGNYMy85TmM2Y09ZTmx5NVpoNmRLbENBd00xRjJ6ZnYxNlhMOStIVnUyYk5ITjBrdFBUOWNMcm9DU3dDczlQUjM3OXUzRGlCRWpNSFRvVUhUb29QLy95ckN3TU55N2R3OXZ2UEZHbWRvcW1qVkk5Q3hpY0VWRVJFVFZ0bmJWWitqZ0xNVG9udnpMOWJOcWJHOHY3RDE3RjErdVdZVzM1N0ZYa0NHbjBuK284Yld1bGo1NHkzY2JidVljeHkveGkzWEhJNlJoTlE2dVRFMU5ZV3BhOHRkL0N3c0xBTUNLRlN2S1hhb0hBTm5aMlhCemM0T2xwYVhCODFsWldZaVBqMGYzN3QxclZGT3BSWXNXSVRNelU5ZGY2T0xGaXhnL2ZqeUFraGxkbVptWnlNdkxnMWdzUm01dUx1UnlPV3h0YmFGU3FYU3Z5WkFyVjY1Zy9mcjF5TWpJd015Wk16RisvSGo4KzkvL2hydTdPeFl2WG96QXdFQnMyclFKeTVZdHc5eTVjOUczYjE5TW16WU5ibTV1dFhvOXBLOHUzM3MyTmphWU9uVnF1ZGVkT0hFQ2QrN2NnVWFqUWE5ZXZlRGw1V1Z3WEdrZFdxMVd0eXl4Vk8vZXZSRVFFSUJQUC8wVTY5ZXZSK3ZXclJFWEY0ZERodzRoT0RpNDBxV2xabVptK1Bqamo1R1ZsUVVYRnhlNHVMaWdjK2ZPZW1OaVkyT1JtcHBhNll4REltSndSVVJFUk5VVWZ2NGMxTGxKR0Qyb1kwT1hRZzFzYkc5dmZCWnlEWmN1WGtTM1dnWVhqVTJST2c4cFJYY3FIMmhBYVdobGFXS0w3azFmeEtXc2ZZak52d0lBaUpBZXI4c3lNWExrU0RnNU9aVjcvdmZmZjlmN2dmNXhwMCtmaHB1YkcxeGRYV3RWeDg2ZE82SFJhREIrL0hqMDdOa1Q3NzMzSHRMUzBoQVNFb0xseTVkRElCQkFvVkRBMWRVVlVxa1UxdGJXTURVMWhWd3Uxd1VRajRxSWlNRE9uVHR4K2ZKbCtQcjZZdW5TcFdqWnNpVUFJQ2dvQ0V1V0xNR1BQLzZJS1ZPbXdNWEZCUnMyYk1DdnYvNktIMzc0QVdmT25FRmdZQ0NHRGgyS3dNQkFDSVhjejZvKzFQUzlKeGFMOGRKTEx4bThKams1R1R0MjdOQUZZdkh4OFZpd1lFRzEveDBLQkFJc1dMQUFzMmZQeHIxNzk5QzZkV3RzM0xnUjN0N2VHRHg0Y0pYdUlaRklJSkZJY1BQbVRSdzhlTERNK2Vqb2FPVGw1UmxjTXRtbVRSdmRjbGdpWW5CRlJFUkUxWFRxK0ZGMDhpaS9qd3c5V3pxMWxPQmsyRjhNcmg2VFhGang3bm5sZVRTMEFvQ2Y0ejdVaFZhbHNoWEpzRGV2bXhsQlhsNWU4UER3S1BmOHlaTW5LOXlkN2VqUm8vRHo4OE9EQnc4QWxEUzVkbkJ3MEoxWEtwVlFLQlM2M2Y1S3Z6YTBjOXV0VzdjZ2s4bktITisrZlR1YU5XdW0rd0UvTnpjWEVva0VRTWtPYm8vM3B2cjU1NSt4YmRzMlNDUVN6Smt6QnkrODhJSmVjTkdyVnkrTUdUTUc0ZUhobURScEVzek16R0JpWW9LWFgzNFovZnYzeHc4Ly9JRFEwRkFrSmlhaVc3ZHVESzdxU1czZmU0WjgrZVdYNk4yN04yN2Z2ZzF2YjIvRXhNVGd0OTkrdzRRSkU2cDhqMzM3OXVIcnI3L1dmZjM1NTUvajg4Ly82VlgzL1BQUFF5UVM0Y0NCQTJXdVBYZnVuSzVtb1ZDSTBhTkhRNlZTb2FDZ0FFREpzbFZ6YzNNQWdMdTdPOXpkM1hYblNrVkVST2lXeFJKUkNRWlhSRVJFVkMyeHNmY3d2b05mUTVkQlJzTExWWUo5VjI0M2RCbFBEVmRMSC9SMW1vSjk5eitIWEMwcmMrN3gwT3BTMXU5bDdwRmRuRkpud2RYNzc3OWY2Umh2YjIrRHg2T2lvaEFkSFkzbzZHaGQwMndiR3h2ODl0dHZ1akd2dmZhYTNqWHo1czByOXprWEwxNEVBTnkrZlJzaElTRjQ3cm5uREk3THpjM1ZOV0hQenM3V2hWaWxoZzBiQnBWS2hRa1RKcUN3c0JENzl1MHJjdzhIQndmMDdkdTNUUGd3WnN3WXpKczNENis5OWhvS0N3c3JYTXBHdFZPYjk1NGh1M2J0d3ExYnQ3QjkrM2JNbXpjUHBxYW1tRGx6SmxhdVhJbXVYYnRXMkUvcmNTS1JTTmZEN1hGbnpwekJIMy84WWZEYzRjT0hjZjM2ZGFoVUttZzBHb3dlUFJxZE8zZEc1ODZka1pHUmdUZmZmQk5EaHc3Rks2KzhBaHNiRzV3N2R3N3IxcTNENXMyYmRZRnZVRkFRTndvZ2VneURLeUlpSXFvV0d5dUxoN3NIRWdGZWJuWVFXNW8zZEJtMWxpSXJ3SjBzS2U1a1MzWEg3bVRsSUY5Uk1sTm9TZC91Y0JYWDdvZEpPM01YWFREbFp0VUdYMGRQMDRWWFZRMnQ2dHJhdFdzci9JSCt2Ly85cjI3M3dNZnQyclVMQURCa3lCQk1uVG9WbHk1ZHd2YnQyd0dVTEhWYXRHaVJibXg2ZWpxMmJ0MktvS0FndUxxNlFxdlZsbGtpZGVIQ0JiUnExUW9XRmhiNDMvLytwK3NqWktqSFZWeGNIR2JObW9XTWpBeG90VnJNbWpVTEFQQi8vL2QvYU4rK1BhWk1tUUlBU0V4TXhPN2R1eXY5UHVUbDVVR3BWR0xVcUZFUUNvVVZMbUdycWg4am9uRXFJYm5XOXpGRy8rcm9oNTd1enJXNlIyM2VlNCs3ZHUwYXRtM2JodG16WjZOWnMyYTY0NzE3OTBhblRwM3cwVWNmWWVQR2piQ3hzYW5TL1V4TVROQ3hvK0hsOEhGeGNlVmVWeHAyaFlTRVlNdVdMWHJubWpWcmhsbXpabUhidG0wNGZQZ3czbnp6VFZoWldVRXFsZW8ySWdDQW5Kd2NpTVhpS3RWSjlLeGdjRVZFUkVUVmN2MzJQUUJkRzdvTU1pTFhvKzQxZEFuVmxpSXJ3TW1FWkZ4SnpVQjBsaFNwc29JeVk3enRKYkF4TjRPTmVkMEVjem1LVk56TU9ZN3VUVitFbTVVdjNtcXpEVjlIVDRPOXVXdTFRaXQ3aStyM2s5Sm9OQWdMQzlOOW5aU1VCQUM0ZWZNbTB0UFR5NzN1d1lNSHlNL1B4OUdqUjNYSFdyVnFoZUxpWXB3OWV4WmlzUmlXbHBad2RuYld6WUlDZ0taTm0yTEFnQUc2cjJOalk3RjE2MVowNmRJRmJkdTJCUUE0T2pycW1xRGZ2bjBiMmRuWjZOYXRHd0JnN05peGtNdmxBRkNteDFYSGpoMTFEYnUvL2ZaYjlPblRCMzUrSmJOQUh3MHRnSklBN1pkZmZxbndlNU9Sa1lIcDA2ZGp5SkFobkdGVlJRcU51dkpCRDlYMWUrL3hIZmNTRXhQeDZhZWZJakF3RUMrK1dIYmpndURnWU15YU5RdWZmUElKbGk5ZnJsdXE5eVFkT0hBQUowK2V4T3V2djQ0ZE8zWmcxNjVkY0hkMzF5MHJmSFJwWUVoSUNMUmE3Uk92a2NpWU1iZ2lJaUlpb21mRzVkUU0vQko1QnljZXpvUnhGbHNod01VUlB2WSs2T3JpaURZT2RUT2IwTTJxamNIanBUc0Vsb1pYd2UxQ1lHbGlVK1hRU21RaXJ0RXlRYlZhclpzTlZVb2lrV0Q3OXUyd3RyWXVzelJKbzlFZ016TVRJcEVJdHJhMmV0ZU9HalVLQ29VQ0hUcDBLSGRteUMrLy9JSzh2RHpNbkRtejNKcXVYNytPQ3hjdVlQcjA2Zmo5OTkvUnUzZHZLQlFLQU1EQWdRT1JscFlHNEo4ZVYyRmhZYkN3c0lDZm54LzgvUHh3NTg0ZEtKVktUSmd3QVQ0K1BsWCtYcHc3ZHc1ZHUzYlZOWFZmdjM0OXJLMnRLNnkxSmw3emI0UFgvQTIvRDU0bGRmM2VlelM0U2tsSndYdnZ2UWNiR3hzRUJ3Y2JmTDVFSXNIQ2hRdXhjT0ZDZlBEQkIxaTJiQmxFSWxHRk5SY1VGR0RVcUZFR3oxVzJrNlVoUFhyMFFIUjBOSUtEZzlHcFV5ZTg4ODQ3Y0hGeDBjM2VlclNlaGdqV2lJd2RneXNpSWlJaWF2UXVwMmJndTJ1UnVKS2FBYkdaR1daMGJvZkovbTFnWTE0L00yd3NUV3poYXVsamNHZkJSOE9yUjBPb3Fpd1A5TExwVnFONnpNek1zSFBuVHQzWEtTa3ArUGpqaitIaTRvSlBQdmtFRW9rRUlTRWgrUG5ubjNVOXFuYnQyb1VmZnZnQmt5Wk5Ldk5EdkVhandmRGh3L0hWVjE4WmZGNU1UQXh5Y25JcXJDa21KZ1lGQlFXUXlXUTRjZUlFVnExYWhjT0hEeHNjbTVpWWlJeU1ERXlhTkVsMzdNeVpNd0NBUFh2MjZDMUxOS1N3c0JCQ29SQlNxUlFyVjY2RWw1Y1hsaTFiaGl0WHJ1RENoUXRZc21RSnJLMnRrWkdSQVZ0YjIwcUREYXE2dW43dlBYcWYrZlBuUTYxV1krWEtsUlV1QSt6Y3VUT0NnNE94YXRVcUxGaXdBRXVYTGkzVEc2MlVqWTBOUEQwOUVSUVVoRTJiTnFGbHk1WVlQbnc0VnExYWhlZWVldzQ5ZS9hc2R2TjBSMGRIQkFjSFkvejQ4Zmo1NTU5MXN4UFQwOU5oYm03T25sWkVsV0J3UlVSRVJFU04ycytSZDdBbS9CcWN4VlpZMHJjN1JubFh2VWx6YmZSMW1xSUxxUjczYUhnRlZMMm5sYjlrWUszck9udjJMRmF2WG8xT25UcmgvZmZmMTgwOFVxdlZ1dDMvQUdEaXhJbHdkbmJHNTU5L2pzdVhMMlBtekptNnBYMUNvYkRNc3J5YXNyUzBoSitmSC96OS9jc05ydkx5OHJCMTYxYjQrZm1oUTRjT2tNbGtPSGp3SUlSQ0lZcUxpOHVNTHlvcXdydnZ2b3ZwMDZjaklDQUFiNzMxRm54OGZQRCsrKzlqeFlvVldMUm9FWUtEZy9INTU1OWo4K2JOOFBUMGhGS3B4TnR2dncxZlgxOTg5TkZIdWg1YlZIZnE0cjBIbEN3dFhieDRNUlFLQlZhdlhnMFhGNWRLbnoxa3lCRGs1K2RqMDZaTm1EbHpKaFl1WElndVhicVVHVGRvMENBTUdqUUlHbzBHSzFldVJJOGVQUkFZR0FoemMzTjRlSGdnTURBUUFMQjA2VktNSGoyNjB1ZCsvLzMzMkxObmo5Nng4K2ZQQTRCdWg4M0h3em1SU0lTUWtKQks3MDMwckdCd1JVUkVSRVNOVXI1Q2lUWGgxM0R3Ymh4R2VyZkV2TUF1OVRiRHlwRHVUVi9FbnlrYmthTklOWGgrMy8xVnNMZHd4YVhNL1ZVS3JUeHR1dXFDcnBxSWlZbkJ0OTkraTcvLy9odWpSbzNDbjMvK2lRa1RKdWpPcTFRcXFGU3FNajlFOStqUkE0bUppUWdLQ2tLUEhqMHdhZElrK1B2NzE3aU94NW1ZbU9ERER6K3NjRXhtWmliTXpNenczWGZmWWNPR0RmanBwNThnRkFyUnYzOS9YUytzMjdkTGRyZjA5ZlhGK2ZQbkVSTVRZM0RaVmZ2MjdiRnMyVElzV3JRSUd6ZHV4UHZ2djQ4TEZ5NUFwVkpoeG93WldMbHlKYjcvL25zRUJRWFYyV3Q4MXRYbGV3OEFGaTVjQ0hOemM2eGV2UnFwcWFuNDZLT1A5SzdMeWNsQmRuYTIzZ3c5b0dRSnE0Mk5EZGF1WFl1VksxZGkyN1p0NVM3NysvUFBQNkhSYUhSQjFlT3VYTG1pNjYxV2tjREFRSU1oYjNaMk5yNy8vbnYwNmROSDE5dXRWSFdYSWhJMWR2d1RRVVJFUkVTTjBxeERZYmlUTGNXN1BUcGpzbi9WZXlEVnBURXRGbUI3ekRzR3o4blYrZGdZUGIzcTkycStvTVoxeU9WeWZQTEpKekF6TThPYU5Xdmc2K3VMdm4zNzZvMEpDd3REYUdpb2JtZTBVazVPVG5Cd2NNQ3Z2LzZLWDMvOUZScU5SdS84d1lNSGNlVElFV2cwR2xoWldkV29Qa1BMdHZMeThnQUF5NVl0UTFSVUZQcjE2NGV6WjgvcTZsaTBhQkZ1M0xpaEM2NGlJeU1SR2hxS3paczM0K1RKazNCd2NDZzNZT3ZVcVJOV3JGZ0JiMjl2QUNVellNNmVQWXVRa0JCRVIwZGo1ODZkYU5XcUZmcjE2MWVqMTBQL3FPdjNYdHUyYlRGNDhHQzgrT0tMdWwwb1gzNzVaYjNyZHU3Y0NTY25Kd3dlUExoTVBVT0dESUdUa3hPc3JhMWhZMk9Eb3FJaXZmTmFyUlpIamh6QlYxOTloVGZmZkJQMjl2WUFTbVpCWGI1OEdkN2UzcmgxNnhhS2lvcmc1dWFHbUppWWNsOTdjWEV4L3Zyckx3d2VQRmkzS1FFQXlHUXkzZkxXeE1SRURCOCtITjI3ZDYvQ2Q1UG8yY1RnaW9pSWlJZ2FuWTlQWGNTZGJPa1RYUnBvU0h2SlFMellmRDcyMzE5ZHEvdE1hcmtNYmxhK05iNWVKQkpoM2JwMWFOS2tpVzQyUjhlT0hmWEdSRVZGd2NURXBNeHhYUTJUSnVHbGwxNHEwOStuVzdkdUdEbHlKQ0lqSTNIbzBDSGRjYTFXQzdXNlpQZTVSLzlaK25sbFRwOCtEYUJrZDdtVksxY2lJQ0FBbHk5ZnhxZWZmb3FYWDM0Wi9mcjF3NDBiTjNUanBWSXBKQklKTWpJeUVCNGVqcGRmZmhsQ29SQkFTWitseDVjVWR1clVTZmQ1ZEhTMExsaVlNV01HSWlNanNXN2RPZ1FFQkxEL1VDM1Z4M3Z2blhmK0NZTTlQRHpnNGVHaE4zN2Z2bjFvM3J3NXhvMGJaL0IrSFRwME1Iajg2TkdqMkwxN054UUtCVDc2NkNPOTJWYWpSNC9HbGkxYmNPblNKUWlGUXZUbzBRUGR1blZEWkdSa21UOFRoWVdGMEdnMG1EMTdObEpUVXpGMDZGRGR1UXNYTHVDcnI3N0Nnd2NQTUd2V0xKdytmUm9mZlBBQnVuYnRpbG16WnFGVnE0Yjc3eFdSc1dKd1JVUkVSRVNOeW9tRVpCeThHNGNabmRzMWFHaFZxcC9URkFDb2NYZzFxZVd5V2kwUkxPWGc0SUFwVTZZZ1B6L2Y0SG1GUWdHbFVva3hZOGFVZTQ4MzMzeFQ3NGR3b0dSV1RHQmdJSm8yYlFxVlNxVTdmdlBtVFF3Yk5reHY3Tnk1Yy9XKzd0eTVjN25QR2pac0dCSVNFakIvL256WTJOamcyclZyV0xGaUJVYU1HSUhwMDB0bXFsbFpXU0U2T2hvblRwekF5Wk1uOGR4enorSEFnUVBRYXJVWU1XS0U3bDR0VzdiRW1UTm5zR2ZQSGpnNE9PZzlKeW9xQ2pFeE1SZzdkaXlBa21WYUgzNzRJWEp6Y3hsYTFaSDZldS9WTlhkM2QvenJYLzlDang0OWRLRm5xWEhqeG1IczJMSFl2Mzgvek16TVlHcHFpdDkrK3cxSGpoeEJpeFl0ZE9NMEdnMU9uVG9GQUxDd3NNREdqUnZoNE9DQXc0Y1A0K0RCZzdoNzl5NWNYRnl3YXRVcWRPalFBUk1tVE1EUm8wZXhaY3NXekpvMUM4T0dEVU5RVUpCdXBoY1JNYmdpSWlJaW9rWm1UZmcxZU50TE1LdEwzZlZocXExK1RsTmdiK0dHZlltZmw5dno2bkd1bGo1NHBkV250WnBwOWJpMzMzNWJMMXlxcnRhdFc1ZTVYK2xzRXk4dkwzaDVlUUVBeG93WlUyNXZvRko3OSs2dDhMeWJteHMrK2VRVEFDVTlydGFzV1lOWnMyYnBoUmNEQnc1RWFHZ29saTlmam1iTm1tSGt5SkVRaThYdzh2TFNhOWc5YmRvMFpHVmxZZHUyYlhwTndJR1NYZVRHalJ1bnQ2ek0yZGtaenM3T0ZkWkgxVlBYNzczNjRPdGI4WjgxZ1VDQXc0Y1BJeTR1RGtESlRMN1dyVnZyelFBVENvVm8wNllOQWdJQ01HUEdEUHp4eHgvWXNHRUROQm9Obkp5Y01IdjJiSXdZTVVMWG1CNEFCZzhlako0OWUyTEhqaDNZdjM4L05Cb05nb09ENitkRkVqMkZCRnF0VnR2UVJSQVJFZEhUWThpUUlRajk3S1dHTG9PTXlKQ0ZJUWdORFczb01nQUEzMXlOd0hmWElyRjV4QUFFdURnMmREa0dYY3pjandocEdDS2t4dzJlOTVjTWdMOWtZSjNNc21wTXRGb3RkL29qbzZIUmFDQVFDQXkrSnpVYWpXN0dsbHd1eDQ4Ly9vanUzYnZEMzkrL3pFeXV4OTI5ZXhldXJxNmM3VWYwQ002NElpSWlJcUpHNCtEZGVIUnhibWEwb1JWUXN0dGdhU2dWazM5SmQ5elN4S1pPWjFjMU5neXR5SmhVRkVBOWVrNGtFdUdOTjk2bzhuMUxOd3dnb244d3VDSWlJaUtpUnVIQTNUaWt5Z293TDdEOHZrbkd4c3VtVzBPWFFFUkVaTlFxbnFkSVJFUkU5QVJFSldiaCtyMk1LbytYeXVTNGZpOERLVm15ZXFsSG85RkFyZFpVNjVxaVlpV2tNbm05MUZNVGFyVUdhZGt5Wk9VVlZUNjRrVGg0Tng3T1lpdjA5M0JyNkZLSWlJaW9qakM0SWlJaW9nYjM2VS9oQ1A3MlpKWEgzNGg3Z09CdlQrSkFlR3k5MUxOdzIya00rK0JYUEpBV1ZtbDhmcUVDNzM1ekF1OXNQbzZNS2w1VFhRVkZDdVRrVnowWWU1QmJpQ21yanVEakg4N1ZTejNHSmtWV2dDdXBHVWF4aXlBUkVSSFZIUzRWSkNJaW9rWkhvOUVnSzYvaWtNZk1WQWlKV0ZRbno3TVdtY0t0cVJnbmJ5Umg3dWJqV0RPelA1enRTeHJyenZ2MlJJM3UyZHZQRmVQNitBQUFNbklLOFA3Mk16QTFFV0R0ckFHd0ZwblZTZDJOeVluNFpBREFLQjhHVjBSRVJJMEpneXNpSWlKNm9vb1ZLbXo5ODZiZXNmd2lCUUJnNDRGclZicEhTbFlCQU9EdjJBeTlhMW8wczhYSVFFL2tGeWt4K2JOREZkNmpuWWNEL3Z2bVFQeHlJZ3BxdFJhdkR2S3JjTHhLcmNHdWs3ZlIxTllTUXdQMHd4R2hVSWlGRTN0QXJsRGp3dTFVek45eUV2Lzk5d0E0MkZyaXhyMEhWWHBOajJ2cFpLdjczTmJhQXVhbVFzU2tTUEhSLzg1aTViK2VnN21aQ1FCQXJsREIwQ2JSeFVvMUFFQ2oxYUtvV0dud0dRS0JBQ0x6eHZIWHdTdXBHWEFXVzhGVnpKMjRpSWlJR3BQRzhUY1ZJaUlpZW1vbzFScnNQUnRqOEZ4NXg4c1RreUpGVElwVTkzV0Fqek5HQm5yQ3dzd0VVd2IvRTBTRm5McURKdGJtZUw1clM5MHh4eVpXQUlCZno5eUZVcVdwTkxoU3F0VFk4VmNrZkp2Ymx3bXVBTURVUklqRmt3TXhmOHRKbUFpRk1CRUtrRmRRak4rWGpqRjR2d0s1RXBibXBoQUs5WGRLT3gyUmpOVWhsL1NPaWN4TjhXbFFIOHpaR0lZYjl4NWcrYy9oV1BKYUx3aUZBc3o4NzE5SXpTNG90KzQ3U1RrWXZXU2Z3WE5tcGtJYy9uUjhoYS83YVpDdlVPSmtZakltdGZOcDZGS0lpSWlvampHNElpSWlvaWRLYkdsZUpzeDVZOTFmeUpBV2xodnlQTzVzWkFvKzMzMFJZM3A1WWRwUWY5MXhrNGRia0l2TVRURjFjRHNBUUZaZUVYNDRlZ3NqdXJmU0hhdExaeUtTY1B0K05vWjA4WUNIVXhPc25OWVhGbVltaUUvTHhZS3RwekN4bnk5ZTd0ZW16SFdmN2JxSWRHa2hQbndsRU83TmJIVEh6VXdNdHlCMXNMWEU4cUErZUdmemNaeTdsWUlmdzI1aDZ1QjI2T3J0aEd3RHZhL2tDaFd1eG1SQWJHbUdEcTJhR2J5bmFUblBldHFjU0VnQ0FQYTNJaUlpYW9RWVhCRVJFZEVUWjJsUk56MmFURTJFbGQ3cjZ0MTBBRURIY3NLYjJycHdPeFYvWEk1SDJ4WU84SEJxb3VzLzVXSnZEYkdsT2I0N2NnTk9kbGJvMTZHNTdwcUx0MU54N2xZS25PMnMwTFNKWlpXZjFkSzVDWmE4MWhQN3o4ZGkvTVArVjIrUDdXcHdiRnEyREZOV0hZRjdVeHNzbmRxN0ZxL1ErSlV1RTJ6aklHbm9Vb2lJaUtpT01iZ2lJaUlpUFlWS0ZSUWFEVlJxRFJRYU5aUnFEWlFhRFpScURSUnFkYjArdTd3bGJiVngrVzRhVElRQ2RQUjByUE43VjhUYTBod2ZUZzdFZjc0K2hpLzJYRWFMWmpabzVTS0JVcVhHVjcrWDlPV2EvMUwzYXZlWTZ1emxoTTVlVGdCS2RqUFVHT2h2QlFDeW9wSytWbXFORnJrRnhlWGV6OUxjVk5jdjYybDFJaUVaL1QzY0dyb01JaUlpcWdjTXJvaUlpSjRTQlVvVlpBb2xDcFJLeUJSS3lCU0toOGNVRDc5V29rQ2hoRXgzL3VHSHN1UzRpOWdhQ3JVYUtvMEdpb2VoVkVrNHBVR2hVbFhsT3V6cThUVSsycGVxSWducGVUaDFNNm5TY1FxbEd1ZWpVdEhKMC9HSjdzU25WSlY4YjkyYml2RlNYeCtjdTVVS0NBUW9LbFppOTZsb3BHWVhZRVQzVnZCMms2Q29XQWxURXlITVRLc2ZIcjIrK2pEeWl3dzNYaTkxTnprSEU1YjlYdTc1Lzd6WUdhTjdlbFg3MmNiaVJFSXlaQXExTEpwaEFBQWdBRWxFUVZRbCtudTROM1FwUkVSRVZBOFlYQkVSRVRXZ3JDSTUwbVNGU0M4b1JKcXNFSmxGUlVqT2t5R3JTSTc4aCtGVVNWaFY5V0NwUERueThtZmRHSXVxOXFBNmRmTitsWUtyaTlHcEtDcFdvWmVmSzlScWplNjRRQ0FvMHhTOUxtMCtkQjIvbjQvVk96Ynp2My9wZlgzNFlod09YNHdEQUl6dTZZbi92TmpGNEwyK08zd0RTWm41ZXNjV3ZOd2RWaUl6REExb2hhTGlrdmVHUnF1RlVGRDExM1FuT1FkM2szT2VhS0JYSDM2T3ZBT3htUmxuWEJFUkVUVlNESzZJaUlqcWlWeWxSbksrVEJkS3BSZjhFMUNsRlJRaVhWWUlwVVpUK1kyZUlhTSsybHVsY2VvcWZ0OE9YYndIQU5pdy94bzI3TCttTys3dFpvZU4veG1zKzdwQXJzUzRwZjhzVXl4OEdBYk4vUEl2MUNiZTZ0bldGVTJzemNzOW4xdWd3UG1vbEFydmNTUHVBVzdmejlZN3Bud1l3czE2b2FQdTJOZS9YME5NaWhSVEIvdnBsaElDd04reEdiZ1drNEhBdGk1bzI4SkJiL3pkNUJ5SUxjdXZ6OWhGWjBseEpUVURNenJYZmROOUlpSWlNZzRNcm9pSWlHcEFwZFVpL1pFQXFpU1FLdEFMcG1TS2lwZHdVVm1ET3JXbzByalViQm11eG1SVU9PWitSaDR1MzNuWW1MMTFNM2c0MlFJQWpsMUwxQnZuS0xHQytXUEw5T1JLTmRRYUxVVG1wbnF6bUNwYmx2ZTRWd2I0Nm9WRmo0dEt6S28wdUZyMmVtOG9WU1ZCMWVMdnp5QTJOYmZNR0kxR2cyS2xHcEVKbVhodnl5bjRlVGhneWlBL0JQZzRJeUkrRXo4ZGo0S2QyRUt2bHRLZENLMHRuczYvRGtablNUSHJjQmpFWm1hWTdGOTIxMFlpSWlKcUhKN092NmtRRVJFOUlWb0FTWGt5eEdSTEVaT1RxL3ZuL1R4WnVVMnhxZWJlR1dkNGg3ekhuYnA1djlMZzZ0Y3pkM1dmOSt2Z2psR0JKWDJjU25jWkxQWDEvdzNHNDk3YmNoTFhZakt3L3MyQmFDYXhBZ0FVRlN2cnBYbDhaU1Jpa2U1elEzMnc4Z3FLSVMwb3hydmpBekNtbHhlK09YUWRWMk15OE5IL3ptTDd2R0gvekJoN2JPcVl0NXNkaXBWcU5HMWlWWC9GMTRNcmFROXdKeXNIMzF5TkFMVEFOeThNaEkzNTA3M2NrWWlJaU1ySDRJcUlpT2loM0dJRm9yTnlFSk9kaTVnY0tXS3ljM0V2SnhmeWV0NUo3MW56ZldnRU1uT0w5STdsRlpiMDMxcXo1MUtWN3BFdUxRUUFYTG1iWHVhYVFaMDk0Q1N4d2grWDR5QXlONEZjVVRmLy9pd3R6UEQ3MGpIVjZpUDFKR3crZEIzSHJpWGdoUjZlbURyWUQ1Ky8wUStYb2xPUklTMkNrNTIxYmxtaHFWQ29kOTJrL3I1MVhrdkExbDExZnM4eXRDV0JjaXVKTGJhUEhzelFpb2lJcUpGamNFVkVSTStjWXJWYUw1d3FuVW4xTkRRdmJ3eE9SeVFqSVQzUDRMay9Mc2RYNjE1eGFibUlTOU5mT3VmcElzR1JTM0ZRYTdTWTFNY0hPOE9peXIxZW9WUkRWcVNBbGNnTUl2UEsvMXFrMFdoUnBGVEJ4RVFJVXhOaHBlTy9PM0lETmhYMGtNb3ZVbFI2ajhxTTZONGFDUmw1T0JBZWk2UFhFakNwbnkvRzkvR0d4Y1BYSTFlVTlPc3lONnYrcm9YVjFkL0RIYm5GOWZ2blNLUFJJaVluRi9HNWVWZ1RmZzBmOSsxZXI4OGpJaUtpaHNYZ2lvaUlHcjJrZkJsdXBHZmhSa1ltcnFkbklpWmJDaTd5YXpqZnZ2MDh0STh0czN5UVc0VDN0cHhFYW5ZQmdpZDB3K0RPSmIydVVyTUxrRitrUUF0SFc0ak1URkFnVitLZHpjZHgvMEUrM2h6WkNTLzI5Q3h6ZjZGUUFMT0xjY2lRRmlMQXg3bkM0T3JVelNSOHZ2c2lncDV2aDFjSCtsVmErK1pEMS9ISDVYaXMrL2NBK0xkc1d1bjQ2UHZaMEFKUXFqUXdmUmgyS1ZVbC9iUE1UWVVRQ29VUW1adkNyQW9oV0huOFd6YkZWMjhOUXVqVkJIeHo2RHEyL3hXQmxrNjI2Tld1WkplOUhGbEpMeXNieS9xZm1mVEY0TjcxL294U0g1KzZnSU4zUzNabFpIaEZSRVRVZURHNElpS2lSa1doMWlBcU0xc1hVdDFJejBRMloxSVpGYUZRZ0VjYkxpV2s1K0tESFdlUW5sT0lhVVA5TVRTZ3BlN2NqdEFJbkx5UmhQV3pCNkp0Q3dmWVdsdGd4YitldzM4MkhzT21nMzhqTlZ1R21TTTZsT245OUVLUDF1amIzZzBKR2ZsUDZtWHA4VzF1RDFtUkFxOFA4Y2U1VzhuNDV0QU5CRThJd0tET0h0aXcveXArUHgrTHI5NGFoRll1a2hvL1E2dlY2bVpUQWNCei9tN28yTG9aUXE4bW9MT1hJNHFLU3hySkp6NzhIa2pFSXQyeFI1bWFDQTMyempKMkgvZnRBUjk3TzZ5OWNBMGp2VnNpd01XeG9Vc2lJaUtpZXNEZ2lvaUlubXJaOG1MOG5mWUFOOUl6Y1QwakU3Y3pjNkRVYUJxNkxLcWlNeEZKV0JWeUNVWEZLcncrcEIxZUdkQzIwbXVjN2EyeGJ0WUFMTmg2Q3Z2T3hlRDZ2UWQ0ZTB3WHRIdHNCcFNObFFXQWhnbXVoblJwaVNGZFNnSzRldzkzQVd6aGFGdnUrSWk0QjlqNlp3VGVHTmEreXM5SXp5bkFsRlZIREo3N1BqU3l6TEU1RzhNTWpwMDhvQzMrTmRTL3lzODFKcFA5ZmZCVFpEUyt1eGJKNElxSWlLaVJZbkJGUkVSUERZMVdpN3ZadVhxenFWSmtCUTFkRnRWQWZtRXhOaDI4anRDckNSQUtnRmJPVFpDZVUxQ20wWHIwL1d3QXdNL0hiNk9KdFg2dnFOSWdLQzR0Ris5c1BvNCsvbTU0NlRrZitIbFV2b1R2U1pISzVEZ2RrUXc3c1FVOFhacVVPMDZ1VkNNaVBoT3hxZElLZTJJOVNtUnVpbDUrcmhXT1NjMHVRRnhhTGh4c0xkSEczYzdnR0ErbjhnTzFwOEVvNzFiNDdsb2tVbVFGY0JWYk4zUTVSRVJFVk1jWVhCRVJrZEdTS1pXNG1aNkZ2OU1mNEdaR1NZOHF1WW83L05VM2tZa0p6RXlFTUJNS1lXNWlBbE1USWN5RndvZkhUSkJjaTN0ck5CcnNQeCtMSDQ1R0lyOUlDVWVKRlQ1NHBRZCtENC9GaVJ0SlpjWXJsQ1ZMNGE3Y1RZTlFXTFlQMUpkdkRzQzVXeW5ZR1JhRk14SEpPQk9SakxkR2RjS1kzdDU2NDY3ZXpkRHRMcGhmcElTbFJmMzNlNUlyVlBoODkwWElGU3BNSGV5bnE3OTBWMEtGNnArWmdmY2ZsTXdNYTJwcmlXSmwxZDdqRXJFSTQvdjRvRVByWmdiUEZ4UXBNR2RUeVN5clhuNnVtRE9tUzQxZml6RWI1Vk1TWEoySVQ4WmtmNStHTG9lSWlJanFHSU1ySWlJeUtqRTV1VGlkbUlKVGljbUl5TWhpRS9WSG1BZ0VFSnViUVd4dUJodHpjOTNuSlIrUGZHMW1CaHNMYzkzbll2T1NyMVB5WlRBVGxvUlNKVUhVUDUrYm1nZ2hNcWxhbjZNaEd6NnY4V3NRQ29WSXl5bUFUSzdFNko2ZW1EYTBQYXhGWnVYT2t2cjBwL000ZVNNSlg4enNqN1l0SEF5T2FlMGl3YUJPTGZEOTBVaWtaaGRnVkdEWmh1MW5JcE54SnZLZnlNMVJZbFhqMTFBVmw2SlQ4ZldCdjVHY0tVTXZQMWVNNy9OUG9OS3NTY216VisrNWhMYk43YUZRYVhEdVZncUVRZ0g4UEJ4d0xTYWowdnNyVldwOGMrZzZmajF6QjRlV2pTdlRveW83cndnZi8zaGUxOS9xUUhnc1lsSnlNSHRrSi9pVzgzMThXcm1LcmVGdEw4SEJ1M0VNcm9pSWlCb2hCbGRFUk5UZ3ppZWw0Y3o5Rkp4TVRFYWFyTENoeTNuaW5Ld3Q0V1J0QldleE5WekYxbWhxYlFsbmF5dllXNG9lQ2FyTVlHbGF1Lzl0MjRzczZxamkycGsxb2dOR2RHc0ZENmZ5bDg1Vmw0dURHQXNuOW9CR296RTRNMnY2c1BZWTFLbGtwOEo1MzU0b2MxNnQwVUx4eUV3bmphWWtNbFdxTmZySHRSVkhxUmR1cDJMYm56ZHhMelVYWnFaQ1RCbnNoOWNHK2oxc1NGOWllTGRXQ0wrZGdzajRUQ1NrNXdFQW1qYXhSTkNRVHBDSVJWQ3BTMlppQ1I1cFlGOUtXbEN5MGNDNzM1eEFhbllCSkdJTEtGVWFYWENsVm12dzU1VjRiRGx5QS9sRlNyZzFGZVBOa1IzeHk0bG9STVJuNGo4Ynd6Q2tpd2VtRDJzUEIxdkxDbC9MMDJTVWR5dXN2WEFOK1FvbGJNenJmellkRVJFUlBUa01yb2lJNkltVHlvdHhLakVGcCsrbklEd3BEVVVxVmVVWFBhWHNSUlp3RWx2cGdpbG5hNnRIdnJaQ1UwdVJidW5ZczBJb0ZDSzNvQmlyZGwrc2RPenRoejJ1Zmp4MkMwMnNLdzdlekUxTjhNNjRyZ2JQV1l0TTBlemhMQ3NmZHp0WW1PblBVUHJoNkMzOGNQUldtZXRlWDIyNCtYbDVXam5ab3JCWWhkRTlQZkZ5M3pad3NpdmJjOG5HeWh4clp3MkFWcXVGUnFPRlFBQmQyS2JSYUJGK094VkFTWmoxcUxoVUtkSnpTbnE2cFdZWG9HOTdkOHdaMHdWV0lqUGtGUlRqNkxWRTdEdDNGNm5aSldNNmV6cGkwU3M5SUJHTDBNUFhGV0YvSitDN0l6Y1JlalVCcHlPU01hbGZHN3pVdHczTXpaNitIUVVmMS9WaFkvWVRDVWtZNWQycWdhc2hJaUtpdXNUZ2lvaUlub2k3MmRLU3NDb3hCWkVQR3NjU1FMR1pHWndmaGxDUGhsRk8xbFp3ZnZpNXFZSFpQd1NrWkJYZzJOK0pWUm9yRkFwdytXNTZwZU1zelUzTEJGZU9UU3dSOUh3NytEYi9aM25jaDVONzZqNlhpQzNRenFQcVMrZVNzMlNReW9yTFBlOW9aNDBmM2h0UjVmdk4vUEl2Q0FRQ21Ka0lJUlFLa0NFdGhGUldES0VBNk43R1dXOXMxUDFzYUxXQXlOd0VjOGNGb0hzYlp4eS9maC9oVVNtNGNqY2Q2b2V6eEJ3bFZuaDlTRHM4MzdXbDN2VURPM21nbDU4YmZqeDJDM3RPMzhHTzBFZ2N1UnlISmEvMWdyZWI0Y2J0VDRzMkRoSTRpNjF3SWo2WndSVVJFVkVqdytDS2lJanFoVktqd2FXVWRKeEtUTUdaeEJTa0ZUeTlTd0ROaEVKNDJqV0JsNzBFM3ZaTjRHMHZnYStESFd3dHFyYjdHNVUxckZzckRPdFcvd0dEbzUwMVhoM29WKzc1QUI5bkJQZzRsM3YrY1d2MlhNSWZsK1Byb2pRSUJBTFlXbGtnSWo1VGQ4ek1WQWhQbHlhWU9yZ2RXcnRJOU1ZUDc5WUs4ZW01R0Izb0JmZG1ObENxMURoMElSYXhxYmtBZ0xZdEhEQTYwQk1ET2phSGlZbmh3RlJrYm9vM2huZkFrQzRlV0wvL0doSXo4dUJpM3poMjR1dnY0WTVmSXU4MGRCbEVSRVJVeHdSYWJTWE5Hb2lJaUtwSUMrQkthZ1lPM1kxSFdQeDlGQ2lmdmlXQWpsYVc4SEdRUEF5cFNqNDhtdGpBNUJsYnpsZVJJVU9HSVBTemx4cTZqRVpGbzlGQ3JkSEExRVFJUVRYZWF5bFpNcHkrbVlUK0hac2JYSlpZbWJUc0FqalhRWEExWkdFSVFrTkRhMzJmMnJpY21vRi9IejZPTHdiM1FYOFB0d2F0aFlpSWlPb09aMXdSRVZHdHhVbnpjUEJ1SEk3RUpDQ2pzS2loeTZrU2tZa0pXdHMxMFF1cDJqaElJRFpqWTJkNjhvUkNBWVRDNnZlYWNuVVFZMkovM3hvL3R5NUNLMk1SNE9JSXNaa1pEdHlKWTNCRlJFVFVpREM0SWlLaUdzbVdGK053VER3TzM0M0huV3hwUTVkVEtXZHJLM1IwYW9vT1RrM1IwYWtwZk93bHoxeFRkS0xHN2hWL0gzeDNMUklwc2dLNGlodFBLRWRFUlBRc1kzQkZSRVJWSmxlckVSYVhoTU14OGJpWWtnNk5rYTQyRndvRThMR1hvT1BEa0txemN6TTBzN0tzL0VJaWVxcU44bW1GNzY1RjRzQ2RPTXpxNHQvUTVWUlpXc2h1eUNJajRmWHgwb1l1aFlpSXlPZ3d1Q0lpb2dwcHRGcGNURW5Ib2J2eE9KNlFCTGxLM2RBbGxXRnRab3IyamsxMVFWVUh4NllRbVZaLzJSVVJQZDFjeGRibzE4SU5QMGZld1dUL05yQXhmenFXL3NxVDdpUC9WdVFUZldaV1ZoWUF3TUhCOEs2YXVibTVrTWxrY0hWMXJWYmZ0ZnBTVUZBQXBWSUppVVJTK2VCcVNFMU5oVXdtZzdlM2Q1M2VsNGlJNmc2REt5SWlNaWc2UzRyRE1mSDRNellCbVVYeWhpNUhqNHZZR2gyZG1xTFR3NlYvWG5aTnVPeVBpQUFBODNwMnh1aGRCL0ZUUkxUUnpicVNuajhIU2M5ZVpZNkwzSnZEcnFmaGEyU1JrUkMzYTFlbmRlVG01bUxxMUtsNDRZVVhNSHYyYklOakZpeFlBRk5UVTN6MTFWZmwzaWM1T1JuLys5Ly84UGJiYjhQS3lnb0FvRkFvRUJzYlc2VTZURXhNNE9QalUrazRxVlNLZi8zclgyamJ0aTFXckZoUjZYaXRWb3MxYTlaQUxCWmo1c3laRUFvTjc3SUpBRC85OUJQQ3c4TVJFaEpTcFpxSmlPakpZM0JGUkVRNktvMEdmOTVMeEMrUmR4Q1ZtZFBRNWVoWW1KZ2d3TVVSdlp1NzRMa1dibkFSV3pWMFNVUmtwRnpGMWhqcDNSTGZYWXRFZnc5M3RIR28yeGs2dFhGenhuUTBHem9Ndm12VzZSMTNmdWxsZytPVHRuNkhtRStXSXVEd24zVWFYdTNkdXhjS2hRSyt2cjZJaW9yU08yZHZiNCtNakF6RXhzWmk0c1NKWmM0RGdMdTdPMnhzYkJBVEU0T3dzREJrWkdSZzVjcVZFSWxFU0V0THc1dzVjNnBVaDQyTkRYNzc3YmRLeDBra0V2VHMyUk9ob2FFNGQrNGNldlVxRy80OXJtblRwdGk1Y3lmdTNidUh4WXNYdzhiR3BrbzFVZjJKaUloQWVIaDRqYStmTm0xYWhTRWtFVFZlREs2SWlBalo4bUtFM0xxTFg2TmlrQzB2YnVoeUFBQnVOdGJvM2R3VnZadTdvSnVMRTh4TitKZFZJcXFhZVlGZGNDSStHY0ZIeitDbnNVT05ac2xnNTExN2NIUEdOTWp2MzRlb2VYUEk3OTlIWnVpZmtFV1dMQk1VdDJ1SHBrT0dRdFM4T1ZTNXVZajVaQ2w4djFoYnA2RlZSa2FHYm5iUnlwVXJ5NXdmTzNZc1ltSmlBQUM3ZHUzQ3JsMjd5b3hadkhneCt2YnRpMzc5K2lFbkp3ZGZmLzAxUHZyb0l5eGZ2aHd1TGk3WXZIbHpwWFhzM3IwYmx5NWRxbkxkUVVGQnVIVHBrbTZKWTBVRUFnR0Nnb0xnNHVLQ3RXdlhZdTdjdWRpOGVUTk1UZm1qVDBPNmQrOGU5dS9mYi9DY1hDNkhVQ2lFdWJsNXVkZFBtemF0dmtvaklpTW4wR3FOdExNdUVSSFZ1K2dzS1g2OGVSdWhjZmVoMG1nYXRCWlRvUkJkbkp1aGQzTVg5Rzd1aXBaTitOdHhZelZreUJDRWZ2WlNRNWRCUm1USXdoQ0Vob1kyZEJsNm9yT2tlSFhmbi9DeGwrQ2JGd1lhVFhnRkFLcmNYTVQvZHgyU3RtMkJkVnMvMlBqNUFRRHliOTFDUWRRdHVFOTdBMTVMUHE3ejUybzBHc3lmUHgrSmlZbllzR0VEMHRQVGNlN2NPVXllUEZrMzV2ang0L2o2NjYveDNudnZvWDM3OWxpM2JoMWVmdmxsZUhsNTZjWllXVm5Cek95ZjcrZUdEUnR3NHNRSmZQSEZGMmpWcWxXVmF0bTRjU09PSGoycW0zRTFaY29VU0tVVjcxQ3JWcXRoWWxKeC84SnAwNlpoN05peHVxL0R3OE9oMFdqUXExY3ZyRnExQ3FkUG45WWJyMUFvb05Gb0lCS0p5dHhyL2ZyMVZYNDlWSE5hclJiRGhnM0RzR0hETUhmdTNJWXVoNGlNRUgvdFFFVDBqRkZwdFRnV2R4Ky9STjdCell6S2YzTmRuNXlzTGRITHZXUldWUTgzSjFqeXQrRkVWRWZhT0Vpd3BHOTNyRGwvRGFOMkhjQTNJd1lhemJMQm16T21RM1lyRXAxKzJWMm01NVgwL0xsL3p1K3EyNzVMbXpadHdvMGJOL0RoaHgvQzJka1p0Mjdkd20rLy9RWTNOemVNSGowYVNVbEoyTFp0RzlxMWE0Y2hRNFpBcFZKQm85Rmd4WW9WMkxCaEExeGRYUTNlZC9iczJaZzRjU0ljSFIxclhOdm8wYU5SVkZTa2R5dzBOQlF5bVV3dmlLcE1hYzhzaFVJQmMzTnpCQVlHNnM0TkhEaXdURSt0c0xBd3hNZkhHNXpOWTI5dlg1MlhRRFVrazhtZzBXaGdaMmZYMEtVUWtaSGlUd2hFUk0rSTNHSUY5a1RGWUU5VURCNFVGbFYrUVQwd0VRalF3YWxweWF3cWR4ZDQyeHZIRDVGRTFEaU44bTRGSDNzN3pEdDZHcS91K3hQekFqdmpsWGFWTndPdlQvSHIxa0IyS3hLZGQrMHh1QVJRMHJNWE91L2FnMnNUSnlCcDYzZHduejZqVHA2YmxaV0ZZOGVPWWN5WU1lalhyeCtBa2lBbktpb0t4NDhmeDhpUkl5RVFDT0RzN0l6ZzRHQUFnS21wS1pZc1dZSjE2OVpWT05QSnhNU2tWcUVWQUx6MFV0bFpuRmV2WG9XNXVUbW1UcDFhclh2OTl0dHYrUDMzMzdGNDhXSjRlbnJxamdjRUJDQWdJRUJ2Ykd4c0xGSlRVekZtekppYUZVNjFscG1aQ1FDMWZnOFJVZVBGNElxSXFKRzdKODNEanpkdjQ0L1lCQ2pVRGJNY3NLTlRVd3ozOU1EenJWdkExcUw4L2hWRVJIV3RqWU1FUDQ4ZGhubWhwN0VtL0JxK3VScUJ5ZjV0OEVvN255ZXlmRkNWbXd0WjFDMkkyL3JCdEVrVHBJYnNSdlBwYjFUWXQwcmNyaDJhVDM4RFNkdTIxbGx3NWVEZ2dDKy8vQkppc1JpcHFhbVF5K1VvS2lwQ3QyN2QwTDU5ZXh3L2ZoeHl1UndEQmd6QWtTTkhrSmVYcC9meDFsdHZZZno0OFhqbGxWY0FsUFMvdW4zN3R1NytVNmRPcmZObGRYSzVISmFXbHRXK3JtM2J0dmpwcDU4d1o4NGN6SjgvSC8zNzk2L1R1cWh1SlNZbUFnQ2FOMi9ld0pVUWtiRmljRVZFMUFocHRGcWNTRWpHTDVGM2NEWHRRWVBVMEZKaWkrR2VIaGpoMVpLN0FEWXlIWDFiTjNRSlpHU00vVDFoWTI2R2IxOFlpTXVwR2ZnNTRnNit2UnFCbnlLaTBkL0RIUUV1anZDMmw5VGJNc0pyRTE5Q1FkUXRXTGk1b2R1UnYxQ2NuQXhKWU05S3I1TUU5a1Q4ZjlkQmxadXJ1NGQxV3o5MCsrT3ZHdGZTdkhsekxGKytIQ2RPbkNoelRpZ1VRcVBSd04zZEhkYlcxcnFQMGgwRXJhMnQ0ZXZycXhzdmw4dFJVRkNBZ29JQzNMbHpCNk5HamRJRlY0Y09IYXEwUWJ0U3FZU1ZWY1gvYjVESlpCQUlCUGpsbDE4cUhHZHVibzV4NDhicHZtN2J0aTNXcjErUEJRc1dZUG55NWJDM3QwZUhEaDBxdkFmVnI2Q2dvSEliNjZ0VUtnREErKysvRDRGQVVPRjlYbi85ZFV5WU1LSE82eU1pNDhiZ2lvaW9FWkVwbGZndEtoYTdvKzRpVFZiNHhKL2YxRXFFWWEwOU1NekxBNzRPN0ZYUldPVVhGU00yVlFwUEZ5NzFKQ0FtT1FleVlsVkRsMUVsQVM2T0NIQnhSSXFzQU45ZWpjQ0orQ1FjdkJzSEFCQ2JtNkdOZ3gyNnV2eXpYTW5HM0F3K0QvOWIxdFc1V1kyZStXalFWTHA3WUhXbzh2TFEvcnV0a0NmZGg4aTk5ak5TWnN5WWdZa1RKOExTMGhJaWtRZ2lrUWlXbHBiNC9mZmZzV25USm16ZnZyMUs5M245OWRjQkFGRlJVWmd6WjQ3ZU9hVlNDYmxjanFDZ29ISjNpVHQzN2h3U0VoSXFmRVorZmo3a2NqbDI3dHhaN3BqaTRtTFkyOXZyQlZjQTRPcnFpaSsvL0JLSERoMUNodzRkRUJNVGc1U1VsRExYcDZlblE2bFU0dFNwVXdidjM3Tm5UNzFHOU5XUkxTL0d2WnpjR2wxcjdBSmNxcmVzYitqUW9TZ29LREI0N3VEQmc1QklKQmcwYUZDbDkzbThSeGtSUFJzWVhCRVJOUUp5bFJyZjM0akN6b2hvRkNxZjdBK1ExbWFtR05peU9ZWjdlU0RBeFJIQ1NuNWJTazgvVDA4dnhLWXd1S0lTTVNsU2VIbDVOM1FaMWVJcXRzYkhmWHNBZllFVVdRR3VwR1lnT2t1S0s2a1orUFpxaE1Gck5vOFlVTzBmMWg5WHVqeFFucFJVNmRqU01hS0h5NmRFZGJTTXl0cmFHZ0JRVkZTRWpJd01GQlVWb2JDd0VIZnUzSUZXcThYZXZYdFJXRmlJZ29JQzNiblN6MTk1NVpVeVBhSXE4dUtMTDBJc0Zoczg1K2ZuaCtUazVIS3ZMU2dvUUdGaEljYU9IWXZaczJlWE8yNzI3TmxRS0JRR3o5bmIyMlBLbENrQVNzS1JRNGNPbFh1ZlpjdVdHVHkrWjg4ZU5HblNwTnpyS3ZMUmlYQ0VKNmZWNkZwak42MlRIMlozYlYvbDhhVkxUQjkzLy81OTdOcTFDME9IRHNVYmI3eFJWK1VSVVNQRDRJcUk2Q21tMUdnUWNpc0cyNjdmZ2xSZS9NU2VheW9Vb2s5ekZ3eno5RURmRm00d054RStzV2RUd3hzd2VDaU83ZnNCejNkdDZFcklHRnhKa0dIWVU3eDB4MVZzRFZmdlZoaGxJSHZMVnlnUm5aVURvUG96VE1yalBINEMwdmFFd1BtbGx5c2NseHF5Rzg3ajYvNzcrdDU3NytIT25UdGxqZ3VGUW1pMVd1emZ2eDlXVmxhNkQwdExTemc2T3NMUzBoSzJ0cloxVmtlN2R1M1Fyb0krWDNmdjNnVlFlZCtqZ29LQ2NuZWpLeXdzeFBuejU5RzNiMSs4OWRaYm1EVnJsdTZjU3FYQzdObXpJWlBKc0huejVuSmZXMDE2YkpYNnBIOWdvNTF4NWQvTW9VN3VVeG9tOXVuVEJ4a1pHUWdPRGtaUVVCQUdEaHhZSi9jbm9zYUJ3UlVSMFZOSW85WGljRXdDTmwrOStVU1hCSFoyYnFacnNpNStBazJOeVRoMTY5WU5aMCtmeE41ejl6QzJsM0gzTnFMNnRlZjBYZGc2dDBiWHJvMHp4YlF4TjZ1endLcFV5N256Y0duNDg3ZzlieTU4MTZ3ek9PYjJ1KzlBZGlzU2JjczVYeHZ2dnZzdUZBb0ZMQzB0OVFLcTBxV0NPM2JzcVBObjFzVEZpeGNCQVA3Ky9oV09rOGxrYU5HaVJibjMrT3l6ejZEUmFEQmt5QkM5Slg4Ly9QQUQwdExTRUJ3Y0RDY25wN29yL0JIMklndlkxL0g3cHpHUlNxWDQ4ODgvMGFKRkM3UnYzeDdKeWNsSVRVMHRkMGtoRVQyN0dGd1JFVDFsVGlRa1k5T1ZtNGg5UXIvRjliSnJnbUZlSG5qQnF5V2FXZFg4TjgvVXVMenpiakErVzdJQWU4L2V4ZGplVDljeU1hb2JJYWVqY1MvWEhBdVd6RzNvVXA0cW91Yk4wWG5YSGx5Yk9BSFM4UE5vT1hjZVJPN3VBRXFXQjhhdld3TmxiaTQ2NzlwVFo4c0RIK1hwNmFuN1hLdlZvckN3RUZsWldaQktwZEJxdGJoOCtiS3U2WHJwY3IxSC8xbFFVSUJYWDMwVkhUdDJySFV0MTY5Zng4V0xGekZod2dTOVdWTnl1Unlob2FGd2MzT3JjS2RDclZZTG1VeFc3bXlwTTJmT3dNVEVCRDE3NmpmRFQwNU94czgvLzR6T25UdGo2TkNoQUVwMnRsdXhZZ1hlZmZkZDlsRjZRdGF2WHcrWlRJYTVjNnYyMzVDMHREUTRPenZYYzFWRVpJd1lYQkVSUFNWdVptUmgxZmtyaU1yTXFmZG5DUVVDREd6cGpzbitiZERCc1c2V0ExRGpzM0RwNS9oeTdXcDh0dWM2T25uWXdzdFZBaTgzTnVWdnpHS1NjeENUSXNXVk9DbHNYYnl3WU1tOGhpN3BxU1J1MXc3ZGp2eUYrSFZyRUxmMkN4US83UFZrNGVZR3U4Q2U4RnF5RktZMTdLdFVrZURnWU9UazVLQ3dzRkQzOGJqU25kMUtaMkpaVzF2ci9tbGhZUUVYRnhkWVdGaVUrd3lOUmxQbGV1TGk0ckI3OTI0TUdEQkFMN2dLQ1FtQlZDckY1TW1USzd4ZUpwTkJvOUVZN0VHbFZDcHg4ZUpGZE9uU3BVeWZyZlhyMThQTXpBenZ2dnV1N3BpRGd3TnljM094WXNVS2JONjhHU0tScU1xdmc2cnYrUEhqT0gzNk5McDI3WXErZmZ0VzZab1pNMmJnK2VlZngzLys4NTk2cm82SWpBMkRLeUlpSTNkUG1vY3ZML3lOczBtcDlmNHNhek5UakduamljbitiZUJremRsVlZMbTMzNTJQUzVjdTRlVHhvOWgzSlJwaVMzTmNqNHB0NkxLb0huUnE2NG44SWdXOHZMMHg3T1VKalhaNTRKTWlhdDRjdm12LyswU2YyYkZqUnlpVlNyMHdxdlFqUER3Y0lTRWgyTHQzTHl3dExTRXdzTkhHKysrL2p4WXRXc0RYMTlmZy9XL2N1SUVEQnc1VTJMdnFVY25KeVJBSUJIQi9PT01NS05tbGNPZk9uWEIyZHNiSWtTTXJ2RDRqSXdNQUlKR1UzU2ppMHFWTEtDb3FLaE9LL1BycnI3aDY5U28rL1BCRHZkazcxdGJXbUR0M0xqNzQ0QU5zM0xoUkw5U2l1blh1M0Rtc1dyVUs5dmIybUQ5L2ZwV3VLZDJwMHRTVVA3NFNQWXY0SjUrSXlFaWx5UXJ4MWVYcitDTTJzZDZmNVNxMnhxUjJQaGpUcGpXc3pQaS9CcXFlYnQyNm9WdTNiZzFkQnRGVDUvYTc3MEQrMk01NkluZjNjbnRmMVZicERudUczTDkvSHhxTkJpWW1KZ1pESzYxV2k5allXTDJRQ1NoWjFnZVU3TDUzK2ZKbGRPclVTUmN1NU9ibWxydXJvRmFyeGMyYk45RzhlWFBkN0thRWhBUXNYcndZV3EwV0N4WXMwT3RKWlVoNGVEZ0F3TVBEbzh5NXNMQXdDSVZDOU9yVkMwREpUTEM5ZS9maW0yKyt3WWdSSTlDblR4L2s1dVlpUHo5Zjc4UFYxUlZIamh4Qm56NTkwTDE3OXdxZlQ5VjM3Tmd4ckZxMUNwYVdsbGkrZkRrY0hQNloxVjM2Nzl2UVRNRDA5SFFBcUxkK1pFUmszUGpUQ1JHUmtaSEtpL0hOMVFqc3ZSMExsVlpicjgvcTZOUVVrLzNiWUlDSEc0UUdmbEFoSXFMNkkyN1hya3dmSzlNNjNMbXZPa3A3WDYxZHV4YTlldlhTQzYrMFdpMHVYYnFFbkp5Y01yMnRybDI3QmdDNGN1VUtYbnZ0TmJ6NjZxdUlqSXdFQUN4YnRneUJnWUVRQ3ZWM25sV3BWSWlJaUVCc2JLd3VUTHQ4K1RLV0wxOE9tVXlHNE9CZ3ZhYnNwVUZXa3laTllHZG5CMHRMU3p4NDhBREhqaDJEdmIwOTJyZHZyM2Yvb3FJaW5EOS9IdTNidDlmMXY1SktwZmp1dSsrZzFXcHg3Tmd4SEQ1OHVNejNRQ2dVd3RiV0ZoWVdGbGk3ZGkyMmJ0MEthMnZyR24wL1NWOTJkalkyYnR5SWt5ZFB3c0hCQVN0WHJpelR2NnhwMDZhd3NWQTFrTklBQUNBQVNVUkJWTEhSemZxenNySUNBS2pWYXZ6MTExOEFnRFp0Mmp6eDJvbW80VEc0SWlJeUVuS1ZHdHV2MzhLUE42TlJyRmJYNjdPZWI5MENyL3EzUWJ0bTl2WDZIQ0lpS3AvNzlCbVFuajhIUEJJU1NRSjdWbkJGL2ZIeDhjRWJiN3lCdlh2M0lpd3NyTXg1c1ZpTXNXUEhvbmZ2M25ySE5Sb05IQjBkOGNFSEg4RFB6dzhBMEtGREIweWNPQkZIang3RnI3LytXdVplQW9FQUVva0VFeWRPeEt1dnZvcXNyQ3dzWGJvVWFyVWFpeFl0d29BQkE4cU1MeW9xd3ZYcjEzVTl0QVFDQVZxM2JvMTMzbmxIRjNDVXVuTGxDaFFLaFc2MkZRRFkyOXRqeXBRcFNFOVBoNzI5UFNRU0NlenM3R0JuWndlSlJBS0pSQUliR3hzSUJBTDg4Y2NmV0xObURVSkNRaEFVRkZTemJ5anBLSlZLekprekIrbnA2UWdJQ01DQ0JRc01MdThVQ29WWXNHQUJObTdjaUsrKytncmFSMzU1WjI5dmo2Q2dvQ292UXlXaXhrV2cxZGJ6ci9PSmlLaFNvWEgzc1RiOEdoNFVGdFhiTThUbVpoamJ4aE9UL1gyNE95QVJrUkZRNWViaWZPOUFxUFB6QVFBbU5qYm9lVGE4WGhxejE1ZlMza00yTmphMXVzK1ZLMWRnYjI5ZjRTNkNRTW5TUktWU0NaRklWT0ZTd3JpNE9OamIyeHRzM0Y0WnJWYUxFeWRPb0YrL2ZtVm1pMUhOWExod0FUS1pESU1HRFdyb1Vvam9LY1RnaW9pb0FTWGx5ZkRwbVV1NG5KcFJiODl3dHhXWDlLL3lhUTJScVVtOVBZZUlpSWlJaUtpdWNha2dFVkVES0ZhcjhkMjFTUHg0TXhxcWFtd2RYaDF1TnRhWTBka2ZJN3c4MkwrS2lJaUlpUDZmdlRzUGk3THEzd0IrejhvTTZ3QWlxd3ZnZ2h2dWl2dVNacHFpYVlzdGxpMXEyYS9GMUN4YnpMUXdlODF5eThxdHhkS3M5OVZVTkRYTVhWRXpkMUFFUlVSWmgyMlkvWm5mSDhUa3lEb3dLTXY5dVM0dW5lZDV6bm5PQUk3TXpUbmZRMVFuTWJnaUlyckw5bDVOd2FLanAzQkxVM0xYSEVkbzVLekFDNTNhWVV6ckVFaTV4SUdJaUlpSWlPb3dCbGRFUkhkSmFvRUdIeDg4Z2FNM2J0VkkveDVPY2p3VDNnYmoyN1dDWE1MQWlvaUlpSWlJNmo0R1YwUkVOY3hnRnJEbTlBVjhlL29pakRXd0xOQlpKc1dUN1Z0alFvY3dPTXY0c2s1RVJFUkVSUFVIMytFUUVkV2dJeW0zOFBHaEU3aFpvSEY0MzA0U0NSNXAwd0xQZG1vTER5ZTV3L3NuSWlJaUlpSzYxeGhjRVJIVmdGdWFRaXc4ZkJMN2sxTWQzcmRVSk1MbzFpR1kxTGs5R2prckhONC9FUkVSRVJGUmJjSGdpb2pJd1g2NW1JRFBZLytHem1SMmFMOGlBTU5iTk1QVXJ1SHdjM1YyYU45RVJFUkVSRVMxRVlNcklpSUh5ZFRxTUhmL01SeEpjWHp4OVlITkF2Ri8zVHVpdVllYncvc21JaUlpSWlLcXJSaGNFUkU1UU16VkZIeDRJQllGQnFORCt3MVd1ZVBkdnQzUjBiZVJRL3NsSWlJaUlpS3FDeGhjRVJGVlE0SFJpQVdIVG1EbmxXU0g5cXVVU2pHbFMzczgzcjRWSkNLUlEvc21JaUlpSWlLcUt4aGNFUkZWVVd4cUd1YnNPNGFNUXExRCt4MGEzQVRUZTNWQkl5VUxyeE1SRVJFUlVjUEc0SXFJeUU1NnN4bGZ4SjdHenhjdU83VGZaaDV1ZUtkdmQzVHg4M0ZvdjBSRVJFUkVSSFVWZ3lzaUlqdkVaYW54ZHN4aFhNOHJjRmlmQ29rRUwzUnVoNmZDd3lEbHNrQWlJaUlpSWlJckJsZEVSSlZnc2xpdyt0UjVyUG43QXN3V2k4UDZIZFE4Q0cvMjZnSWZaNlhEK2lRaUlpSWlJcW92R0Z3UkVWVWdPUzhmYjhjY1JueFdqc1A2OUhkMXdldyszZEFyeU05aGZSSVJFUkVSRWRVM0RLNklpTXF4SitrNjV1dzdCcjNaN0pEK25DUVNQTnV4RFo0T2J3TzVST3lRUG9tSWlJaUlpT29yQmxkRVJLVXdXeXhZZlBRVU5qaXdBSHZiUmw2WVB5Z0NUZDNkSE5ZbkVSRVJFUkZSZmNiZ2lvam9EbXFkSHROM0g4Q1o5Q3lIOUNjUmlmQjg1M1o0dmxOYlNGaDhuWWlJaUlpSXFOSVlYQkVSM2VaY1JqYW03ejZBTEszT0lmMDFjWGRGMU9EZUNQUDJkRWgvUkVSRVJFUkVEUW1ES3lLaWYyeThjQm1MajU2Q3lVRzdCajdXdGlWZTdkRVJUaEtKUS9vaklpSWlJaUpxYUJoY0VWR0RaekFMZU8vUEkvamphb3BEK3ZOeFZtTHVnSjdvRWVEcmtQNklpSWlJaUlnYUtnWlhSTlNnM1Nvb3hPdTc5aU5CbmV1US9vYUZOTVhiZmJ2QlZTWnpTSDlFUkVSRVJFUU5HWU1ySW1xd2pxV21ZZGFlUXlnd0dxdmRsNnRjaHZmNzljRGc1a0VPR0JrUkVSRVJFUkVCREs2SXFBR3lBUGptMUhsODg5YzVPS0thVmZjQVg4d2JHSUZHU29VRGVpTWlJaUlpSXFKaURLNklxRUhSR0UyWXVlY2dZbFBUcXQyWFFpTEJLejA2NHJHMkxSMHdNaUlpSWlJaUlyb1RneXNpYWpEU05GcE0zYkVYMTNMenE5MVhrSnNyRmczdGkxQlBEd2VNaklpSWlJaUlpRXJENElxSUdvUXI2bHhNM2ZFbnNyUzZhdmNWRWVpSEJmZjFaZ0YySWlJaUlpS2lHc2JnaW9qcXZaTzNNakJ0MTM0VUdrM1Y3dXVGVG0weHBXc0hpQnd3TGlJaUlpSWlJaW9mZ3lzaXF0Zit2SFlEYi8xeENDWkw5Y3F3dThpa21EK3dGL28xRFhEUXlJaUlpSWlJaUtnaURLNklxTjc2NVdJQ0ZodytXZTErbW5tNDRZdjcreVBJM2RVQm95SWlJaUlpSXFMS1luQkZSUFhTRjdHbjhmM1p1R3IzMDdkSkFLSUc5NEpTeXBkTElpSWlJaUtpdTQzdnhJaW9YakZiTEhobjd4SHNTYnBlclg1RUFLWjJDOGV6SGRzNFptQkVSRVJFUkVSa053WlhSRlJ2NkV4bXZMSDdBR0pUMDZyVmo2dGNoay92NjRQdUFiNE9HaGtSRVJFUkVSRlZCWU1ySXFvWDFEbzlYdDd4Snk1bDUxU3JueENWTzc0WU5nRCtyczRPR2hrUkVSRVJFUkZWRllNcklxcnpVdklLOE9LT3ZiaFZVRml0Zm5vRStPS3pvZjJna0VvY05ESWlJaUlpSWlLcURnWlhSRlNueFdmbDRLVWRlNUduTjFTcm53ZENtMkh1Z0o2UWlFUU9HaGtSRVJFUkVSRlZGNE1ySXFxenptVms0YVhvUDZFMW1hclZ6N01kMitEbGJ1RU9HaFVSRVJFUkVSRTVDb01ySXFxVDRyTFVEZ210M3V2WEhhTmJoVGhvVkVSRVJFUkVST1JJREs2SXFNNUpVT2ZpeGUxN3F4VmF5Y1JpUkEzdWpZSE5BaDA0TWlJaUlpSWlJbklrQmxkRVZLY2txSE14ZVhzTUNvekdLdmZoS3BOaHlRTURFTjdZMjRFakl5SWlJaUlpSWtkamNFVkVkY2JWbkR4TTNoNVRyVUxzaloyVldERmlFSnA3dURsd1pFUkVSRVJFUkZRVEdGd1JVWjF3UGE4QUwxUXp0R3JtNFlhdkhoeU1Sa3FGQTBkR1JFUkVSRVJFTllYQkZSSFZldGZ6Q3ZEQ3RqK1FvOU5YdVk4T2piMnhkTmdBdU1wbERod1pFUkVSRVJFUjFTUUdWMFJVcTZVV2FQREN0aitRcGRWVnVZOEJUUU1STmJnMzVCS3hBMGRHUkVSRVJFUkVOWTNCRlJIVldta2FMVjdZV3IzUTZyN21RWWdhM0J0aWtjaUJJeU1pSWlJaUlxSzdnZE1QaUtoV3l0VHE4TUsyUDVCZXFLMXlIL2MxRDhMSERLMklpSWlJaUlqcUxBWlhSRlRyRklkV053czBWZTZqZjlNQWZEeTROeVFNcllpSWlJaUlpT29zQmxkRVZLc1VHSTE0Y1hzTVV2SUtxdHhILzZZQldEaWtMME1ySWlJaUlpS2lPbzdCRlJIVkdtYUxCZE4ySGNEVjNQd3E5OUVyeUE4TGgvU0ZsS0VWRVJFUkVSRlJuY2ZnaW9ocWpYa0hZbkhxVmthVjIvY0s4c05uUS9zeHRDSWlJaUlpSXFvbkdGd1JVYTJ3NnRSNWJMdDh0Y3J0dS9rM3htZEQrMEVtNXNzYUVSRVJFUkZSZmNGM2VFUjB6KzFLVE1iS3Y4NVZ1WDAzLzhiNFlsaC9obFpFUkVSRVJFVDFETi9sRWRFOTlkZXRETHovNTlFcXQrL2syd2hmRE9zUEo0bkVnYU1pSWlJaUlpS2kyb0RCRlJIZE05ZnpDakJ0MTM2WUxKWXF0ZS9rMndqTEhoakkwSXFJaUlpSWlLaWVZbkJGUlBkRWprNlBsM2JzaGNab3FsTDc0dEJLSVdWb1JVUkVSRVJFVkY4eHVDS2l1MDVuTnVQL2R1N0RyWUxDS3JWdjd1R0d6NGYxWjJoRlJFUkVSRVJVejBudjlRQ0lxR0VSTEJiTTJuTUljVm5xS3JYM1VqaGh4WWhCY0pYSkhEd3lJaUlpSWlLNlczUTVSdWh6QmVpeVRkQ3BpejRBUU9FcExmcndra0x1SVlGU3hkaWlvZU4zQUJIZFZWR0hUdUpReXMwcXRWVklKVmd4WWhBYU95c2RQQ29pSWlJaUlycGJiaHpKaDdGUWdFUXVnc0pMQ3E4d0pSU2VSZkZFY1lpVmw2eUgyV0NCekZtTXdGNXU5M2pFZEMrSkxKWXFWa1VtSXJMVGorY3U0Yk5qcDZyVVZpd1NZZWtEQTlBendOZkJveUlpSWlJaW9ydWg0SllCMS9mbHc2K2JDenhERlpWcW83Nml3NjIvTkdqYTN4MHV2bHgxMFJBeHVDS2l1K0t2V3htWXNqMEdWWDNCK2FCL1Q0eHMyZHloWXlJaUlpSWlvcnNqNDJ3aE5HbEdOQm5nQm9uTXZuTGJacjJBNVAxNWNBMlF3NmVkY3cyTmtHb3JGbWNub2hxWHJkTmp4cDZEVlE2dEpuUUlZMmhGUkVSRVJMV0dScVBCcFV1WHlqeWZtWm1KUFh2MlZLb3ZuVTRIUVJBY05iUUtxZFZxcEthbTNyWDdBVVdobFZGblJ2TWhIbmFIVmdBZ2NSSWplS2dLeGdJek1zNVZiWU1ucXJ0WTQ0cUlhcFRaWXNFYnV3NGdUMitvVXZ1QnpRTHhhbytPRGg0VkVSRVJFUkZnTkJxaDBXaVFsNWVIL1B4ODVPWGxJUzh2RDJxMUdtcTFHaHFOQmpObXpDalJMam82R2w5Ly9UVysvUEpMdEdqUm9zVDVEUnMyWU11V0xYQnpjMFBQbmozTHZMOGdDSmd4WXdhYU5HbUNtVE5uUWl5dSt0d1NqVWFESFR0MllOeTRjUkNKUkdWZTk4TVBQK0RvMGFOWXYzNTlsZTlsajRKYkJtalNqR2creEtQYWZRWDBkRVBTN2h3NCs4aTRiTEFCWVhCRlJEVnFTZXhwbk12SXFsTGI5ajdlaUJyY0cyWC90MHRFUkVSRWRZMVdxOFUzMzN5RGhJUUVMRm15cEVidmxabVppUlVyVmtDbjAwR3IxVnIvMUdnMDBHZzBNQnFOSmRxNHVyckMzZDNkK2xGUVVBQlhWMWZyZVVFUXNIbnpablRyMXEzVTBBb0FYbmpoQlJ3L2Zody8vL3h6dWNHVldDekc1TW1UOGM0NzcwQXVsMlBhdEdsSVNrckM1TW1USy9YOFpESVpvcU9qQVFCLy9QRUh2dnJxSzZTbXB1TFZWMSt0VlB1NzRmcStmTFFhNittdy9wcjBkMGZDYjJxRVBlTHRzRDZwZG1Od1JVUTE1dUQxVkt3L0YxK2x0bjZ1emxneXJEOWsxZml0RXhFUkVSSFZIanFkRGp0MzdzUlBQLzJFN094c2hJV0YxZmc5dmJ5OElKVks0ZVhsQldkblp6ZzdPME9wVkVLaFVHRGJ0bTFJVGs3R0s2KzhnbzRkTzhMZDNSMXVibTRWem5yNjQ0OC9rSjZlamc4KytBQUFzRzdkT216ZnZyM0VkVHFkRHZuNStYamtrVWRzanJ1N3UyUDE2dFhXeCtIaDRmand3dyt4YXRVcVpHWm1Ba0NKV1Y1YXJSWWlrUWdLeGI4RnpROGZQb3pqeDQ5YkgwZEdSdUw4K2ZQWXVuVXJYRnhjOFB6enoyUEJnZ1U0ZE9pUVRWOUdveEZtc3htalJvMHFNZWEzM25vTGZmcjBLZmY1MitQR2thSkM3SlZhSG1nQkVuZmx3TlZmanNiaFpkZXhranFKNGR2WkJUZU81aU13Z3JzTk5nUU1yb2lvUnR3cUtNVGJNVWVxMU5aTkxzT1h3d2ZCM1VudTRGRVJFUkVSMGIwUUV4T0R6ei8vSEZxdEZpMWJ0a1IyZHZaZHVhOVlMTWJzMmJOdGptVmtaQ0FxS2dySnljbDQ5TkZITVd6WU1NaGsveTQ3MCt2MStQbm5uekZxMUNpb1ZDcWJ0b0lnNEtlZmZzS0FBUVBRc21WTEFFQ25UcDNnNHVKaXZlYmd3WVBJemMzRm1ERmpJSmVYL0huV3lja0pRRkd3OWNRVFQyRFNwRWtZUG53NGxpOWZqb01IRDJMZXZIbVlPM2N1SWlJaXJHMldMRm1DMDZkUFk5V3FWZFpsZ0dscGFUYkJGVkFVZUtXbHBXSHo1czBZTVdJRWhnMGJodkR3Y0p0clltSmlrSmlZaUJkZWVLSEUyRUpEUTh2K1pOcEpxemJCV0NoVWF2ZEFpeGxJT1p3SGJhWUpydjRWdndmd2JLRkE3bFU5ZExrbUtEd1lhOVIzL0FvVGtjTVp6QUplMzdVZldwUEo3clpTc1JoTGhnMUFFM2ZYaWk4bUlpSWlvanJoNXMyYjhQSHh3V09QUFlZZVBYcVVtSVYwTjFnc0Z1ellzUVBmZlBNTmZIeDhzSFRwVXJScTFjcm1tbXZYcnVHamp6NUNVbElTeEdJeG5uenlTWnZ6MGRIUnVIbnpKajc2NkNNQXdNeVpNOUc1YzJjODhjUVRBSXJDcE8rKyt3NkJnWUY0OU5GSHJZR1lWcXVGVXFrc01aNzgvSHpvOVhycnNUNTkrcUJidDI2WVAzOCtsaXhaZ3BDUUVDUWxKV0g3OXUyWU1XTkd1YldyZ0tLbGd4OTg4QUd5c3JMZzcrOFBmMzkvZE83YzJlYWFLMWV1NE9iTm14Z3hZb1FkbnozN0dmTE1rTWdyTHZwUm1HSEN6ZGg4R0RUMkZhaVh5RVhRNTVvWlhEVUEvQW9Ua2NNdE9Id0NDZXJjS3JXTkd0UUxIUnB6dlRvUkVSRlJmVEp1M0RockNKU2JXN1dmRTZ2ajNMbHpXTDE2TlJJVEUvSE1NODlnOU9qUmtFZ2tBQUNEd1lEYzNGd2NPSEFBcTFhdGdxdXJLK2JQbjEraU5sVnViaTdXclZ1SHNXUEh3dC9mSDRjUEg4YmZmLytOUVlNR0FTZ0tvajc3N0RNQXdEdnZ2R01OcldKaVlyQnMyVElzWDc0Yy92Nys1WTVUSkJKaDFxeFptRHAxS2hJVEV4RVNFb0lWSzFhZ1pjdVdHREprU0tXZXEwcWxna3Fsd3Rtelo3RnQyN1lTNStQajQ1R1hsNGVvcUtnUzUxcTNibzJ4WThkVzZqNFYwV1dib1BDcU9ISkkzcGNMcFpjVVRRWjRJR0ZyNVdmaUtieWswR1diNE5IVXFUckRwRHFBd1JVUk9kVE9LOWZ3MjZXa0tyVjl0bU1iREdvZTVPQVJFUkVSRWRHOWRudHRwcnR0OGVMRjFnTG1vYUdoMkxkdkg2S2pvMUZRVUlEOC9Id1lEUC91Zm4zLy9mZGp5cFFwY0hkM0w5SFB4bzBia1p1YmkydlhybUh1M0xtNGVQRWlXclZxaFFjZWVNQjYvcSsvL3NMYmI3K05KazJhV051MWI5OGVScU1SVVZGUldMeDRzVFV3dTlQbXpadXhmUGx5NitOUFB2a0VuM3p5aWMzWUZBb0Z0bTdkV3FMdDRjT0hrWjZlRHFCb2VXUmtaQ1JNSmhNMEdnMkFvbkN1ZU5saVVGQVFnb0tDck9lS25UdDNyc3l4VllWT2JZSlhtTExDNjVvUFVVR2hzdisrQ2k4cHN1TzBWUmthMVRFTXJvaklZYTdtNUdIdS90Z3F0ZTNRMkJzdmRlM2c0QkVSRVJFUlVVUFhwVXNYWExod0FiNit2bENwVlBEMDlJU0hoNGQxUjc3RXhFUTBiZG9VcjczMkd0cTFhd2V6MlZ4cVA2MWJ0MGE3ZHUwZ0VvbVFsSlFFdFZxTitmUG5ReXdXNDhpUkkxaTdkaTNHakJtRFFZTUdRYS9YUTYvWFE2ZlRRYS9YWS9EZ3dZaU9qc1pQUC8yRXA1NTZxc3l4S2hRS3pKOC92OVJ6Qnc4ZXhNNmRPMHM5RngwZGpkT25UOE5rTWtFUUJFUkdScUp6NTg3bzNMa3owdFBUOGRKTEwySFlzR0Y0L1BISDRlYm1oc09IRDJQeDRzVll1WElsdkwyTFZqdE1uRGpScGxaWGRlblVKaWc4SzQ0Y3FoSmFBWURDVXdxZDJ2N1NKRlQzTUxnaUlvY29OSnJ3K3E0RE1BcjJyVTBIQUMrRkUvNHpwQy9FRmF6Wkp5SWlJcUthWjlRSTBLbE4xbERBVUdDRzhiYjZRMjVCY25oWFlpWk5iVEZnd0FBTUdEREErbGdRQk96Y3VSTnIxNjZGMld6R3l5Ky9qRkdqUmtFaWtTQXFLZ28zYnR6QWh4OStDQzh2cjFMN3ljbkp3WFBQUFlkeDQ4YWhSWXNXaUkrUHgvdnZ2dzhBMkw1OU96WnYzbHptV05hdlg0OCtmZm9nT0RpNDFQTVNpUVFkTzNZczlWeFNVdG1yR29yRHJrMmJObUhWcWxVMjUzeDhmREJseWhTc1diTUcwZEhSZU9tbGwrRHM3SXljbkJ5YmtFNnRWc1BWbFhWbXFmWmhjRVZFRGpGNzcyR2s1QmZZM1U0RTREOUQrOEZiZWUrbWp4TVJFUkUxWklMQkFuV2lEcG8wSTNScWswMUlCUlROaUJITHhmOCtyc1FzbXRycXdJRURXTHQyTFRJeU1qQjY5R2lNSHovZUpxd1pPWElrM252dlBienl5aXVZTjI4ZVFrSkNTdlR4K2VlZnc4UERBeE1uVGdSUU5CUHJ1ZWVlUTZOR2pmRDMzMzlqMTY1ZG1EbHpKbHhkWGJGbXpScDRlSGhnNXN5WnlNek14UFRwMDdGdDJ6YTg4c29yZCtYNWJ0MjZGZnYyN2NNenp6eURkZXZXWWVQR2pRZ0tDckl1Szd4OWFlQ21UWnRnc1ZnY2R1L2lHVkV5WmMzc0ZGN1pHVjFVOS9HclRFVFZ0djVjUEE1ZXYxbWx0aTkxN1lCd0ZtTW5JaUlpdXV1TUdnSHBaelRJU1N6YTFVN21Jb2FMcnd3S1Q2bjF6L3JnMXExYk9ISGlCTFp0MjRha3BDUU1IRGdRTTJmT2hGS3BSRXBLQ3JSYUxiUmFMWFE2SGJSYUxYcjM3bzNkdTNkajJyUnArT0NERDJ4MjVmdmYvLzZISTBlTzRQUFBQMGQyZGpaU1VsSWdsOHZ4K09PUEF5amFQVkdoVU9EKysrOEhBUHo4ODg5UUtwWHc4L09EbjU4ZmxpNWRpcFl0VzVZNVZvMUdnMUdqUnBWNnptUXlRU3ExNzJ2U3MyZFB4TWZIWThhTUdlalVxUk5lZi8xMStQdjdXMmR2M1Y1N3JMZ0dscU1VQjFkdUFUVVVYRld5K0R2VmZmd3FFMUcxWE03T3daTFkwMVZxR3hIb2gyYzd0WFh3aUlpSWlJaW9QRWFOZ0pzbkNwQ2ZZb0JZSm9JcXhBbU53MTBnY3hGWDNMZ09XclpzR1k0ZE8yWjlIQk1UZzVpWUdKdHJSQ0lSbkp5YzRPenNES1ZTaWREUVVHUmxaV0gyN05tWU5Xc1dCZzRjaU9Ua1pLeGN1Uklpa1FodnZQRUdUS2FpcFpUang0OUhlSGc0QUNBckt3c2VIaDVsanFWVnExWmxubk56YzBOb2FDZ21UcHlJTDcvOEVzMmJOOGZ3NGNPeGNPRkM5T3ZYRDcxNjliSzdlSHJqeG8weFk4WU1qQnMzRGovOTlKTjFiR2xwYVpETDVRNnRhWFVuaFpjVWVjbjZHdXRmbTIyQ3FqbDNGR3dJR0Z3UlVaV1pMQmE4SFhNWTVpcE1LZlp4VmlKcWNHK3dxaFVSRVJIUjNhTkpNeUo1WHg0QXdLZURNeHFGS1NHVzErK2Z5SjU4OGttMGJ0MGEzdDdlY0hGeGdhdXJLMXhjWE9EczdJd0RCdzVnM2JwMStPOS8vMXVpdmxOV1ZoYmVmdnR0bkR4NUVnTUhEb1NYbHhjNmR1eUlKazJhb0duVHBtalNwQW1DZ29MZzQrTmpiWk9jbkl5QWdJQXFqZk8rKys3RGZmZmRCMEVRRUJVVmhaNDlleUlpSWdKeXVSek5talZEUkVRRUFHRHUzTG1Jakl5c3NMOXZ2LzBXdi96eWk4MnhJMGVPQUNqYVpWQVFoQkt6dXhRS0JUWnQybFNsOGQvSnlVTU1zOUZ4U3cvdkpCZ3NrSHM0YmhkRXFyMFlYQkZSbFgzejF6bGN6YzIzdTUxRUpNSm5RL3ZCVFM2cmdWRVJFUkVSVVdteTRyUzRkVklEaFVxQ3BnTTk2dTBNcXp1MWFkTUdiZHEwd2RHalI3RjA2Vks4OGNZYkNBc0xBd0NiR1VjV2l3V2Zmdm9wQU9ERkYxK0V0N2MzbGl4WllsMU81K3JxaW9VTEY5cjBiYkZZa0oyZERXOXZiK1RuNXlNdUxnNFBQL3h3bVdNNWYvNDhqaDQ5aWtjZWVRUXlXZWsvQy8vKysrOFFCTUVhVk4zcDVNbVRhTnUyNGxVTEVSRVJOcUZhc2V6c2JIejc3YmZvMjdjdnVuZnZiblBPM3FXSTVWR29aSkFweFZCZjBjRXoxTEgxYkxNdjZ5QjNFMFBod1VpakllQlhtWWlxNUhKMkR0YjhmYUZLYmFmMTdJUTJqVHdkUENJaUlpSWlLc3V0RXhwa3hXdWhDbkdDZjFmWFdqM0w2c1NKRTlpOGVUTm16Wm9GTnpjM2gvVDU4ODgvWTlXcVZRZ0xDMFBUcGsxTHZVWWtFcUZyMTY1WXVuUXBZbU5qTVhYcVZBd2VQTmptbXB5Y0hNVEZ4ZGw4QkFjSFkvSGl4ZGk0Y1NOTUpoUDY5T2xUNWpoU1UxT3hZY01HREJ3NHNNVE1MSXZGZ2gwN2RtRFpzbVY0NmFXWHJMc2FLaFFLbkRoeEFpMWJ0c1NGQ3hlZzFXb1JHQmlJaElTRU11K2oxK3V4YTljdURCa3lCRzNhdExFZUx5Z293T3pac3dFVXpRNGJQbnc0ZXZUb1VmNG5yeG9DZTduaDRxWXN1QWZKSVhHcU9DaHQrM2lqQ3E4eDZRU2tuOVlnN0dIV3lXMG9HRndSa2QyTWdvQzNZdzZqS2hOLyt6VU53UGgyWmEvdEp5SWlJaUxIeXI5dXNJWldnYjBjRXdUVnBNTENRdnoxMTE5NDlkVlg4ZEZISDFWNTZSMVFGRFF0V3JRSVI0OGV4ZWpSby9IaWl5L2F6Q3E2Y3hlOSsrNjdEKzNidDhlQ0JRc1FGUldGQXdjTzRQWFhYNGVIaHdlKyt1b3I2OUk3ZDNkM3RHdlhEbzgvL2ppNmRldUd2WHYzWXRPbVRlamR1N2QxTmhkUUZJYVp6V2JyWTdWYURRRHc5ZlcxdWUrZVBYdnc4ODgvdzJBdzRQMzMzN2VaYlJVWkdZbFZxMWJoK1BIakVJdkY2Tm16SjdwMzc0N3o1OCtYcUhsVldGZ0lRUkF3ZGVwVTNMeDVFOE9HRGJPZU8zYnNHSll0VzRhTWpBeE1tVElGQnc0Y3dEdnZ2SU91WGJ0aXlwUXBDQTRPcnVxbnVWeE4rN3NqZVg4ZWdvZXFITkpmOHI0OE5CM2c3cEMrcUc0UVdSeTUzeVVSTlFoZnhKN0c5MmZqN0c0WDVPNktIOGNNZzdPTW1Ua1JFUkhSM1NBWUxJamZuQTI1aXhpaEQ5YWRHZTluenB6QisrKy9ENWxNaGdVTEZpQTBOTlR1UGhJVEV6RnIxaXpvZERxODhjWWJHRFJvRUlDaTJWY2lrUWd5bVF6UjBkRklTVW5CdG0zYklCYi9PeU5JRUFTc1hic1dHelpzUUZCUUVMNzU1aHZFeGNVaFBqNGVuVHAxUWtoSUNFUWlFZFJxTmI3NzdqdHMyN1lOb2FHaCtQVFRUMjFtaVMxWXNBQkhqeDdGaXkrK0NJdkZnaDkvL0JFV2l3VS8vUEFEdEZvdElpTWo4ZkxMTHlNc0xBeHF0Um85ZS9hMEdVY3hpOFdDTFZ1MlFDYVRRU3FWSWljbkJ4czNib1MvdnorV0wxOXVIZk9rU1pPUW5KeU1saTFiNHMwMzM0UzN0emNPSERpQWJkdTI0ZkxseS9EMzk4ZU1HVE9zeGVUMzdObURWYXRXSVRzN0d3ODg4QUFtVHB4b25lbmxTQm5uQzJFc01DT2daL1dDMDlSaitaQzdTZENvcmJPRFJrWjFBZDg5RXBGZExtYXFxeFJheWNSaUxCN2FqNkVWRVJFUjBWMTA4MlFCQktNRlRRZVd2ZE5kYlJRZUhvNm9xQ2k4OWRaYjJMRmpCLzd2Ly83UDdqNmFOV3VHQVFNR0lESXkwbVo1WUd4c0xFNmZMdG9WMjhQREExT25UaTBSRm9uRllqei8vUE1JRHcrSHM3TXpwRklwMnJkdmovYnQyMXV2c1Znc2VQZmRkM0hwMGlVTUh6NGNVNmRPdGRiREtqWisvSGdrSkNSZzBhSkZBQUNWU2xYcWM3bDlsbFpwUkNJUm9xT2prWlNVQkFDUXlXUUlDUW5CNjYrL2JqUG0xcTFibzF1M2JwZzBhUkoyN3R5SnBVdVhRaEFFK1ByNll1clVxUmd4WWdTY25QN2RpVy9Ja0NIbzFhc1gxcTFiaHkxYnRrQVFCTXlZTWFQY3NWU0ZUenRuWkp3clJOTHVIRFRwN3c1cEpaWU4zczZrRTVDOEx3L3VUZVFNclJvZ3pyZ2lva3JUbTgxNDdOZWRTTWt2c0x2dGpJak9YQ0pJUkVSRWRCY1pOUUl1YmM2R2Qyc2wvTHE1Vk55Z0ZycCsvVG9DQXdOTG5ZVlVIUmFMQlJhTHBkcjkzcmh4QXpxZHJrb3p3cXBLRUFTSVJDS0lSQ1hybEFtQ1lIMU9PcDBPUC96d0EzcjA2SUgyN2R0WCtGd3ZYNzZNZ0lBQW00TDFqcVpKTStMNi9qejRkbmFCWjR2S0ZXelB2cXhEK21rTm1nNXdoN01QTjNkcWlCaGNFVkdsL2Vmb0tXdzRmOG51ZGgxOUcySFZ5UHRRZTB1QUVoRVJFZFUvTjQ3a0krKzZBYTNIZU5YcVl1elU4Tnc0bWc5RGdRQ3BYQVNGbDdUb3c3Tm9aWVpPYllJdTJ3UnR0Z21Dd1FLNW03amFTd3lwYnVPYUhTS3FsTk5wbVZVS3JlUVNNZVlQN01YUWlvaUlpT2d1RWd3VzVGMDN3TDJKbktFVjFUcUJFVzdRNTVxZ3l6VkRsMjFDZHB3V09yVUpBS0R3TEFxeVZNMmRJUGVRUU9IQjJLS2g0M2NBRVZWSWF6TGhuYjFIcXRSMldzL084SGZsT25RaUlpS2l1eWt2eFFEQmFJRjNtUEplRDRXb1ZFNGVVamg1U09IUjFLbmlpNmxCWTNCRlJCWDZJdlkwYm1rSzdXN1gwYmNSSG1uVG9nWkdSRVJFVlBkcHpYbElMYlNkelJ6ZzNBcEtDYmQ1cCtyTGlpdUVRaVd4THI4aUlxcXIrQ3BHUk9VNmNUTWR2MXhNc0x1ZFFpckIvSUc5YW1CRVJFUkVkVnRzNWhZY3o5cUNLL2tuU2ozZlhqVUlIVHdIbzd2MzZMczhNcW92akJvQk9yVVpmbDNyWmtGMklxTGJzVGc3RVpXcDBHakN3NzlFSTcxUWEzZmJkL3AydzBPdDc5N3VLa1JFUkxYZDJad1liRTVlQ0xVaHRWTFhlOG9EOEhqd1BMUnc2Kzd3c1Znc0ZoaU5Sc2hrc2xKM0ppdG1NcGxnc1ZnZ2sxVnZKeTlCRUZCWVdBaG5aK2R5ZHpiYnRHa1RBT0NSUng2cDF2MGF1cHhFNVNibVpBQUFJQUJKUkVGVVBXNGN5VWZvQ0JWblhCRlJuZWZZUFVXSnFGNzU4dVRaS29WVzNmd2JNN1FpSWlLNnpjN1VGVmliOEhxbFF5c0FVQnRTc1NMK2VjUm1ibkg0ZU02ZlA0OEhIM3dRaVltSjVWNzM2YWVmNHJYWFhxdjIvWktTa3ZEUVF3OGhQajYrd3V1U2twSUFBR2F6R2JkdTNiTDV5TS9QUjM1K2Zvbmp4UjlHbzdIQ3NadzlleFpqeDQ3RnJGbXpxdjI4YXF1ODYzcklYTVFNcllpb1h1QXJHUkdWS2tHZGk0MFhMdHZkVGlHVllON0FpQm9ZRVJFUlVkMjBNM1VGZHFXdXJITDdEVmZmQXdEMGFGUzlwWU01T1RsSVQwOEhBRnkvZmgwQWNPM2FOWmpONWpMYjVPZm5RNi9YNDlLbGYydHh0V3JWQ29XRmhWaTNibDJwYlVKRFF6RjQ4R0FVRmhiQzNkMjl6QmxkQlFVRmNISnlLbk0yVjBaR0JpWk1tR0J6TERJeUVrcWxFaHMzYml5MXpjcVZLeEVhV3ZZdnorTGo0L0hPTysvQTA5TVRmLzMxRjVZdlg0NnBVNmVXTyt1c3JoRU1GdVNuR09EZG1rWFppYWgrWUhCRlJLV2F1LzhZaENxc0pKN1pxd3Q4blBtREVsRkRjdlRvVWV6Zit3ZXVYRW1BdTdNVC9yNTQ1VjRQaVdwQXh6YWh5Qy9VSTdSRkN3eTY3MzUwNys3NDVXdjEwZG1jbUdxRlZzVTJYSDBQWGs0QjFWbzJHQk1UZ3krLy9OTG1XRlJVVktYYXZ2enl5OWEvNzk2OUc0SWdJRFcxYVBaWVFrSUN4R0l4UWtKQ0FBQmVYbDZJalkzRkJ4OThnSTBiTjhMTHk2dEVmMmF6R1E4OTlCQ21UWnVHRVNOR2xIdnZ0V3ZYd3R2Ykc0c1dMUUlBUFBua2t4ZzdkaXlBb3RlZnI3LytHbXZXckFFQWVIaDRsTm5Qdm4zNzhKLy8vQWN0V3JUQXh4OS9qUDM3OStPenp6NURWbFlXcGsrZkRoZVgrbEVQU3BOV05PdE1GY3FkMm9pb2ZtQndSVVFsYkwyY2hJdVphcnZiZGZOdmpOR3RRbXBnUkVSVVczMzI2UUtZYzFMUXFaazd4blZvZzFCL0ZZQXU5M3BZVkVPdTNNekJsZFFjL1BIZmRUaTBmeTllbi83bXZSNVNyYmM1K1JNSDlyVVFNOXB0cW5MN3lNaElEQjgrSEFCdzRjSUZ2UFhXVy9qaWl5OFFIQnhjWnB0Rml4WWhKU1VGaXhjdnRqbnU2dXFLK2ZQbkF3QW1UWnFFQng5OEVHUEdqTEdlUDNUb2tGMWp1M2J0R2t3bUUvTHo4d0VBVjY1Y3NjNEVjM0p5Z2xLcGhFUWlBVkJVZCt1Wlo1N0J0OTkrQzZWU0NiRllYR280VnN4Z01HRGR1blhZdEdrVCt2ZnZqOG1USjBNa0VtSFlzR0h3OFBEQWdnVUxNR1hLRkx6MTFsdG8zNzY5WGVPdWpmSlM5QkRMUkZ3bVNFVDFCbC9OaU1oR3ZzR0lMNDc5YlhjN0Y1bVVTd1NKR2hRTDVyLzdKanI0aVRGNmNQaTlIZ3pkSmFIK0tvVDZxM0IvVitCL2h4S3dZTTRzdkRWM0FZRDZzOHpLa1dJenQwQnR1Rm5sOXA1eWY1djJxZHA0eEdadXFmS1NRYWxVQ3FtMDZNZC9KNmVpMlRnZmYveHh1WVhYczdPekVSZ1lDS1d5OU5uVVdWbFp1SHIxS25yMDZGR2xNUldiUFhzMk1qTXpJUWdDQUNBMk5oYmp4bzBEVURTakt6TXpFM2w1ZVhCMWRVVnViaTUwT2gzYzNkMWhNcG1zejZrMEowK2V4SklsUzVDZW5vN0preWRqM0xoeGVQSEZGeEVVRklUMzNuc1BFUkVSK1BMTEx6RnYzanhNbXpZTi9mdjN4M1BQUFlmQXdNQnFQWjk3UlRCWWtIZmRBUGNtOG5zOUZDSWloMkZ3UlVRMmxoMC9qUnk5d2U1Mk0zdDE1UkpCb2dia3M0VUxFTzRuUm1RdmJzVFFVRDNVcHdYK2QrZ3l2bGkwRUs5TnI3OUZycXRqZjlyM1ZXNGJvR3lGbDhQVzRLeDZyN1hHRlFDY3k0bXBkcTJyMjQwY09SSyt2cjVsbnYvdHQ5K2cxK3ZMUEgvZ3dBRUVCZ1lpSUNDZ1d1Tll2MzQ5QkVIQXVISGowS3RYTDd6NTVwdTRkZXNXTm0zYWhJOCsrZ2dpa1FnR2d3RUJBUUhJeWNtQmk0c0xwRklwZERxZE5ZUzczYmx6NTdCKy9YcWNPSEVDWVdGaG1EdDNMcG8zYnc0QW1EaHhJdWJNbVlNZmZ2Z0JFeVpNZ0wrL1A1WXVYWXBmZi8wVjMzLy9QUTRlUElpSWlBZ01HellNRVJFUjVlNkNXTnZrcFJnZ0dDMVFoU2p1OVZDSWlCeUd3UlVSV1NXb2MvRnJuUDIxYVRyNk5zTElsczFyWUVSRVZCc2RQWElZNXR3VVJON1g4VjRQaGU2eGgvcTB4SUpOcDNBOE5oYmRxem5qcHI3Um12T1FxcjFVOFlXbEtBNnRsQkozOUdnMEdzZXpOdU5LL2trQXdMbWN2WTRjSmxxMGFJRm16WnFWZVg3ZnZuM1dndTZsMmJObkQ5cTJiWXVNakF3QWdGZ3NocmUzdC9XODBXaUV3V0N3N3ZaWC9MaDRadFh0TGx5NGdJS0NnaExIMTY1ZEN4OGZIMnM5cnR6Y1hLaFVLZ0NBUnFNcFVadnFwNTkrd3BvMWE2QlNxZkRxcTYvaXdRY2Z0QW1mZXZmdWpURmp4dURvMGFNWVAzNDhaRElaSkJJSkhuMzBVUXdjT0JEZmYvODlkdS9lamVUa1pIVHYzcjNPQkZlQ3dZTDBNeG80TjViQnhiZnNXWFJFUkhVTmd5c2lBZ0JZVUZTUXZTcmU2OHNDdlVRTnlmNjllOUNwV2RrRmtLbGg2ZFJjaFgweHV4aGMzZUZHWVh5VjJ0MGVXZ0hBVDBudldrT3JZdG1HRy9DU08yWXAyOXR2djEzaE5TMWJ0aXoxK01XTEZ4RWZINC80K0hqczNyMGJBT0RtNW9iLy92ZS8xbXVlZXVvcG16YlRwMDh2OHo2eHNiRUFnTGk0T0d6YXRBbjkrdlVyOWJyYzNGeHJFZmJzN0d4cmlGWHNnUWNlZ01sa3dzTVBQNHpDd2tKczNyeTVSQi9lM3Q3bzM3OC90bTdkYW5OOHpKZ3htRDU5T3A1NjZpa1VGaGFXdTR5eU5oRU1GaVR0eVlGUkl5Q3dsOXU5SGc0UmtVTXh1Q0lpQU1DdkZ4T3FWSkI5YkZnb21xdmNhMkJFUkZSYlhibVNpSEhoYmUvMU1LaVdhQkdnd3VhVGNmZDZHRFhHcUJGZ05nZ09LM1Fkb0d5Ri9yNFRzUG42SjlDWkMwcWN1ek8wT3A3MVc0aytzdldwRGd1dVB2dnNzM0tMczMvKytlZlczUVB2dEhIalJnREEwS0ZEOGZUVFQrUDQ4ZU5ZdTNZdEFLQjE2OWFZUFh1MjlkcTB0RFNzWHIwYUV5ZE9SRUJBQUN3V1M0a2REWThkTzRiZzRHQTRPVG5odSsrK2cwaFVWRHV0dEJwWFNVbEptREpsQ3RMVDAyR3hXREJseWhRQXdQLzkzLytoUTRjT21EQmhBZ0FnT1RrWlAvLzhjNFdmaDd5OFBCaU5Sb3dhTlFwaXNiamM1Wk9WWlNvUWtKOWE5akpMUjVESXhTak1NaUh2dWg1bWd3V2hJMVFzeWs1RTlRNWYxWWdJQlVZamxwODRZM2M3WjVrVXIzVG5VaUdpaHNiTjJlbWYzUU9KZ0JhQm5uQlYxdDFDMElMQkFrMjZFVHExQ1pvMEk4d0dBVHExdWNSMXpZZDRWSHY1bGFmYzN4cE1CVHEzeHZMNDU2emhWV1ZEcTZvU0JBRXhNVEhXeHlrcEtRQ0FzMmZQSWkwdHJjeDJHUmtaeU0vUHg1NDllNnpIZ29PRG9kZnJjZWpRSWJpNnVrS3BWTUxQejg4NkN3b0FHalZxaEVHREJsa2ZYN2x5QmF0WHIwYVhMbDNRcGswYkFFRGp4bzJ0UmREajR1S1FuWjJON3QyTFpuRS85TkJEME9sMEFGQ2l4bFhIamgydHhlSy8vdnByOU8zYkYyM2JGb1hwUGo0K051TnYzYm8xTm16WVVPN25KajA5SGM4Ly96eUdEaDNxMEJsV2w2UFZFSXdXaC9WWEpwRUZFaWN4QW51Nk1yUWlvbnFKcjJ4RWhGVi9uVWUrd1doM3V4ZTdkSUNidkc1TW9TY2l4emtkbHdpZzY3MGVCdFVpcHk4bTN1c2gyTVdvRVpBVnAwWGVkVDJNbW45ckxUazNsa0htSW9GYjBML0Z2aVZ5RVJTZVVpZ2RFQWlvRFRkeFZyMFhQUnFOUnFCekdGNXV2UWJMNDUrRGx6ekFydERLeThuK1F1aG1zOWs2RzZxWVNxWEMyclZyNGVMaVVxSk9sQ0FJeU16TWhFS2hnTHU3dTAzYlVhTkd3V0F3SUR3OEhLNnVycVhlYjhPR0Rjakx5OFBreVpQTEhOUHAwNmR4N05neFBQLzg4L2p0dDkvUXAwOGZHQXhGRzhRTUhqd1l0MjdkQXZCdmphdVltQmc0T1RtaGJkdTJhTnUyTFM1ZHVnU2owWWlISDM0WXJWcTFxdlRuNHZEaHcramF0YXUxcVB1U0pVdmc0dUpTN2xpcm92bGdEeFJtbWh6YTU1MU1XalAwZVdabzBveTRjYXdBY25jSnd5c2lxbmY0cWtiVXdOMHNLTVNHOC9ZWGp3MTBjOEZqN1VxdmVVRkVSRlFiNmRRbVpNVnBrWk5ZdEh6TExVZ083ekFaRko1U2h4ZXpEblJ1WGVyeDRoMENpOE9yR2UwMlFTbHhxM1JvcFpDNFZtbVpvRXdtdy9yMTY2MlBVMU5UOGNFSEg4RGYzeDhmZnZnaFZDb1ZObTNhaEo5KytzbGFvMnJqeG8zNC92dnZNWDc4ZUl3YU5jcW1QMEVRTUh6NGNDeGJ0cXpVK3lVa0pFQ3RMcjhFUVVKQ0FqUWFEUW9LQ3ZEbm4zOWk0Y0tGaUk2T0x2WGE1T1JrcEtlblkvejQ4ZFpqQnc4ZUJBRDg4c3N2TnNzU1MxTllXQWl4V0l5Y25CeEVSVVdoUllzV21EZHZIazZlUElsang0NWh6cHc1Y0hGeFFYcDZPdHpkM2FGUVZIOVhQbVVqS1pTTjdzN2JMYU5HUVBLZnVVamFuWXZnb1I0TXI0aW9YcWtiVzJRUVVZMzVJdlp2bUN6MlQyTi9wMjkzU1A2cFBVRkVSRlNiQ1FZTGJoekp4NVhvSE9SZE44Qzd0Ukt0eG5paDZRQjNlSWNwYTJRSE5xWEVIUUhLMG1jQmJiajZIbUl6dHdBQXZPU0JkaTBQYk9GVy9RMVJEaDA2aEtsVHB5SWdJQUNmZnZxcHRiaTUyV3kyN3Y0SEFJODk5aGhtenB5Skw3LzhFblBtek1HTkd6ZXM1OFJpY1lsbGVWV2xWQ3JSdG0xYnRHL2Z2c3hyOHZMeXNIcjFhcHc1VTFUYW9LQ2dBTnUyYllOWUxJWmVYN0tPbEZhcnhVc3Z2WVFUSjA0QUFGNSsrV1VzWHJ3WWZuNSsrUGpqajVHUWtJQVpNMmFnVTZkT1dMbHlKZnIyN1F1ajBZalhYbnNObjN6eUNTeFYrTm5vWHBLNWlCRThWQVdKWElSYkp6WDNlamhFUkE3RktKNm9BWXZMVW1OUDBuVzcyL1Z0RW9BZUFkVXZXa3BFUkZUVGpCb0J5ZnR5b1ZPYjRkUEJHWTNDbEJETDc4NHZYdnI3VHJET3NMclQ3VE92Z01yWHRHcXZHbHpsOFNRa0pPRHJyNy9HMzMvL2pWR2pSdUgzMzMvSHd3OC9iRDF2TXBsZ01wbEt6SzdxMmJNbmtwT1RNWEhpUlBUczJSUGp4NDh2TjJTeWwwUWl3YnZ2dmx2dU5abVptWkRKWlBqbW0yK3dkT2xTL1Bqamp4Q0x4Umc0Y0tDMUZsWmNYTkVtQVdGaFlUaHk1QWdTRWhJZ2w1ZXN2OWFoUXdmTW16Y1BzMmZQeG9vVksvRDIyMi9qMkxGak1KbE1tRFJwRXFLaW92RHR0OTlpNHNTSkRudU9kNE5ZTG9JcVJJR01zNFV3YWdUSVhEaEhnWWpxQndaWFJBM1lna01uSzc3b0RsS1JDRE42ZGE2QjBSQVJFVG1XSnMySTVIMTVBQnhUWE4xZVBScU54dStwSzZBMjNDejEvT2JyQytIbEZJRGptVnNxRlZxRnVuVzFCbDMyMHVsMCtQREREeUdUeWJCbzBTS0VoWVdoZi8vK050ZkV4TVJnOSs3ZG1EOS92czF4WDE5ZmVIdDc0OWRmZjhXdnYvNEtRUkJzem0vYnRnMDdkdXlBSUFod2RuYXUwdmlLWjMzZExpK3Y2R3MzYjk0OFhMeDRFUU1HRE1DaFE0ZXM0NWc5ZXpiT25EbGpEYTdPbnorUDNidDNZK1hLbGRpM2J4Kzh2YjNMRE5nNmRlcUVqei8rR0MxYkZwVTlPSExrQ0E0ZE9vUk5telloUGo0ZTY5ZXZSM0J3TUFZTUdGQ2w1M092TkFwVElpdE9pNnlMV3ZoMWM2bTRBUkZSSGNEZ2lxaUIycE4wSGVjeXN1eHVONzU5S3dTNWxWNklsWWlJcUxiUXFVMUkzcGNIdVlzWVRRZDYzTFBaSjJPYXpzTGFoTmRMUGFjejUyTkYvUE9WNzZ2SnJDcVBRNkZRWVBIaXhmRHc4SUJVV3ZRV29HTkgyNTJCTDE2OENJbEVVdUo0c2ZIangrT1JSeDZCUkNLeE9kNjllM2VNSERrUzU4K2Z4L2J0MjYzSExSWUx6T2FpSFJwdi83UDQ3eFU1Y09BQWdLS2REYU9pb3RDdFd6ZWNPSEVDOCtmUHg2T1BQb29CQXdaWWx3NENRRTVPRGxRcUZkTFQwM0gwNkZFOCt1aWpFSXVMdnU0eW1hekVrc0pPblRwWi94NGZIMi9kN1hEU3BFazRmLzQ4Rmk5ZWpHN2R1cFVvWEYrYmllVWl1UGpLa0plaVozQkZSUFVHZ3l1aUJzZ29DUGc4OW0rNzI2bWM1SmpVMlhGTEE0aUlpR3FDWUxCWVoxb0ZEMVhkdGFXQnBlbWdHb3pSVFdaaXkvVlBxOVhQK09iekVPZ2NWcTArdkwyOU1XSENCT1RuNTVkNjNtQXd3R2cwWXN5WU1XWDI4ZEpMTDJIWXNHRTJ4M3g5ZlJFUkVZRkdqUnJCWlBwM0Y3MnpaOC9pZ1FjZXNMbDIyclJwTm84N2R5NTdGdmNERHp5QWE5ZXVZZWJNbVhCemM4T3BVNmZ3OGNjZlk4U0lFWGorK2FMQXo5blpHZkh4OGZqenp6K3hiOTgrOU92WEQxdTNib1hGWXNHSUVTT3NmVFZ2M2h3SER4N0VMNy84QW05dmI1djdYTHg0RVFrSkNYam9vWWNBQUZLcEZPKysreTV5YzNQclZHaFZ6TDJKRS9KVEROQ3BUU3pTVGtUMUFsL0ppQnFnTGZHSnVGVlFhSGU3VjNwMGhJdU1MeHRFUkZTN3BaOHBxdkVUT3VMZWhsYkZCdmhPQUlBcWgxZmptOCtyOGhMQk83MzIybXMyNFpLOVFrSkNTdlJYUEFPclJZc1dhTkdpQlFCZ3pKZ3hpSWlJS0xldi8vM3ZmK1dlRHd3TXhJY2ZmZ2lncU1iVm9rV0xNR1hLRkp2Z2JQRGd3ZGk5ZXpjKyt1Z2orUGo0WU9USWtYQjFkVVdMRmkzZzcrOXZ2ZTY1NTU1RFZsWVcxcXhaWTFPQUhnRGMzTnd3ZHV4WURCa3l4SHJNejg4UGZuNSs1WTZ2dG5JUGt1TUdnTHpyQmdaWFJGUXZpQ3gxYmNzTUlxb1dveUJnNUlhdHlOTHE3R29YNXUySkg4YmNYME9qSXFLNlpPalFvZGk5NEpGN1BReXFSWWErdFFtN2QrKysxOE1BVUZTTS9kTG1iS2hDbkJEWXkrMWVEOGZHMlp3WWJFNytwTXlhVjNjS1VMYkM0OEh6cXozVHFyNndXQ3dRY1VmalNrbmFuUXZCS0NCMGhPZTlIZ29SVWJVeGdpZHFZSDYrY05udTBBb0EzdTdUclFaR1EwUkU1RmpwWnpRUXkwVHc3MXI3NmpGMlVBMUdCOVZneEdadXdibWNHSnpMMlZ2cWRlMVZnOUJlTmRoaHM2enFDNFpXbGVmZVJJNWJKelhjWFpDSTZnVUdWMFFOaU41c3hwcS9MOWpkYmxoSVU3VHo4YXFCRVJFUkVUbU9ZTEFnSjFFUDc5YktXckZFc0N3OUdvMjJobElKK2NldHg1VVNOODZ1SW9kd2IrS0VXeWMxeUx1dWgzZVk4bDRQaDRpb1doaGNFVFVnUDUyN2hGeTl3YTQyQ29rRTAzcVdYVGlWaUlpb3RzaU0wd0lBdk52VW5UZnFMZHk2MytzaFVEMGtjeEZEb1pJZ1A4WEE0SXBxTFYyT0VmcGNBYnBzRTNUcW9nOEFVSGhLaXo2OHBKQjdTS0JVTWJabzZQZ2RRTlJBYUUwbXJEdDkwZTUyRXp1MlFTTm5SUTJNaUlnSXVKYVdpMnZwZVFnUDlvSEt0ZUxYbXV3OExRd21NNXlkWkhCM2NhcjBmUVRCQXJHNFptZmdhUFZHNkkzbVNqMlB1OEZzRnBDUld3aVpWQUp2OTRieHhqVW5VUWZueGpJdWpTSUNvQXBWY0xrZzFWbzNqdVREV0NoQUloZEI0U1dGVjVqU3VwbEFjWWlWbDZ5SDJXQ0J6RmxjNjJvVzB0M0ZWekNpQnVMN3MvRW91R01YbllyNHVpanhkSGliR2hvUkVSR3c3MndLNXEwL2ltdnBlUlZlbTZiV1lNTENhRXhZdUFQYll4TXJmWTlkSjYvaXFVKzI0MnhTUm5XR1dxNzhRZ1BlK09wUHZMNXlMOUp6N04rMXRUSTBXZ1BVK1pXdlVaaVJXNGdKQzNmZ2crOFAxOGg0YWh1ZDJnU2pSb0JuYU8wSURvbnVOYytRb244TFdSZTE5M2drUlA4cXVHWEF4WTFaY0c0c1EvUDdQTkNrbnp0ODJqbkRMVUFPbVZJTW1WSU10d0E1Zk5vNW8way9kelMvendQT2pXVzR1Q2tMbWpUNzNzdFEvY0VaVjBRTlFJSEJpTy9PMkQvYmFsclB6cEJMbUc4VFVlM3cxZmJUTUpnRUFNQXZCeTVoWk05UXVEbkxLMnlYbWF0RlJxNFd5MzQ3aFM5ZkdRS3grTi9YTlkzV2dMbnJqOWcxampsUDlvS0wwdmErTGdvcEFodTVZdCtaRkV4YnVSZUxKZytFbjVjTEFHRDYxMy9hMVgreFBtMERNTFp2S3dCQXVscUR0OWNlaEZRaXdtZFRCc0ZGSWF0U24vVlp6aFU5QU1BOXFPTHZDYUtHUUN3WFFSWGlCSFdpRG8zRG5XdDEzVGRxR0RMT0ZrS1Raa1Nyc1o2UXlDci9Ic016VkFIM0lEbVM5K2ZCOVo5UWl4b1dCbGRFRGNDNk14ZWhNNW50YWhPaWNzZVE0Q1kxTkNJaUl2c2NqNytKQStkdXdNMVpqaTR0R21QZm1SUjhIWDBhMHgrdXVEN1F1TDR0OGR2UkJDVGV6TVh1djVJeHJGdHo2em1UWU1HcGhIUzd4bUlTTENXT2ljVml2UFZZVCtnTVpoeUx1NG1acS9iaDh4Y0h3ZHRkaVRPSlZadnAxZHpYM2ZwM2R4Y255S1ZpSktUbTRQM3ZEaUhxMlg2UXl5UUFBSjNCQkl1bDVKajB4cUxYZmNGaWdWWmYrbStwUlNJUkZQTDY4ZU5nWG9vZWJrRnl2amtudW8wcVJJR2NSRDB5NDdSb0hNNDMrL1BuejhmbzBhUFJvVU9IS3ZkaE5wdHg2ZElsdEdsVCtxb0VrOG1FTDc3NEFqMTc5a1Rmdm4xeDVzd1pCQVVGd2N1cjdJMk9kRG9kNUhLNXpTOVdhcEphcllaV3EwVkFRTUJkdVI5UUZGb1pkV1kwSCtKUnBmWVNKekdDaDZxUWVpd2ZHZWNLNGRPZTM4OE5TZjM0U1lXSXlwU2pOK0RIYy9GMnQ1dmNwWDBOaklhSXlINVplVm9zM0ZTMDg5clVrWjBRMGNZZlp4SXpzUFBFVllRSCsyQm8xK2JsdG5lU1MvSDR3RGI0WnNjWjVHdjFwVjdqNytXQ3RkTWZLTGVmWnhmdHhNMXNUWm5ucFJJeDNuc2lBak5YN1lORUxJWkVMRUtlUm8vZjVvNHA5WHFOemdpbFhGcWk5dGFCY3pmdzZhYmpOc2NVY2lubVQreUxWMWZFNEV4aUJqNzY2U2ptUE5VYllyRUlrei9mVmU2NExxV29FVGxuYzZublpGSXhvdWVQSzdOdFhXSFVDREJxQkhpSGNTWWEwZTFjZkdWUWhUZ2hLMDZMUm1HMWU3Zk51K0hBZ1FPSWlJaW9WbkMxWWNNR2ZQdnR0M2p1dWVjd2Z2ejRFdWZGWWpGMjd0d0pkM2QzOU83ZEcxOSsrU1hTMDlNeGZmcDA5TzdkdThUMWdpQmd4b3daYU5La0NXYk9uRm10OEVxajBXREhqaDBZTjI0Y1JLS3l2OVkvL1BBRGpoNDlpdlhyMTFmNVh2WW91R1dBSnMxWTVkRHFkZ0U5M1pDME93Zk9Qaks0K1BJMXY2RmdjRVZVejYzNSt6d01ac0d1TmszY1hURzRlVkFOallpSXFQTE1aZ0ZSRzQ0aHAwQ1AzbTBETUtSTE13REFHK082NGIxdkQySHgvMDRpeU1jTmJacDZsOXZQaUI3QjZOcytzTndpNVpMYmxrWnI5Y1pLejBZNmVDNEZjZGV6TWJSTE16VHo5VURVYy8zaEpKUGc2cTFjekZxOUg0OE5DTU9qQTFxWGFMZGdZeXpTY2dyeDd1TVJDUEw1dCtpc3JJd2wydDd1U253MHNTOWVYN2tYaHkrazRvZVlDM2g2U0R0MGJlbUw3RkpxWCtrTUp2eVZrQTVYcFF6aHdUNmw5aW10Sjh2Qjg2Ny9zMHl3U2VVTDloTTFGSTNEWFpDVHFFZktrWHcwSGVCZWNZTWFZckZZc0d2WExtemZ2aDFKU1Vrd204MW8xcXdaUm93WWdaRWpSNVlidEZSVlRrNE8vdmpqRDR3YlZ6S2dQM3o0TUp5Y25IRGp4ZzBzWDc2OHpEN2MzZDJ4YWRNbTYrTkhIMzBVU1VsSldMMTZOYTVkdTRZMzNuZ0RNdG0vQVlwWUxJWlVLb1hKWklKWUxNWm5uMzJHUllzV1ljNmNPWGpqalRjd2ZQaHdtLzdGWWpFbVQ1Nk1kOTU1QjNLNUhOT21UVU5TVWhJbVQ1NWNxZWNvazhrUUhSME5BUGpqanovdzFWZGZJVFUxRmErKyttcWwydDhOMS9mbG85VllUNGYxMTZTL094SitVeVBza2ZMLzc2ZjZnOEVWVVQyV3FkWGhsNHNKZHJlYjJMRU54RFh3d3dNUlVaNUdqL0ZSMjZ5UHpmOHN1NXUxYXI5MTV0R29pRkM4TkxJVExCWUwvdlBMQ1p4T3pJQy9sd3RtUHZMdnNzQ0lOZ0dZZUg4N3JOdDFIclBYSHNESHovYXpDYTlPWExxRi8veGlPMnZwZGkwRFBUSHZtYjZsbmpPWkJVVE8yUXdQRnlmODhsNWtoYy9wV054TjdEeHhGVzJhZXFPWnI0ZTEvcFMvbHd0Y2xYSjhzK01NZkQyZE1TRDgzK1hYc1hFM2NmaENLdnc4bmRISW8vSTcvalgzODhDY3AzcGh5NUVyR1BkUC9hdlhIdXBhNnJXM3Nnc3dZZUVPQkRWeXc5eW4rMVQ2SG5WUlRxSU9DcFdFTzZjUmxVTG1Jb1pmVnhmY09xbEIrcG5DZTdaa2NQbnk1ZGl5WlF2OC9mM1JwMDhmRkJZVzR0U3BVMWl5WkFuaTQrTXhZOFlNaDk5VHA5UGhxNisrUW1ob0tEcDE2bVE5TGdnQ1ZxeFlnYTVkdXlJNE9CZ1dpd1hUcDA4djBmN3c0Y000ZS9hc3pUR1pUSWJaczJmRHhjVUZ1M2Z2eGtNUFBZUldyVnJaWE9QazVBVGpQNXNpS1pWS3ZQdnV1K2pTcFFzR0R4NXNEYlJ1bjFrVkhoNk9Eei84RUt0V3JVSm1aaVlBbFBoOGFMWGFvbCtvS1A3ZGdPTHc0Y000ZnZ6Zi8rc2lJeU54L3Z4NWJOMjZGUzR1TG5qKytlZXhZTUVDSERwMHlLWXZvOUVJczltTVVhTkdsWGpPYjczMUZ2cjBjZHovR1RlTzVNT3ZtMHZsYWxwWmdNUmRPWEQxbDVmN2ZTcDFFc08zc3d0dUhNMUhZQVIzRzJ3SUdGd1IxV00vbkltemU3WlZJNlVDRDdZTXJxRVJFWkU5TEdiQUlsaGdFVzc3MDJ5QnhmTFA0OUxPVy8vODU5cmJqZ25ta25XUTdqYXBSSXllcmYydGowOG5waU5mYTBUYlp0N3djQzZhTFZOYzIybjViMzlqejZscmNKSkpNT2VwWG5DOW95RDZrNFBiNGtabUFYYi9kUTF2cnRxUE9VLzFRcmRXZnVYZVg2czNvVkJ2UW1PVm9jeHJpdXRGVlRlL2QxSEs4ZTRURVhobCtSLzR6eThuME5USERjSCtLaGhOWml6NzdSUUFZT1lqUGV5dU1kVzVoUzg2dC9BRlVMU2JvVkJLZlNzQUtOQVd2V2t5Q3hia2FrcGZJZ2tBU3JuVVdpK3JMaElNRnVqVVp2aDFkYm5YUXlHcXRiekRsTkNwVGNnNFd3aVJDUERwY1BmRHF4czNibURXckZrWU1tU0k5Vmg2ZWpwZWZmVlYvUDc3NzRpTWpDd1JBRldYbjU4ZnVuVHBnbzBiTjlvRVYzLysrU2V5c3JMd3hCTlA0TWlSSXhDSlJCZzJiRmlKOW1scGFTV0NLNkJvbHRTMGFkTXdac3dZQkFjWC9keXMxV3FSbloyTjdPeHNpRVFpeE1mSDQ1dHZ2b0ZhclVaV1ZoYlVhalZXcjE2TnZMdzhMRnUyREsxYnQ0Wk9wOE1UVHp5QlNaTW1ZZmp3NFZpK2ZEa09IanlJZWZQbVllN2N1WWlJaUxEZWM4bVNKVGg5K2pSV3JWcGxuWjJXbHBabUUxd0JSWUZYV2xvYU5tL2VqQkVqUm1EWXNHRUlEdyszdVNZbUpnYUppWWw0NFlVWFNqeTMwTkJRT3o3RDVkT3FUVEFXVm02M1Y0c1pTRG1jQjIybUNhNytGVyt5NGRsQ2dkeXJldWh5VFZCNE1OYW83L2dWSnFxbmRHWXovaHQveGU1MnozUnNBeWxuV3hGVnlLeXp3R3dRWURaYUlCZ3RFRXdXV013V0NPYWlnTWhpTGo2RzI4NFZuUy83M0QvSGpQYytZS29wemdvWjVrd29xdkZoTmdzWU4rODNBTUF6UTl1aFkwaGpBRVV6bmhiK0hJdmRmMTJEUkN6Q25LZDZJVFNnOUNVR014N3VCckZZaE45UFhNWHN0UWZ3MklBd1BETzBIYnExOHNPRzJiYS9TUllFQWYrM1BBYVhiNmpSdjBOZ21XTXNuZ1ZXblZkQ284a01rMWxBVUNOWFBOSy9GUTVmdUFtSVJORHFqZmg1Znp4dVptc3dva2N3V2dhcW9OVWJJWldJSVpQYUh4NDk4MmswOHJYbGJ3OSsrWVlhRC8vemVTN05LNk03STdKWEM3dnZYVnVvRTR1V1NiTFdDVkg1QW5zVnpVeEpQMU8wczF2VC91NTN0ZWJWckZtem9GS3BiSTQxYnR3WUkwZU94TGZmZm9zTEZ5NDRQTGdDZ1B2dnZ4OVJVVkZJVFUwRlVGUmMvZnZ2djhmSWtTUGg2K3RyVjErQ0lPRHk1Y3RvM2JwbytYZHdjREN5czdQeHpEUFBRS2V6WGJLZGxKU0V3c0pDZUh0N3c5dmJHNkdob2ZEeThvSzN0emY4L0lwK3lXS3hXSkNmbncrOS90OWZMdlRwMHdmZHVuWEQvUG56c1dUSkVvU0VoQ0FwS1FuYnQyL0hqQmt6S2x4U0taUEo4TUVISHlBckt3disvdjd3OS9kSDU4NmRiYTY1Y3VVS2J0NjhpUkVqUnRqMS9PMWx5RE5EVW9udnNjSU1FMjdHNXNPZ3NlOFg3aEs1Q1BwY000T3JCb0JmWWFKNjZyOFhyNkRRYUxLcmphdGNob2ZDSFBkYkZxTGF5bUlHekVZQlpvTUZnc0VDczhFQ3MxR3crZnUvNS80SnAyNDdaN0Z2azA0cXcvbHJXZERvYkVNWG5jR0VkOWNkeE9uRURJakZJc3g2dEFlNjN6WkQ2MDVpc1JqVHgzV0R1N01jbS9aZndvWS80NkRSR2ZEcW1KTEw1MzQ3Y2dXWGI2alJ0TEU3eHZSdVdXYWZ3ai9CMVoxRjArMnhjdnRwL0hiRTlwY0hrei9mWmZNNE9qWUowYkZKQUlESVhxSDdRU2hoQUFBZ0FFbEVRVlI0WlhTWFV2djZKdm9NVWpMemJZN05lclFIbkJVeURPc1dESzIrNkxWZXNGanNXdVo5NllZYWwyK29yVXNiNjZxc09DMmNHOHVnOE9TUHRVUVZDZXpsQmhkZk9XNGN5VWRDdEJxTncxMmdDcms3dGVIdURLMkt1YmdVelphOHZVNlVJL1hwMHdkUFAvMDAzTnlLZ2p1RHdZQ0lpQWc4L3ZqamR2ZTFlZk5tckZ5NUVrOCsrU1FtVEpnQXNWZ01UMDlQUFB2c3MvRHk4cklHVXg5OTlCSGMzTnp3eVNlZjJIMFBrVWlFV2JObVllclVxVWhNVEVSSVNBaFdyRmlCbGkxYjJzeFdLNDlLcFlKS3BjTFpzMmV4YmR1MkV1Zmo0K09SbDVlSHFLaW9FdWRhdDI2TnNXUEgyajN1MHVpeVRWQjRWZnphbkx3dkYwb3ZLWm9NOEVEQzF1eEs5Ni93a2tLWGJZSkhVOVkzck8vNFB6eFJQU1JZTFBqK2JKemQ3WjdxRUFhRnBPNHVGNkdHVFRCYVlOSUtNT2tFbUhTV29qK3Rqd1dieHd5ZWFvZUQ1MU9zZnhjRUMxSXk4aEhrNDRiQVJxNjRrSnlGZDUrSXdJN2pTZGgwNEZLRmZVMGEzZ0V0QWp6eC9aN3plSHBJdXhMbnI2WGxZdFhPb3VVZXI0M3BVbTVSY3VNL1M2d2RVYmk4VjVzQWVMaVV2ZVFoVjJQQWtZdXA1Zlp4SmlrRGNkZHRmNUF2SHVPVUJ6dGFqeTMvN1JRU1VuUHc5SkMyMXFXRUFQRDNsWFNjU2toSFJCdC9tenBneTM4N2hjczMxQ1dXWU5ZbEdXY0xZZFFJMXBra1JGUXhWWWdURko0U0pPL0x3NDBqK1VnL280Rm5xQUxlcmUvTnJvUEZTL0dhTld2bThMN3o4L09SbnA2TzNyMTdJejA5M1hycy92dnZSMVpXRnZMemkzNHBJQWdDbm56eXlSTHROUnFOVFMycXlNaElYTDE2RlQvODhBUE9uajJMMmJObnc4dkxxMFRRbzFLcGtKMWQrUUNtMk9iTm0yMEt4WC95eVNjMjRkZjk5OThQaFVLQnJWdTNsbWg3K1BCaDYzTVVpOFdJakl5RXlXU0NSbE8wNjZ6QllJQmNYdlI2SHhRVWhLQ2dJT3U1WXVmT25ZUEVnZThGZEdvVHZNSXFydVBZZklnS0NwWDk5MVY0U1pFZHA2M0swS2lPWVhCRlZBL0ZYRTFCUnFGOUwrSktxUlJQdEhQODlHeWk2akxrbTJIU0NqQVdoMUJhQzh6RlFaUmVnTEZRZ0tuUXZxbmxkTytaelFMMm5yNE9KNWtFZXFNWlgyeitDM21GQml4LytUNjhOcVlMeHZScWdXQi9GVmJ2UEl2MG5JcGZ6d3IxSmd6dTFCUURPZ1RaN0E0SUZPMFFPTy9IbzlBYnpSamJweVhDUTByZllhK1l3VmlVYkphMXU1ODlIaDhVVnU2T2h4ZVRzeW9NcnVZOTB3ZEdVOUgzK0h2ZkhzU1ZtN2tscmhFRUFYcWpHZWV2WmVMTlZmdlJ0cGszSnR6WEZ0MWErZUhjMVV6OHVQY2lQRjJkYk1aU3ZCT2hpMVBkL0hId3hwRjg1Q1Rxb1FweDRqSkJJanNwUEtWb05jWUxtalFqMHM4VVdqOWNmR1Z3OFMyYXdlalNXRmJqUWRhcFU2ZHc4T0JCTkd2V0RPM2J0M2Q0L3djT0hNRGl4WXR0anExZHV4Yi96OTU5eDBkVlpnMGMvMDNOVENabGtwQWVRZ2tsOUNKZEJVVlFSRVZVRk11aXVJdnJxdnNxSXE3djZxS3Z1NHF1dTZ0clYreDFWUkFzQzZnMEFlbEZ3VUNBRUFLRWRKSkptNUtwN3g5RGhnekpwSkdRd3ZsK1B2bGs3cjNQdmZmSlpObzljNTd6dlBmZWU0QTNXRlk5bytIMDZkTnI3Yjl6NTA0eU1qSjh5MnExbW5uejVoRVhGOGZISDM5TVRrNE9rWkdSdGZZekdvMWtaR1NRbnA1T1FVR0I3NmV3c0pDQ2dnS1NrNU5ac0dCQm5YM1c2WFE4OWRSVGRXNzc2YWVmK082NzcrcmN0bUxGQ3ZiczJZUFQ2Y1R0ZGpOdDJqU0dEUnZHc0dIREtDd3M1SjU3N3VHS0s2N2dsbHR1SVRRMGxNMmJOL1BDQ3kvd3hodHZFQlhsZlcrWVBYdTJMd091SmRoTXprWmx3elluYUFYZXg3SE4xTFFSSnFKajZwaWZWSVFROWZwd2I5T3pyVzdzMzR0Z2pid2tpSFBIWmZmZ3RIZ0RUdzZyNi9SdGk4c1hqSExaTzIrdHAvUGRsdlJjU2l1cnVIQkFJcHYyNVhEMTZKNjg4MTBhVDN5MG1WZnV1NHdlOGQ0aEplL01tK0szbjgzdXJMZVkrWmxCSzVmTHpWOC8yY3F4Z25KMFdoVjNUQjZBMisycGR4aWd6ZTc5RU56VW91bXR4Umh5dXFodFhYV3d5czFWbEpxcm1IZkRDS2FQNjhXYnkvZXcrM0FoajMrNGlmY2Vtbks2VnRjWmYzTHZ4QWlxSEM2NmhMZGNrZWJzRGVXdFhxUE5hZk5nTjd0eE85d1lld1pKdHBVUVo4RVFxNkhINUhCc0ppZWxtVlZZVFU0SzkxcDgyelVHSmRvUVZhM2w0QmpOV1FlTU4yM2F4TFBQUG90T3ArT1JSeDQ1cTJNRk1uSGlSRWFPOU01SXUzejVjajc1NUJQdXUrOCszNng1YXJXYTlldlhvMUFvdVBIR0cydnRiN1ZhL1FKWDFXNjk5VlltVFpwRVRFd01odzRkOG1VN1ZRZW9pb3FLY0x2ZDNILy8vWUIzWnNIWTJGaGlZMk1aTkdpUXIwWldYVlFxRlVPR0RLbHpXMVpXVnNEOXFvTmRpeGN2NXUyMzMvYmJGaDBkemQxMzM4Mjc3NzdMaWhVcnVPZWVld2dPRHFhMHRCU1g2M1FhdXNsa0lpUWtKT0E1aEdncjdlTVRtUkNpeGV3dExHYi95YWFsSnF1VlNtNGZsTnBLUFJMbkk1ZmRnNlBTaGQzc1BoV1Fjbmt6cG1vRXAyUzQzdmx0OGNaREpIWUpvV2Q4T0p2MjVkQTdNWUk3THgvSVd5djNzbVRqSVc2ZDJJOHljeFZCR3BVdmdQVFVwMXZZdEMrWEpRdW0rZFZsV3J6aElDNjNoNGxEazRreG5nN0N1TjBlbmx1OG5aMkg4Z0ZRS1pVOCsvbDJQSGg0N0pZeEFRTlRKWlhlVEtTT01vVHVqZVY3V1BQek1hNGFuY0x0ay9yejl6a1QySEV3ajhKU0s3RVJodE5ESDVYK1FiMmJMMm41MS8zeTdNQ3pOYllvSmNRT01kQmxZTU5EVUlRUURkTkZxSWtiY2ZvMTBWemd3Rnpnd0dGMllhODhuZFZjbm0zSDdmQVFQU2k0MllFcnA5UEpXMis5eGRLbFMrblNwUXRQUHZra3ZYc0hyanQ0Tm5RNkhUcWROL2kvWmNzV3dCdEVDZzBOOWExdnJwZ1k3NFFpeDQ4Zlovbnk1Y1RHeGhJWEYwZmZ2bjB4bVV5c1hyMmF4eDU3akFzdXVNQlhYK3Znd1lQMUJxMWF3N2ZmZnN2NjlldTU0NDQ3ZVAvOTkvbjg4ODlKU2tyeURTdXNPVFJ3OGVMRnZwbDFXMEoxUnBTbWxkNVBHNXZSSlRvKytTOEwwY2w4MG96YVZ0UDc5c1NvazZLR292RThMckNiWGQ3Z1ZLVWJlNlgvN2M0OEs1NDRlM3VQRkxIL1dERy92V0tnTDZnQ01PUGlQaWdVTUgxY0w3N1pjcGhYdnZtWitUTkdjdmtGM1FHSUN0UGpkTG5aYzZTUWNmMVB6d3I0NVUrSEtDNjNNYkJibEM5dzVYUzVXZmlmcld4TXkwR3BnRlAxMWxFcUZXemFsOHY4UlQveTFPeUw2cHlkcWNEa3pUYUlERDI3aXhxQXQxYnVKYlNlRCt3VjFyTVA5RXdkMVpOamhlVjh1eldUMVQ4ZjQrWUpxZHh3VVcrQ1RnWG1xalBJdEpyV3IyRTQ0TFl1clg0T204bEp6dVlLQ3ZhWTBVZXJaWmlnRUsyZ2VzaGdTek9aVER6KytPTWNPSENBaXk2NmlIbno1dm1DT3ExcCsvYnRWRlJVb0ZBb2VPKzk5L2o2NjY5NTZxbW42aHptMXhodXQ1dTVjK2R5d3cwM01HblNwRnBGMDQ4Y09jTHExYXV4MisyRWhvYmk4WGg0ODgwMytmTExMM251dWVkcXpmSlhrOWxzNXBwcnJxbHptOVBwUksxdTJpWDg2TkdqT1hqd0lQUG56MmZvMEtITW5UdVgrUGg0WC9aV3pRQmVkUTJzbGxJZHVBcE5hS1hBVlNPTHY0dU9ULzdMUW5RaWhSWXJhNCtlYUxoaERRcmdqc0g5V3FkRG91UHk0TTJNTXJ1d1Y1d0tTRlVIcWlxODlhV0VhQTZQeDhNYnkvZWdWaW01L0lMdUxOOSt4TGROcVZSdzQzanZOOUc5RXlQd2VHQmoyZ2xmNEdwb3oyaVcvcFRCN296VGdhdmpoZVVVbDl1SUN0TXpvUHZwb01ubS9UbHNUTXNoU0tOaXdXMWplZkxqelNnVnNPRFdNZno5aSsyczI1UE4zRGZXOGVqTm8ydjE4ZEFKRXdCcmZ6bk8ybCtPcyt5SmE1dWRmWFV3dXdRUDRIQzZVYXVVcUZWS0hFNFhMcmNIclZxSlVxbEVwMVdmVlQydGdkMjc4TXA5bDdGcTl6SGVYTDZIOTM1SW8zdHNHT01HZU84ajA2a01zbEI5NXdqdzZDTFVwRndWUWVaeUU4ZlhsOU4zZW1TYkZKUVdRalJOYVdrcGMrZk9wYWlvaUFjZmZKQ3BVNmVlay9PNjNXN2VmZmRkYnJqaEJoWXRXc1JOTjkzRW1qVnIrSi8vK1IrZWZmWlpYNXU2Z2tVT2g0UGc0TnJEcWRQVDAwbFBUK2ZreVpOMW5yTjc5KzRFQndlemUvZHV4bzBieHovLytVODJiZHJFelRmZnpOQ2hRd1AyTlRRMGxKU1VGR2JQbnMzcnI3OU85KzdkdWZMS0szbnV1ZWU0K09LTEdUdDJiSk9McDhmRXhEQi8vbnh1dU9FRy92T2YveEFlSGc1QVFVRUJXcTIyUld0YW5Va1hxYWI4ZUZXckhkOWE0c1RZWGI1OFB4OUk0RXFJVHVTanZRZG9hcDdMbEpSdXhJZTBYSDBUMGJGNDNHQXZkMkVyYzFKVjVxTHExRzk3aFF1UHhLWkVLemlRWFVKR2pva3BJN29URlJaNG1GZmZwQWlNSVVIc3ppaWd5dTRrU0t0bWNFL3ZzSXc5UndwOTdiWWR5QVBnNG9HSmZ0bFR3MUppTUlZRThkZmJML1FyU0s1U0tmbmZtYU54ZXp3WURUcU1odG9mZUgvTzlCNWZxMVppZHpidmlaRGFOWkpLcTUwN0pnOWs4LzRjM2x5K2wva3pSbkRac0c2OC9QVnV2dG1TNlZmTHF6azhIbzh2bXdxODk4R1FudEdzMm4yTVliMWlzRlk1QURoZTZKMDF5eGlpODYyclNhMVMxbGs3cTcxTEhCZEs1b3BTVEVkc1JEVmkxaW9oUk50NjRZVVh5TXZMWStIQ2hZd1lNZUtjbmZlYmI3NmhvS0NBcVZPbnNtalJJc0xDd25qdXVlZDQ1SkZIMkxScEV6cWREb1ZDd1QzMzNGTnIzeTFidHJCdjM3NWE2M2ZzMkFIQW1ERmo2anluVXFsa3pKZ3hiTm15aGJTME5Nckt5bmo0NFllNS9QTExLUzB0eGVQeEVCRVJVV3UveXk2N2pNc3V1d3kzMjgwenp6ekQ2TkdqR1RObURGcXRsbTdkdXZuTzkrU1RUekp0MnJRRy8vWVBQdmlBSlV1VzFQcWJ3RHZMWUYwQk81MU94K0xGaXhzOGRtTUVoU3R4dFdJV3Z0dnVRUnZlOGQ2L1JOTko0RXFJVHNMc2NMTDBRR2FUOTd0cmVPMXA0MFhuNDNaNlRnV21UZ1dueWwxVWxUcXhtOTAwT2RvcHhGbm9reGhCZExpZTJ5YjJyN2VkVXFsa1pKODRWdTAreGk5SENobWRtb0JCcHlFaEtvUmpoZVdZclhZTWVxMHZjSFhKNEs1Kys0Y0dCL0hXM012OUNwdWZQcmFDdjl3NkZ2RE9PRGhsUkhlTUlkNEExb0hqeFJ3dkxDZkdHRXhFU0JBSFQyVmZBVXdZbkVScFpSVmFkY1BaVVpPSGQyZnljRyttMkpGVHN3QW14NFFGYkorV1ZjUTczNmN4WjhxZ0JvOWRyY0JrWnRaeksrdmM5c0dxMmhkYTk3KzJ0czYydDE3YWp6dXZhUG5adkZxYkxrSk5jSXlHNGdOV0NWd0owYzRWRmhheWVmTm1oZ3daY2s2RFZpZE9uT0R0dDk5bXpwdzU2UFduWHljTUJnTXZ2UEFDR28yR3I3NzZDb1ZDVVdjRzJNbVRKK3NNWEczYnRvMnVYYnVTbUpoWWF4dEFabVltSjArZXhHS3hFQjRlem11dnZVYlhybDE5K3o3Ly9QTXNXclRJVnlmclROOS8vejF1dHp0Z1lHelhybDMwNzEvLyt5aDRBMnZSMGJWbjBpMHBLZUdERHo3Z29vc3U4aFd2cjliVW9ZajEwUmsxYVBSS1RKazJJbExPZnZoOVRTVVpOclNoU25UaEV0STRIOGgvV1loT1l1bUJ3MVM1bWxidGVrSnlJc2xoTWh0VForS3llNmdxUFpVOVZlNE5VdG5LdkRQMkNkRWVxRlJLbnZudHhjUkZOancwb1RwN2FPZWhBa2FuSmdEUUs4RklibkVsQjArWTZKTVVRZHJSazBTSDYrbmZMYXJXL25VRnJjNmtEOUx3MEl6VEg5b1hiendFd0RWamVySnBYNjVmMjk5TkdRekE1bjA1NUp2TVhER2loMStSK0xxVVZ0clltSlpEUkVnUUtmSGhBZHZaSEM3U2pwNGtNNiswM3BwWU5lbTBhc2IxVDZpM1RWNkptYXo4TXFMQzlQUk5xdjN0UGtDMzJNQUJ0Zll1SWtWSHpwWUtLZEFyUkR1WG1lbjljalV2TDQ4bm5uaWl6alloSVNFOC9QRERBT3pjdVpPdnZ2cUtSeDU1NUt4cVlPWG41OU9uVHgrdXZmYmFXdHMwbXVZTm44N1B6K2Z3NGNPMVppSDBlRHpzM2J1WHp6Ly9uQjA3ZGhBV0ZrWnNiQ3dta3dsbGpja3hzck96QVlpTGk4UHRkdGM2eHNxVkszbmxsVmU0NTU1N2ZEVzRkRG9kTzNmdXBIZnYzdXpmdngrcjFVcGlZaUtIRHg4TzJNK3FxaXArK09FSEprMmFSTDkrcDh1Q1ZGWlc4dWlqandMZXd2SlhYbmtsbzBhTmF0WjkwUmlKWTBOSlgxeE1XSklXVlZERFgvejB2NlhoV29sT201dkNQV1pTWjlSKzd4ZWRrN3pEQzlGSmZKSjJzTW43U0xaVngrYTB1TEdhbk5oS25GaUx2VDlTZTZyelVLb1ZLRlNnVkNsUXFCUW9WYUE0ZFZ1aEJJVUNVSnkrclZBcW9QcTJvc1p0cFFJVWVOc3AyMGNkb0c2eGdRTTROUTNwNmYyV2VQZmgwME1EK3lSR2tIT3lBcmZIdzViMFhGeHVENWNPU2E2enlIcFQ3YzRvWU1Pdko0Z0swM1B0MkY2MUFsZlZqaFdXOCs3M2FiZzlIbVpjSEhoMktKdmR5ZCsvMkk3Tjd1VDJTZjE5Rnk3S1UzMnRPUXd4dThnN25LOUxtSjRxUitPK2hEQ0c2TGpob2o0TTdsbjcyM1FBczlYTy9hOTdzNnpHOVUvZy91bkRHM1hjamlRc1NVc08zaG5RSkhBbFJQdGxzWGdudlNnc0xQVE5abmNtbzlIbzEzNzM3dDNjZi8vOVBQMzAweVFrMUIra0QyVDQ4T0VrSjdmTWUwUzFIMy84RWZCbU0zazhIdExTMHRpd1lRTWJOMjZrdUxpWThQQndmdmU3MzNIdHRkZVNtNXZMSC8vNFJ4NTk5RkdlZnZwcGtwS1NPSExrQ0QxNjlDQW9LQWlyMWVvNzd1clZxL25paXkrdzIrMDgvdmpqZnRsVzA2Wk40KzIzMzJiSGpoMG9sVXBHang3TnlKRWoyYmR2WDYyYVZ4YUxCYmZiemIzMzNrdGVYaDVYWEhHRmI5dTJiZHQ0NVpWWEtDb3E0dTY3NzJianhvMittUS92dnZ0dWV2VG8wV0wzVTAzSjQ4TTR2cUdjSHBPYlB6eStwdVByeTBtZTBIRy9kQkZOSisvd1FuUUNQeHc1emttTHJVbjdqSWlQSVRXcTdtL2ZSZnZqc0xpeEZUdXhtcXFEVkE1Y1ZUTEdyNjBwTlFxVWFnVktqUUpWamR0KzYyb3UxOWp1RFViNUI2Y1VLZ1ZLZVdmMmlZc01ZV3kvQkZJU3duRzczU2lWU21aZWtzck1TMUlCV1BEQlR3QmNOaXo1ck05VllETHo3T2ZiQUhqdytndlFCd1grSnI1NkpzRDZaaDNjY1RDUFY3LzloWnlUbFl6cm44QU5GL1h4YllzTzk5WVYvTWVTSGZUckdvbmQ2V2J6L2x5VVNnWDl1MFh4OCtHNkwrcHFjamhkdkxsOEQxLytkSWpsZjd1K1ZvMnFrbklyLy9meEZsOTlxMiszWm5JNDE4UzlWdzhsTmJuemZFT3QxQ3JRR1ZXWUN4d3lYRkNJZHF5NmRsTmpqUjgvSHFQUnlPT1BQODRERHp6QXM4OCtTMHBLU3BQUHExUXFBdzdIZS9ubGw5bXdZUU5WVlZXNDNlNWFHVlFBTnBzTm04M0dqVGZleVBUcDA3bnR0dHZZc0dFREJvT0JBUU84WHdDLzlkWmJwS2VuTTJUSUVHYlBuczBsbDF6aW02a3ZKU1dGeHg1N2pJVUxGM0xQUGZjd2ZQaHdkdTNheFEwMzNGRHJYRWxKU2R4NTU1Mk1IajNhTDBNTDRQcnJyK2U2NjY3ajY2Ky9ScVBSb0ZhcldicDBLU3RYcmlRNStmUjdvTnZ0WnNPR0RRQUVCUVh4Mm11dkVSVVZ4WW9WSy9qdmYvOUxSa1lHOGZIeFBQZmNjd3dlUEpnWk0yYXdldlZxM243N2JlNisrMjZtVEpuQzdObXptejNiWWlDR1dBMGhDVnB5dDFlU01DcmtySTZWdTYyU3NLNWFncU03eDRRam9uSGs0N0VRbmNBWCt6T2F2TS9kd3p0ZVBaUHpoY3Z1OFFXbmZKbFVWc21rYWsxS3JRSzFWb0ZLcHp3VmJEcjFXM3M2K0tUU0trLzk5Z2Fldk51OTdSUlNGN1RWL1BXT0MrdGNYMkd4cytOZ1BqM2l3dWw1RmdYT0FmS0tLM24wdlkyWUtxdVlNMlVRbzFQajYyMXZxdkRPa05TbGp1THkydzdrOGU3M3YzSWtyd3lOV3Ntc1NmMzV6Y1QrS0d0a3UxMDVzZ2RiRCtTeTcraEpqaFdVZTQ4VnJtZjI1S0VZUTNRNFhkN251NExhR1FLbFp1KzU1NzM1STNrbFpvd2hRVGljYmwvZ3l1Vnk4LzJ1bzd5OWNpOFZWZ2VKWFVLNDUrb2hmUGJqUWRLT251Ui9YbHZMNU9IZCtOMlVRZlVXeCs5SWRKRnF6QVcxaTg0TElUcTJ3WU1IODh3enovQy8vL3UvckZ5NWtqLys4WTh0ZXZ4Um8wWVJGeGZYNlBhcHFhbDRQQjdHamgyTDNXNzNaVHI5NlU5L1FxdlZCZ3lRWFhUUlJiejg4c3U4OTk1Ny9QTExMM1R2M3AwWk0yYlVlZno2S0JRS1ZxeFlRVlpXRnVBZDZ0aXpaMC9tenAzcmE2TlVLdW5idHk4alJvemdycnZ1NHJ2dnZ1UGxsMS9HN1hZVEd4dkx2ZmZleTlTcFV3a0tPajB4eWFSSmt4ZzdkaXp2di84K1gzLzlOVzYzbS9uejV6ZjZmbW1zNkFIQm5OeG5JV3RWR2NrVHdsQTFjVFpZVjVXSDQrdkxDRTBLb2t2L3p2SCtKUnBQQWxkQ2RIRFo1Wlg4VWxEM1ZMeUJKSVdHTUN5dTdxRWw0dHh5T3oyKzRGUjFzTXBobGlCVmN5bVVvQXBTb2dwU29ENzFXeFdrUktWVm9xNitYYjFOVzczTk81Uk90QTkyaDRzblB0cmNZTHN5Y3hVdXR3ZXp6Y0dmMzkzb3QrMmVxNGZVV3dpOXBzMzdjdmpYbHp1cHNOcTUrNnJCZmtQL1F2VGViM096aXlwOE14UGE3RTcyWmhVQkVCOVorMXZqSHJGaFdLcWNUQnVid2szait4SWJVYnVXVjJpd2x1ZnZ2aFNQeDRQYjdVR2h3UGZ0dXR2dFlldXBndk5kd3YwL21HZmxsVkpnTWdQZTJsWGpCeVZ4Ly9UaEJPczBsSnVyV1AzemNiN2FuRUZlaWJmTnNKUVlIcjFsTk1ZUUhhTlRFMWo3eXpIZVd2a3JxM1lmWTJOYURqZFA2TXVONC91aTFYVHN5S3N1UWszcGtTcmNkZy9LSmw0SUNTSGF0Mzc5K3ZIS0s2OEVMSUxlVk45Ly83M3Y5dWpSb3hrOWVuU1RqekZyMWl5LzVhU2twQWIzU1VsSjRhbW5ucXExWHEvWHMyclZxa2FmZTlHaVJZQTNzMHFoVU5RNUJITCsvUG0rOTVSSmt5YVJuNS9QcUZHakdEaHdZSzFNcm1vR2c0SDc3cnVQeXkrL3ZObkRNaHVqeTRCZ2dxTWRaSHhkUXV3d0F4RzlHbGV3M1pSaG8yQ1BtZVFKNFFSSFN3ampmQ1QvZFNFNnVNK2JrVzAxbzMrdlZ1aUphQXluelkyNXdJR2wwSUc1MEVGVmFkTUs2cCtQRkVwUTY1V29kY3JUdjJ2ZTFpdFI2eFNvOVVxVWFybG83ZWhjYmpjN0QrVTN1bjFocVlYQ1VvdmZPck90NFptV01uSk1mTHhtUDV2MzV4SWRybWZCYlJNWW11TC9iZm5nSHRIc1BGVEFvKzl0cEU5aUJBcUZncU1GNVJTWFcra1JGMDYwTWJqV2NXTWlESHowcDlvelV3WHkreGQvUUtGUW9GRXBVU29WRkpaYUtLMnNRcW1BVVgzOU13SFNzMHZ3ZUVDblZmSGc5U01ZMVRlT2RYdXkyWnFleTY2TUFseHU3L0RoR0dNd2Qwd2V3T1VYZFBmYmYrTFFib3pybjhqSGEvYXpaT01oM2wrMWo1VTdzM2ppTitQb25kaHhoNDVYMTdheW1wd1lZbVhvaUJDZFRmVnNmT0swUUFHb003ZnBkRHJtekpuVDZPUDI3dDM3clByVkdNRXhHbEp2akNKM2F5VmxSOHRSYWIyWnM3cEl0ZS8xM0ZaZHc3WEVpZHZoUVJ1aWtrTHM1emtKWEFuUmdkbGRicjQ5ZEtSSisyaVVTcWIzN2RsS1BSSm5xaXAzK1lKVWxrTEpwanFUS2tpQk5rU0ZKa1NGTnNRYmhOS2NFYUNTRElyeml6NUl3emRQVGorcll3UTFrRUdVa1dOaTNwcy9vbEVydVdQeUFHWmMzQWVkdHZaSG9oc3U2a09CeWNKUCszSjhCZUoxV2pWRGVrYTNTS0Z6aFVKQldIQVFhVWRQWjgxcTFFcFM0c081ZmRLQVdrTWdyeHpaZzZNRlpVd2IwNHVrNkZBY1RoZkx0MldTbVZjR1FML2tLS2FOU2VIU0lWMVJxZXErcU5GcDFjeTVjakNUaDNmanBhOS81bmhoT2ZHTm1PR3hQYXNPVnBrTEhCSzRFa0tJRGlKaFRBaFY1VTVzcFM1c0pVNUtEbGl4bVp5QTl3c0pYYVFhWS9jZ2dzSlZCSVZMMk9KOHAvQjRQRkxkVjRnT2FzWGhZenkrZm11VDlybTJUMDhXWER5eTRZYWk2VHhnTFhGaUtUcWRVWFcrRjFCWGFSVytvSlEyUklYRzRMM3QvYTJTMmxBZDFPVEprMW4xYk8waXRoMUovcW42VUhVRnJOcUMyKzNCNVhhalZpbWJOUHRWYm5FbEczODl3U1ZEdXRZNUxMRWgrU1ZtNGxvZ2NEWDVmeGMzYWJoTFMwdi9vcGl3cmxvU3g0YTJXUitFRUVJSTBUcmF4NmMxSVVTekxEMXd1TW43M0RZbzhOVHRvdWxxRHZ1ekZEbnduSWNqLzdSaDNpQlVVSmdLalVIcGwwRWxRL2RFZTlVU3dacVdwRlFxVUNxYkhzbE5pQXJ4emJMWUhPM3RmbWd1WFlRYWU2Vmt0QW9oaEJDZGtRU3VoT2lnbWxPVWZWQk1GRDJOalN0WUxPcFdWZWFpTXRkT1JhNGRTNkVEejNsd25hVFVlSWZ6YVVPVmFFTlYzcDhRNzI5TmNPQWFDMElJY2E3b0k5U1lqdGphdWh0Q0NDR0VhQVVTdUJLaWcvcWlHVVhaYityZitnVVhPeHUzdzBObHZzTVhySEphT21la1NxWHpCcWVDemdoTWFVTlZxSUlrYTBvSTBiNHB0UXJjanZON2FMWVFRZ2pSV1VuZ1NvZ095TzV5ODAwVGk3S0hCV21aM0RPNWxYclV1ZGhNVGlwekhkNnNxaUlIZEtKcklhVldnYzZvUm1kVUVXUlUrMjRyTlJLY0VrSjBYSVpZRFVXL1NvRjJJWVFRb2pPU3dKVVFIZERxckd6TURtZVQ5cmsrTlFWMUV3citubGM4M291ZDh1d3F5azkwanF3cWhSS0N3bXNFcUNMVTZNSlZxR1ZvbnhDaUUxS2RtbjFVWm00VlFnZ2hPaDhKWEFuUkFYMmJrZFdrOWdwZ1JyOWVyZE9aRHNyamdzcGNPK1haVlZUazJISFpPMjVhbFZLalFCZWhSaC9wblRwWUg2a21LRXpsL2NjTEljUjVRQmZoL1VocnJ6d1BaOGdRUWdnaE9qa0pYQW5Sd1pUWXF0aVJXOUNrZmNZa3hSRm5DRzZsSG5VY0xydUhpaFBlWUZWbG5yMUR6Z0NvQ2xMVUNGQnAwRVdxMFlaSUZwVVFRdWlNS215bXBtVWpDeUdFRUtMOWs4Q1ZFQjNNeXNOSG03elBWYjI2dDBKUE9nYW54VTE1dHAzeUUxV1k4eDF0M1owbVVRVXBDSTdXbkE1VVJhaGxxSjhRUWdTZzFDcHhtRHZnTnhKQ0NDR0VxSmNFcm9Ub1lGWWVQdGFrOWpxMWlrdTdKN1ZTYjlvbmU0V0w4dU5WbEdmYnNSWjNrRy9mRmQ2aExzSFJhb0s3YUFpTzFxQXhTSkJLQ0NFYXkxdWczZExXM1JCQ0NDRkVDNVBBbFJBZHlJbUtTZzRVbTVxMHo2UWV5UVNwVkszVW8vYkRaZmRRZXNSRzZSRWJObFA3LzhaZHBWUDRBbFRCWGRUb296UW9PdisvU1FnaFdvMDJ4UHNpNmpDN0pmQXZoQkJDZENJU3VCS2lBMW1lMFp4aGd0MWFvU2Z0aEFjcVR0Z3hIYkZSa1dPSDlscGZYUUU2NHhuWlZGS1hTZ2doV2xSMXNNcGU2WkxBbFJCQ0NOR0pTT0JLaUE1a1JSUHJXM1VKMWpFaUliYVZldE4yYkNZbnBabFZsQjYxNGFwcW45RXFYWVFhUTV5R2tEZ053VEZhbFBKcUt6cVJJYWs5MjdvTG9wMXBENDhKUTZ3R0FIT0J3M2RiQ0NHRUVCMmZYRW9KMFVIc0t5b2hwOExjcEgydTZ0VWRSU3YxNTF6ekRRWE10R0VyYlg5REFiVmhLa0xpTkJoaXRSamlOS2kwbmVXZUY2SzJDbXNWbVhtbHBNUWIyN29yb2gwNG5HT2lzcXA5MUJQVUdLUkF1eEJDQ05IWlNPQktpQTVpWldiVGlySURYTk83Unl2MDVOeXlGRGtwT1dpbDdIaFZ1eG9LcUFsV25zcW8wbUtJMTZEV3liQVVjZjVJU2VsRlpxNEVyb1RYNGR4U2V2WHEzZGJkQUx6WnJqWlQrd2lpQ1NHRUVLSmxTT0JLaUE3QUEzemZ4TUJWM3lnajNZMWhyZE9oVnVaeFFXbVdqWktEMXZhVFhhVUFRNHlHMEVRdElZbGFnc0tra3JvNGYxMDY2UXJXZlBVUmwxL1ExajBSN2NHdVk1Vk1tVEdqcmJzQmVBTlhGU2ZzdU8wZWxKTDVLb1FRUW5RS0VyZ1NvZ1BZbHBPUHlWYlZwSDJ1NnRYeHNxM3NsVzVLRGxveFpkcHdPOW8rdlVxdFV4Q1NvQ1UwTVlpUUJBMUt0VndFQ1FFd2N1UklObTFjejdMTlI3aHVYTnZYTmhKdFo4bkdETUxpZW5MQkJlMGppbW1JMVZEMEsxaE5UcWx6SllRUVFuUVNFcmdTb2dOWW5aWGRwUFlLNE1xT01wdWdCeXB5N0pRY3NsS1o1MmpyM3FDUFVudXpxaEswNktQa0pWS0lRT2JPbTgrelR6ekNzazBaWEhkaCt4Z21KczZ0eFJzUGNxUk15eU5QUE5qV1hmSFJSM2hmdDZWQXV4QkNDTkY1S0R3ZVQ5dW5OUWdoQXN2YnNiWUFBQ0FBU1VSQlZQSUFrejVlUmxtVnZkSDdqRXVLNTZVcnhyZGVwMXFBeSs3QmxHR2pKTU9Ldyt4dXU0NmNHZ0lZbGh4RWVISVFLcDFrVlFuUkZDOCsvdytzUlVjWjJpMk1YZ2xHZWlWR3RIV1hSQ3M2bkdQaWNHNHB1N0pLQ1l2dnhmL01mYWl0dTFUTG9hOUswRVdvU1o3UU1ZZkxDeUdFRU1LZnBCTUkwYzd0TFRqWnBLQVZ3T1U5azF1cE4yZlBhWEZUdE4rQzZiQU5UMXVWcjFKQVNKeUdzSzVCaEhVTGtoa0FoVGdMRDh4N21CMDdkckIrM1dxKzJuV1FFTDJXUGVtWmJkMHQwUXFHOWt1aHdtcW5WKy9lVExscFJyc1pIbmdtUTZ5Rzh1eW12VzhLSVlRUW92MlN3SlVRN2R5UHgzS2ExRjZwVUhCcDk2Ulc2azN6T1NyZEZLVlpLTTJ5NFdtREJDdUZFZ3h4V3NLVHRZUjJsV0NWRUMxcDVNaVJqQnc1c3EyN0lRUUFobGd0cFVlcXNKbWM2Q0xrbzY0UVFnalIwY203dVJEdFhGUHJXdzJQaThhZ2FUOVBiWHU1aThKZkxaUWRxL0tPZXp5SEZFb0lTZEFTbmh4RWFKSVdwVWFDVlVJSTBkbUZKV25Kd1Z2blNnSlhRZ2doUk1jbjcrWkN0R05IU3N2SnF6UTNhWi8ya20xbE16a3AzR3VoNHNTNUg2NFJISzNCbUJKRWVMY2dtUWxRQ0NIT00wcXRBcDFSUlhtMm5haFVmVnQzUndnaGhCQm5TUUpYUXJSalB4NDkwZVI5THV2UnRSVjYwbmpXazA0Szk1clArUXlCR29NU1kwOGRFU2s2TkFibE9UMjNFRUtJOXNVUXE2WDRvQlczM1lOU2hvWUxJWVFRSFpvRXJvUm94NXBhMzJwQWRDUmQ5THBXNmszOXFrcGQ1TzJxeEp4LzdnSldTaldFSlFkaDdLbVRhYytGRUVMNEdGT0NLRDVvcGZ5RUhXUFBvTGJ1amhCQ0NDSE9nZ1N1aEdpblRscHM3RDlaMHFSOUx1MTI3b2NKT2l4dUNuNHhVNVpWZGM3T2FZalZZT3lwSTd4YkVBclZPVHV0RUVLSURrSVhvVVpqVUZKNnhDYUJLeUdFRUtLRGs4Q1ZFTzNVajhlYVBreHdTa3EzVnVoSjNkd09ENFcvV2lnNWFEMG5zd1FxTlFvaVVuUkVwZXBsS0tBUVFvZ0dSYVhxeWQ5bHhtRjJ5L3VHRUVJRVlDdDFVRlhteGxiaXhHYnkvb0QzQ3dCZGhCcGRwQnB0dUFxOVVVSUhvdTNJbzArSWRxcXB3d1M3RzhPSUN3bHVwZDZjNW5GRDhRRXJSZnNzdU8ydFAwMWdrRkZGVkI4OXhwNDZ5YTRTUWdqUmFCRTlkZVR2TWxPY2JpVnVoS0d0dXlPRUVPMU96cFlLSEJZM0txMENYYVNheUZTOWJ6Ylc2aUJXK2ZFcVhIWVBtbUFsaVdORDI3akg0bndsZ1NzaDJxRktoNFB0dVFWTjJ1ZlNib210MUp2VFNyT3FLTnpqL2ZhNlZTa2dyS3VXeUQ1NnFWMGxoQkNpV1pSYUJjYWUzbHBYVWYzYWViYnU0YytoOGdRTWZhaXRleUtFT0E5VTV0dkpYbDlCM0FnREVTbDExOGZWNkxXRUptaDl5NlpNRyttTGkwa2VIeWFmejhVNTE0N2Z3WVU0ZjIwOWtZL2IwN1JzcG9uZFcyODJRVXVSZzhQL05aR3p1YUpWZzFZcXJZSXVBNExwZTEwa1hTK1dOMFVoaEJCbkovNkNFSlFhQlRsYkt0cTZLL1dyUEFGNW04L3BLWXVMaXlrdUxnNjR2YXlzakp5Y0hEeE4vRHpTV3N4bU02V2xwUzErM0x5OFBESXlNbHI4dUNLd3ZYdjNVbDVlSG5CN1dWa1o2OWF0bzZTazRWcXZTNWN1SlQwOXZkYjY0dUppM256elRmTHk4cHJVdDQ3MnZHaU9vbDh0bkV5ejB1ZjZpSUJCcTdwRXBPam9NeTJDd3IxbWl2WlpXckdIUXRRbUdWZEN0RU5OemJhSzB1dm8xeVdpeGZ2aHF2S1F2N3VTMGlPdFczaGRINlVtc3EvZVcyeGR3dWxDQ0NGYWlGS3JJSDVFQ0RsYktpZzlVdFgyaGRvcnN5R2tqaSthdEdGMXIyOGxaV1ZsM0g3NzdWeDExVlhjZSsrOWRiWjU1SkZIVUt2VnZQTEtLd0dQazVPVHc0Y2Zmc2dERHp4QWNMQzNYSUhkYmljek03TlIvVkNwVlBUcDA2ZkJkcVdscGR4NTU1MzA2OWVQaFFzWE50amU0L0h3cjMvOWk1Q1FFSDcvKzkralZBYitjUEhwcDUreWRldFdGaTllM0tnK2k3TmpOcHRac0dBQkYxeHdBWTgvL25pZGJiS3pzMW00Y0NFTEZ5NGtNakt5M3VOOStlV1gzSERERGZUcjE4OXYvUTgvL01DU0pVdTQ1SkpMaUkrUGIxVGZPdHJ6b2ptS2ZyWGdzTG5vUGltOFdmdXJncFQwbUd3a2Qxc0ZSV2tXb2dlMmZwa1NJVUFDVjBLMFM5dHk4cHZVL3BKV0dDWm9PbXlqNEdjenJsYXNZMldJMHhBN3hJQytpN3dVQ1NHRWFCM0dua0dZTW0zazdhd2tMRW1MVXF0b200N1l5MkRKR0xqb2VlZzEwMzliLzd2cTN1Znc1L0RUUEppeHRVVURXOHVXTGNOdXQ1T2FtbG9yV3lVeU1wTEN3a0l5TXpPWk9YTm1uZGtzU1VsSmhJYUdjdmp3WWRhdVhVdGhZU0hQUFBNTU9wMk8vUHg4N3IvLy9rYjFJelEwbEtWTGx6Yll6bWcwTW5ic1dGYXRXc1htelpzWk4yNWNnL3QwNmRLRlR6NzVoQ05IanJCZ3dRSkNRNlUyVDN1d1lzVUtMQllMczJiTmF0WHpmUGZkZDNUcjFvMitmZnMyZXArTzlyeG9xc3A4TytZQ1I3T0RWalVsakE0bGExVXB3ZEVhR1NFaHpnbTVXaFNpblNrd1c4bXBNRGRwbjdGSmpmc21xVEdxeWx6a2JLbkFXdXhzc1dPZUtTUmVROHdRQS9vb2VRa1NRZ2pSK3BMR2hYTG9xeEpPYktrZ2VVSlkyM1JDRys0Tld2MDBEK0xHblE1RWxhUkI1YWtKV1VJU0lYS2c5N2E5ek5zMjVjWVdEVm9WRmhiNnNvdWVlZWFaV3R1dnUrNDZEaDgrRE1Ebm4zL081NTkvWHF2TmdnVUxHRDkrUEJNbVRNQmtNdkhxcTYveStPT1A4L1RUVHhNZkg4OGJiN3pSWUQrKytPSUxkdXpZMGVoK3o1NDlteDA3ZHRRN2pLdWFRcUZnOXV6WnhNZkg4L3p6ei9QZ2d3L3l4aHR2b0ZiTDU0NjJWRlZWeGVMRmk1azRjU0k5ZXZRQXZObDBKcFBKcjEzMThMNkNnZ0t5c3JMOHRvV0dodEtsUzVkNno3TjM3MTV5YzNNWk5Xb1VLMWFzQ05ndUlTR0JvVU9IQWgzM2VkRVUyZXNyNkhOOXk0M1E2RG8rak1QZm1FaTlNYXJGamlsRUlQTHFMVVE3c3lrN3QwbnRsUW9Gb3hOanovcThIaGNVL0dLbStLQVZXaW5KS2lSQlMrelFZTjlzSlVJSUljUzVvREVvaWJ2QVFQNHVNemxiS3J5MXI5b2k4NnJYVElnYzRBMUVIZjhPdGovaHJXOVZVMGdTakhvU2txZkFsTVhlSUZjTGNidmQvUDN2ZnljNE9KaDMzbm1IZ29JQ05tL2V6SzIzM3VwcnMyN2RPcFl0VzhhZi92UW5CZzBheEFzdnZNQk5OOTFFcjE2OWZHMnFoejhCVEo4K25lenNiSDc4OFVkT25EaEJqeDQ5U0VsSmFiQXY0ZUgrV1IrelpzMXFzSWFWeStWaTBhSkZMRnEwS0dDYjMvNzJ0MXgzM1hVQVhISEZGWVNIaCtOMnUxR3IxVHozM0hOczNMalJyNzNkYnNmdGRuUE5OZGZVT3RaTEw3M2tDN0NJcy9mMTExOVRVVkhCblhmZUNYZ0RXY3VXTGVQVFR6K3RzLzJMTDc1WWE5M2t5Wk9aTTJjT1pXVmxnUGN4VVZKU1FsWldGaXFWaXVUa1pMNzQ0Z3NBdG0vZnp2YnQyd1AyWi9Ma3lRd2RPclJkUHk5YVNzNFdieUYybGFZUk5UazhjT1NIVWtMaXRjUU1EandVVUIya0pIYVlnWnl0RlNTT2tZeEcwYnJrNmxHSWRxYXA5YTBHeFVTaFA4dHZFSzNGVHJJM2xyZGE0ZlhRSkMyeFF3d0VHVld0Y253aGhCQ2lJVkdwZWxSYUpUbGJLckNablBTWVpHeWI0Rlhrd05OREFGTnVoQ2tQbmM2b3FzeUduLzhGYTM5WDk1RENzL1Q2NjYremQrOWUvdktYdnhBWEY4ZisvZnRadW5RcGlZbUpUSnMyalJNblR2RHV1Kzh5WU1BQUprK2VqTlBweE8xMnMzRGhRbDUrK1dVU0VoTHFQTzY5OTk3THpKa3ppWW1KYVhiZnBrMmJodFZxOVZ1M2F0VXFLaXNyZllHb3hxaXVEV1MzMjlGcXRZd1pNOGEzYmVMRWliVnFCNjFkdTVhalI0L3kyOS8rdHRheEdxcXZKQnF2dExTVVR6NzVoT3V1dTQ2NHVEalMwOVA1ODUvL3pPOS8vM3RlZmZWVnY3YVptWms4Ly96ejNIZmZmZlR2Mzk5dlcxaFlHSjk5OWhuTGxpM3pyYXZPZ0FvTkRXWEJnZ1ZzMjdhTmE2KzlsbW5UcGdYc3o3eDU4OUJvdkVQYzJ2UHpvaVZZVFU0Y0ZuZWpDckY3WEhCaWN6bldrMDVDNHJVTnRvL29wYVBzYUJXMk1pZTZjQWt0aU5Zamp5NGgyaEVQM2hrRm0ySk1ZdHhabmJEd1Z3dEZhWlpXeWJMU1JhcEpIQk1pR1ZaQ0NDSGFoZXJpN0RsYktzaGFYZG8yd2F2OHpkNmdWVjJCcVpDdWNQRy9JWDZzdDAxSTF4Ykx1Q291TG1iTm1qVk1uejZkQ1JNbUFONUFUbnA2T3V2V3JlUHFxNjlHb1ZBUUZ4ZkgvUG56QVZDcjFUenh4Qk84OE1JTHFGU0J2M3hTcVZSbmZYRis0NDAzMWxxM2UvZHV0Rm90dDk5K2U1T090WFRwVXI3NTVoc1dMRmpnbCtVeVlzUUlSb3dZNGRjMk16T1R2THc4cGsrZjNyeU9pMFo1NVpWWDBPbDAzSGJiYlhnOEhsNTk5VlcwV2kwVEprekFZREQ0dGJYYjdRQWtKaWJXV2FSODl1elozSHp6emRqdGRtYlBuczF2ZnZNYnBrNmRDc0Nqano1S2VIZzRkOTU1SndhRGdVT0hEdFY1RExmYmpWYXJiZmZQaTVaZ0wzZWhhc1RybktYSVNkNzJDdXhOL0NKYnBWVlFWZWFTd0pWb1ZmTG9FcUlkT1hEU1JLWEQwYVI5bWh1NGNwamRaRzhzYjVWYVZocURrcmhoQnNLNnRmSHNUVUlJSWNRWmpEMkQwRVdveUZwVnhzR3ZTdWpTVDQreHB3Nk40UnhOYTd2dkxlaDZlZjNaVkwxbVFzWVgzcll0RkxpS2lvcml4UmRmSkNRa2hMeThQR3cyRzFhcmxaRWpSekpvMENEV3JWdUh6V2JqMGtzdlplWEtsWlNYbC92OTNIZmZmZHh3d3czY2Nzc3RnRGZMNWNDQkE3N2ozMzc3N1MwK3JNNW1zNkhYNjV1OFg3OSsvZmowMDArNS8vNzdlZmpoaDdua2trdGF0RitpYVVwTFMxbS9majFHbzVHSEhub0ltODFHVGs0T2p6MzJXSzJnVldNRUJ3Y1RIQnpNenAwN2NibGNCQWNIRXhrWnlhRkRoOGpLeXVMaGh4L0dZRENRbHBiR2d3OCt5SU1QUHVnTGJGVnpPQnhvTkpvTytieG9LbHVKRTExa3c1Zjl4OWVYb1k5VTAzVkNPSWUvTFduMDhYV1JhbXdsVHNLVDVYTy9hRDJkSW5DMXRpQ04zYVlzanB0UGttMXB1R0NqRU8xWjF5Yk9mdnY0d2ZmZ1lETlBaamoxMHhxT24vb1JuVmJYNENpNkdhSVpIdEdEUzJNSHRIVjNoQkNpMFhRUmFucE1EcWY0Z0pYQ3ZSWUs5MW93OWd3aUtsWGY4bG5DMngrSGt2M2UybGFqbm9Uc0gyRGlPdzN2TitBdTc1QkI4QTR0ck16eEZtOC9pK0dEWGJ0MjVlbW5uK2JISDMrc3RVMnBWT0oydTBsS1NzSmdNUGgrcW1kS014Z01wS2FtK3RyYmJEYk1aak5tczVsRGh3NXh6VFhYK0M3UWx5OWYzbUFoYW9mRDRWY1RxQzZWbFpVb0ZBbysrK3l6ZXR0cHRWcXV2LzU2MzNLL2Z2MTQ2YVdYZU9TUlIzajY2YWVKakl4azhPREI5UjVEdEI2ajBjaXNXYk5RcVZTNDNXNCsvUEJEUm93WTRRc296cDQ5MjYvb3Z0dnR6Zmg1NG9rbi9ES2FkRHFkcjRBNjRIc2NyMXk1RXJ2ZHpzMDMzOHlpUll2bzFxMGJBSjk5OWhsR281R0pFeWZXNmxQMVVGTG9lTStMcHJLWm5FU21OaHdBN2o3SmlLNFpaVDEwa1dwS0RsZ2JiaWpFV2VqUWdhc3loNFZYRG4zUHpwTE10dTZLRUVLY2Q3SXR4V1JiaXZtcDZBRGJpalA0WTU4cGhLZ2JycDhnaEJEdGdTNUNUZUxZVUdJR0d5aE90Mkk2WXFQMFNCVzZDQlVxclJKZGhCcVZWb0V1UW8zR29HeCtRQ3R5Z0hkR3daQWs3d3lDQU5wR3pHeFkzYVlrRFVyMlFmRStpRHI3THdudXV1c3VaczZjaVY2dlI2ZlRvZFBwME92MWZQUE5ON3orK3V1ODk5NTdqVHJPSFhmY0FVQjZlanIzMzMrLzN6YUh3NEhOWm1QMjdObSs0TUNaTm0vZXpMRmp4K285UjBWRkJUYWJqVTgrK1NSZ202cXFLaUlqSS8wQ1YrQ2RNZTdGRjE5aytmTGxEQjQ4bU1PSEQ1T2JXM3NDbklLQ0Fod09CeHMyYktqeitHUEhqdlhWUW1vcWw5MkR6ZFI2c3pTM0pYMmtHcVdtOGNOc3E0ZDcvdU1mLzBDdjF6TjM3bHpmdGx0dXVhVldmYk82MVB3L1dDd1dObXpZZ0ZxdEppb3FpdmZmZngrVHljUWYvdkFIQUE0ZE9zUzJiZHQ0NElFSHlNcktRcUZRK0FKTWJyY2J0OXZ0ZDd5TzlMeG9LcHZKMmFqWHIrWUVyY0Q3V3RwWkgrZWkvZWl3Z2F1OXBjZDQvc0J5eWh5V3R1NktFRUtjOTdZVkgrYnc3Zzk0S1BWcStvVWx0blYzaEJDaTBUUUdKWEVqRE1RTURzWjB4SWE1d0lITDdzR1VhY1B0T0YwQXN2dWtjQXl4elFoZzFNeVFzcGMxZmYvSWdUQnFZTlAzQzZCNmFKYlZhcVd3c0JDcjFZckZZdUhRb1VONFBCNldMVnVHeFdMQmJEYjd0bFhmdnVXV1cyclZpS3JQdGRkZVMwaElTSjNiK3ZmdlQwNU9Uc0I5eldZekZvdUY2NjY3am52dnZUZGd1M3Z2dmRkWEUrbE1rWkdSekpvMUM0RC8vdmUvTEYrK1BPQngvdmEzdjlXNWZzbVNKYzJlNlMxM2V5WGx4NnFhdFc5N0Y5RmJSOEtvdXYrM2dXemZ2cDBmZnZpQkJ4OThrTmpZMHpOaVgzSEZGVTArL3pmZmZFTmNYQnhtczVsUm8wWnh6VFhYOE5lLy9wV2twQ1N1dWVZYTNuNzdiWHIyN01uVXFWUDV2Ly83UDNKemMzbnp6VGRScVZRNFRwWGxxQms4NmlqUEN5SE9WeDAyY1BWRC9sNEpXZ2toUkR0U1hGWEI4dHpkRXJnU1FuUklTcTJDcUZROVVXY01xYkdabkxqc251WUZyYzZrRFFkREl1UnZhYmgyMWZIdnZHMWIySi8rOUNjT0hUcFVhNzFTcWNUajhmRDExMS83YWdnRkJ3ZWoxK3VKaVlsQnI5Y1RGdGFJVExGR0dqQmdBQU1HQk00Z3k4aklBTHpEdU9wak5wdUppSWlvYzV2RlltSExsaTJNSHorZSsrNjdqN3Z2dnR1M3plbDBjdSs5OTFKWldja2JiN3dSOEc5clRvMnRhZ21qUW9qczNUa3prZldOcUpsVVUzRnhNZi80eHo4WU9YSWtWMTU1SmNYRnhSdzdkb3pZMkZoME9wM2ZVTUZBakVZak1URXhWRlJVc0hqeFltYk5tdVViT25qaGhSZnlqMy84ZzRFREI3SnAweVorL3ZsblhuamhCWlJLSlhQbXpPR3V1KzdpMjIrL1pmcjA2YjVBWjgyTXE0N3l2R2lPNm93b2piN2hXUUtibzdFWlhVS2NqUTc1Q050WWRJQk5SYzB0NmlPRUVLSzFiQ282eU9pbzNsd2NuZHB3WXlHRTZBQmEvSUtzOTB6WS96YjB1c2s3YTJCZEtyUGg4R0xvUDZkbHp3M01temNQdTkyT1hxLzN1eEN2SGhMMS92dnZ0L2c1bTJQNzl1MEFEQnhZZjdaWlpXVWx5Y25KQVkveDdMUFA0bmE3bVR4NXNsK2c0cU9QUGlJL1A1LzU4K2Y3WmYrMEpKVlcwVElCejA3Z2hSZGVvTFMwbEdQSGpqRnQyalJzTmhzQVR6MzFGQWNQSHVTamp6NXE4QmpWMlhmLytjOS84SGc4WEg3NTVYNDFyd1lQSG96SlpPTFZWMTlsNnRTcHZzZE9jbkl5VTZaTTRjTVBQMlRTcEVtK3dGVlEwT2xpNGgzbGVkRWMxWUdyMElSV0NsdzFzdmk3RUdlalF6N0N2cy83cGEyN0lJUVFJb0R2ODM2UndKVVFRZ1F5OUNFNDloMThOOE5icEQzeWpNQk1TWnEzS0xzaHlkdTJoYVdrcFBodWV6d2VMQllMeGNYRmxKYVc0dkY0MkxsenA2KzRkUFZ3dlpxL3pXWXp0OTEyRzBPR0REbnJ2dXpaczRmdDI3Y3pZOFlNdjZ3cG04M0dxbFdyU0V4TXJIZEdOby9IUTJWbFpjQ01sNTkrK2dtVlNzWFlzV1A5MXVmazVQQ2YvL3lIWWNPRytZYXBIVDkrbklVTEZ6SnYzano2OUduaVREbWlRWW1KaVF3Y09KRGs1R1M2ZGV0R1ltSWlYYnQySlM0dWpvTUhENkpVS3ZuZ2d3OEM3bi9QUGZmNGJpY2tKSEQ3N2JmWFdjVDhpU2Vlb0tpb2lEMTc5akJuemh3Y0RnZFZWVlZZTEJhc1ZpdWZmdm9wVjE5OU5lQWZ1T29JejR2bTBrV3FLVC9lZWtOV3JTVk9qTjFsUmtIUnVqcGs0S3JRVnQ3V1hSQkNDQkdBdkVZTElVUURybHdDRytmQ04xZEEzTmpUd3diek4zdUhFWGE5SEM3K2Q0dWZkdjc4K1poTUppd1dpKy9uVEgvKzg1OVJLQlMrakJPRHdlRDdIUlFVUkh4OHZOOEYvNW1xWjRScmpLeXNMTDc0NGdzdXZmUlN2d3YweFlzWFUxcGF5cTIzM2xydi9wV1ZsYmpkN2pwclVEa2NEclp2Mzg3dzRjTnIxUk42NmFXWDBHZzB6SnMzejdjdUtpcUtzckl5Rmk1Y3lCdHZ2SUZPMXptSCtMV1Ztb0duUU9MaTRnSnVVeWhPRjRLZk5HbFN3T0xtbDF4eUNXRmhZY1RGeFJFV0ZrWm9hS2p2Wi9YcTFlellzWU5MTDcwVXdQYy83aWpQaStZS0NsZmlxbEd2cjZXNTdSNjA0YzByN0M1RVkzVzR3SlViRDhWVkZXM2REU0dFRUFFVVYxWGc4cmhSS1pSdDNSVWhoR2lmdE9GdzJYdmVRRlhHRjVDM3licytwQ3RNV2R4dy9hdG1HakprQ0E2SHcrK2l1L3BuNjlhdExGNjhtR1hMbHFIWDYvMENCZFgrL09jL2s1eWM3SnVkN1V4NzkrN2wyMisvYlhTTm5weWNIQlFLQlVsSlNiNTE2ZW5wZlBMSko4VEZ4Zmt5WXdJcExDd0V2TFdQenJSanh3NnNWaXZqeDQvM1cvL2xsMSt5ZS9kdS92S1h2L2dGU2d3R0F3OCsrQ0NQUGZZWXI3MzJtbDlRUzdTc2t5ZFBrcDZlVG5wNk9qRXhNVTNldjc2ZzR2WFhYMTlyaHNscUF3WU1RSy9YczIvZlB1QjAvYktPOEx3NEd6cWpCbzFlaVNuVFJrUkt5d1prU3pKc2FFT1Y2TUk3WEZoQmREQWQ3aEdtUklHYjFvc1lDeUdFT0R0dVBCSzBFa0tJeG9nYjEycEJxcnBVejdCWGwrenNiTnh1TnlxVnFzNkxjNC9IUTJabVpxMkw2ZXBhUlV1V0xHSG56cDBNSFRvVXRkcDdpVkZXVmhadzlqU1B4OE92di81SzE2NWRmWUdJWThlT3NXREJBandlRDQ4ODhvaGZUYXE2Yk4yNkZZQnUzYnJWMnJaMjdWcVVTaVhqeG5udlg3ZmJ6YkpseTNqenpUZVpPblVxRjExMEVXVmxaVlJVVlBqOUpDUWtzSExsU2k2NjZDSkdqUnBWNy9sRjQxUlVWTEJ5NVVwZnNLcTZFSHRFUkFTMzMzNzdPZXRIOVdQeDRFRnZyZVF1WGJvQTdmOTUwUklTeDRhU3ZyaVlzQ1F0cXFDR1A2UDF2NlZMZzIyY05qZUZlOHlrem9ocWlTNEtVYThPRjdnU1FnZ2hoQkNpVTFnOENzdzUvdXRDa21ER3RuUGVsZW9hUDg4Ly96emp4bzN6dTBqM2VEenMyTEVEazhsVXE0YlB6ei8vRE1DdVhidjR6VzkrdzIyMzNlYkxhUG5iMy83R21ERmpVQ3I5TDVTZFRpZHBhV2xrWm1iNmdnWTdkKzdrNmFlZnByS3lrdm56NS9zVlphOE9aSVdIaHhNUkVZRmVyNmVvcUlnMWE5WVFHUm5Kb0VHRC9JNXZ0VnJac21VTGd3WU44dFcvS2kwdDVhMjMzc0xqOGJCbXpScFdyRmhSNno1UUtwV0VoWVVSRkJURTg4OC96enZ2dklQQllHalcvU2xPVXlxVnZQUE9POFRIeHpOaXhBZ0dEUnJFd0lFRFNVejB6cHI1NFljZitncm90N1IvLy92ZktKVktEQVlER28yR3dzSkMxcTFiUjF4Y1hLTXltdHI2ZWRHU2tzZUhjWHhET1QwbTE4NVFiSTdqNjh0Sm50QnlNeW9LVVI4SlhBa2hoQkJDQ05FV2hqMEVsU2Y4MTRXMHpQQ2dwdXJUcHc5ejVzeGgyYkpsckYyN3R0YjJrSkFRcnJ2dU9pNjg4RUsvOVc2M201aVlHQjU3N0RINjkrOFBlR2QzbXpsekpxdFhyK2JMTDcrc2RTeUZRb0hSYUdUbXpKbmNkdHR0RkJjWDgrU1RUK0p5dVhqMDBVZDlOWWhxdHJkYXJlelpzOGRYSzBpaFVOQ3paMC9tenAxYnEwajNybDI3c052dHZtd3JnTWpJU0diTm1rVkJRUUdSa1pFWWpVWWlJaUtJaUlqQWFEUmlOQm9KRFExRm9WRHczWGZmOGE5Ly9ZdkZpeGN6ZS9iczV0Mmh3c2RnTUxCa3lSSkNRME1EdGxFb0ZQemxMMzhKdVAyZi8veG5zODU5OHVSSmR1elk0WHZjcU5WcVVsTlQrZU1mLzFobkJ0V1oydko1MGRJTXNScENFclRrYnFzZ1lYVGcvMFZqNUc2cklLeXJsdUJvbVRWVG5Cc0tqOGZUNGNiZFhiZXhlUzljUWdnaHpvMWxGODl2Nnk0SUlVVEhzUDh0c0orcTM2b05nLzV6MnJZL1RlUndPTERaYlBVR0pScGoxNjVkUkVaRzFqdUxJSGlIWURrY0RuUTZYYjFEQ2JPeXNvaU1qS3l6Y0h0RFBCNFBQLzc0SXhNbVRLaVZGU002SnFmVGljdmxRcXZWTmlwZ2RiWmE2bm5SR29yU0xGVG0yZWs2UGd4MUk0WU4xdVMwdVRtK3ZweXdybHE2OUs4OXE2TVFyVVVDVjBJSUlWcWNCSzZFRUtJUjdHV3c1cmYrNnk1NzExdThYUWdoV29tNXdFSDJobkppaHhtSTZOVzRXbG9sR1RZSzk1aEpuaEFtbVZiaW5KT2hna0lJSVlRUVFyUUZiVGhjV1h2SWtCQkN0Q1pEckliVUc2UEkyVnBCNmRFcTFGb0Z1a2kxOXlmQ0d5S3dtWnpZU3B4WVM1eTQ3UjYwb1VvcHhDN2FqQVN1aEJCQ0NDR0VFRUtJODB6aW1GQ3F5cHpZeWx6WVNweVVITEJpTXprQjBFVjRBMW5HN2tGb3cxWG93aVYwSU5xT1BQcUVFRUlJSVlRUVFvanpVRkM0bXFCd05lSEpRVzNkRlNFQ2ttcURRZ2doaEJCQ0NDR0VFS0pka3NDVkVFSUlJWVFRUWdnaGhHaVhKSEFsaEJCQ0NDR0VFRUlJSWRvbENWd0pJWVFRUWdnaGhCQkNpSFpKQWxkQ0NDR0VFRUlJSVlRUW9sMlN3SlVRUWdnaGhCQkNDQ0dFYUpja2NDV0VFRUlJSVlRUVFnZ2gyaVVKWEFraGhCQkNDQ0dFRUVLSWRra0NWMElJSVlRUVFnZ2hoQkNpWFpMQWxSQkNDQ0dFRUVJSUlZUm9seVJ3SllRUVFnZ2hoQkJDQ0NIYUpRbGNDU0dFRUVJSUlZUVFRb2gyU1FKWFFnZ2hoQkJDQ0NHRUVLSmRrc0NWRUVJSUlZUVFRZ2doaEdpWDFHM2RnZmJrMnFTUnpPZzZtbEs3bVZLSGhhWFoyL2paZExSVno2bFJxTGdoZVRTSHl2UElxTWlqd21scjFmTlY2MmFJWm15WDNueDJiSE9ybmtlclZHTjNPeHZkUGptNEN6ZDNHK2RiM2wyU3hlcUNYMXVqYStkTWxEYUUwVjE2KzVaUFdJclpXM3E4eGM4VHBOUXdwc1o1N0c0blcwNGVDdGcrVGhkT3ZxMnN4ZnRScmFuLysxdTdYVWhTY0pSdithVkRLN0c1SEdmZGo3NmhDY1RwamI3bGpJbzhjcTJtT3R2cWxCcUNWQnJLSEpaR0hmdXVsTXVZSEQvWXQ3d3diU20vbEI0TDJINndzUnQvR1hpOWIzbDk0WDVlUGZSOW84NVZMU2s0aWp5ckNaZkgzYVQ5aEJCQ0NDR0VFS0lqa3NCVkRYRTZJeUZxSFNGcUhVbEU4ZVh4cmExK3ppRVIzWm1aZkRwUWsxNmV3MTkvWGRJaXgzWjRYTFV1YnJzWm9ybWp4d1NHUlhRSG9OQld6dHFDTkFBaXRBWVM5WkhOT3BmRlZjV1J5a0xmc2dLWUhEZUUyN3BmeElzSFY3RGJsTldvNHhpMUJzWjI2ZU5iTnRuTlVOQ3NMclViaWNGUjNKVnltVzk1WGNHK1ZnbGNoV3Ywek8wNzFiZGM0YlFHREZ5TjY5S0hlYWxYODR2cEtHOGVYazFSVlhtTDlTTk9aK1MzS1pjU290YnhsejJmNGNiVHFQMEdHcFBwRjVib1czNDlZeFUyemo1d2RVWDhFQzZOSGVCYmZpdHpUWjJCSzUxS3crTURaOUExT0lvUHN0YXpPci8rZ0tsZXBXVmk3RUEwQ2hVQTVRNXJnLy9YS2ZGRGZlMEJOaFVlYVBUZllWQUZjVXYzQzdreVlSamY1dXppL1NNLyttMVhLMVNvRmMxTG9uVjZYRGdsRUNhRUVFSUlJWVJvaHlSd1ZVT3NMdHh2T2R0U0hMQnRkME0wcWtaZUpMbzhibzZhaStyY05qcXFsOSt5MldualB4YyswS2pqTnVTdHpEV3N5UDNaYjEyVnk4NGdZMWZmOGgwOUpyQ3RPQU96czRwUlViMzRRNi9KelRyWG9ZbzhIdm5sRThDYmFiTnd5QzJraE1RQzhNYytVM2hnMS90VU9LMkFOOHNzMmRDbHp1TWs2Q1A4bHNNMXdiN2puS25NWWVGa1ZVV3orbnMrdTdCTFh4NU12UXFWUXNrRmtUMTVhY1NkZkhaMEU5L203R3Awa0NtUUNUSDkrV09mSzFDZkNzNWMzM1UwUzdKUEI0QmpkZUdFcUhWMTdxdFhhZjJXZTRSRVkzWlcxZGsycTdMd3JQdGFrMDZsNFltQk41SWFsZ0RBZmIydjROS1lBYnlXOFFNNTFwSTY5N2syYVFRNmxjYTNIS0xSOGNtRjk5Zlo5cUhkSCtMeGVCZ1ZsZUszL244SFRBLzRWeHdveitYSlh4Y0QzbURnczBOdkpWd1RETUMweEJHa2xSNW5aOGtSWC9zSCtsN0pSZEdwamZwN3ovVDU4YzJ0bm4wcGhCQkNDQ0dFRU0waGdhc2FhZ1pOTEM0N3hmYktnRzMvT3ZnbVF0WDZSaDIzd21ubDlpMnYxbHF2Uk1ISU15NWt0NXc4eElqSWxGcHRXMHErcll6bHVUOXpiZUlJQU1JMGVtN3BkaUZ2WjY1dHNYUFlFdUNkVGdBQUlBQkpSRUZVM1U3MmxXWDdBazRSV2dQMzlybWN2Ky8vR29CNGZRVC9IRGFyVWNlNk1Mb3ZGMGIzclhQYjkzbDdlT1B3cXBicDlIbkU2ckpUNnJBUXBRMEJ2TVBqWnZlOGhERmQrdkRpd2VWbk5Yd3dyU3didTl1Sld1VU5YTTNzTm82ZlRWbGtWbnJUNXU3b01jRXZvNjQrVHc2NktlQzJPN2UrUm1ramgvTTFoZ29sZVZhVEwzQUYwRDg4aWVlSDM4NUhXUnY0Yis1dXYvYVIyaEN1VFJycHQwNkpBcDFTUTEwVUtMaTUrN2hhd2U2Z0FPMjkyMDYvUE9mYlNzbXFMR1RvcVV4SkJYQi8zeXQ1WU5mNzNxeEVJWVFRUWdnaGhPaWtKSEIxaWxxaEpGb1g1bHZPTnA5czlYTU9qK3poeTZBQTcxQ2p0TkxzRmo5UGQwTTBYWUpDZmN2THNyY3pNWFlnb1dvZGRyY1RCUW9BSEc0WEZsZmRHUzUxMGF1Q1R1MVoyOGRaR3hrZTBjTlhzMmhNVkc4bXhnNzBEVXZzREc3dk1ZSFFBTmxETlVVR2hmZ3Q5dzFMNEw3ZVZ6VHFIT3NMOTVOV2R2b3gwU1VvbE42aDhYVzJEZGY0QjFMVkNsWEFJTkZuUnpjeHM5czR2OGRGYWxnQ0wxd3dtM2NPcjIxMlhiSGlxZ3Jlemx6TC9YMnVQTlVISlhOVHIrS2gzUjgycWQ1VlV3Mkw2STd1akl5dGFqV2Yxd0E5RERGMTNpODdTakp4ZWR4TWlodmtXNmRWcXZsZHlrUkdSdlhpM3dlWCs0SkUvOU5uU3NBZ1ZWMEdoQ2R4VVhTL1JyZXZ5eXNaMy9QU0JYY1NmT3J2REZYcnViL1BsVHlaMWpKRGk0VVFRZ2doaEJDaVBUcXZBMWRqdS9UbS9sTTFnUlI0TXlhcTlRNkxyM1BJM2w3VE1aN1ovMVdMbkg5eTNHQy81UjhMOTFIaHRMRTBlM3VUanBNVUhNbW9Ha01PRDFia3NxLzBCSmtWM2l5WGFZa2ovR3I4M0w3bFZUNDQ4aU5SUWFHc0s5akh4VEdwL0czd1RQNzY2NUphZ2FWSmNZT1lFaitVVmZsNzJWQ1lqdFZsOTIzN2NPeDlBYlBPSEI0WHJ4ejZubWVHM3VxN1YrZWtUQ1N0TkJ1SDIwbStyYlRPL2JSS05aSGEwNEVlaTZ1S2NvZTF6cmFOTGFEZFdzYkg5UE5sTFRWRmdqNmkxcERJUUxMTWhYNkJxd0hoWGYzcVdOVkhyOUx5cDM3VG10UzNJS1VHaDhmVnBIM090SzVnSHhkSDkvUFZVVXZTUjNKSGp3bThsYmtHazkwYzhIOGZxUTFCV3lQTHFNQldoaWZBUURxWHgzLzk3M3ROSWs1bnJMUHRtU2JGRGZJTFRqV0dRUjNrZSt4Zmx6VEtsL2tFM296S3A5S1cwanMwbnQrbFRHVHJ5VU1zUHI3RnQxMnIwakEvOVJxL0lPOFh4N2V3OVdRRzkvVzVncFNRV0RJcThuZ25jeDEyOSttYVh0WXpDdE1YVjFYd3lkR05mdlhTaGtaMFozeE1QellVcHJQMVpBWjUxcnJ2MnpNTkNFK2lmM2hTVSs0Q0lZUVFRZ2doaEdnVDUzWGdTcVZRQmN5YUNEVHNSMWxIWFN1VDNjd1ArWHY4MWwwZU40UUlyU0hndVkyYVlDNkk3T20zN29lOHZWaGRkajQ2dXFFeDNmZTVLRHJWTDNDMXIvUkVnOGRZVTVDR1hxWGxsUkcvOVFXS2ZwdHlLVzhlWHUxclkxQUY4WnZ1RjN2clRQV2F6T3llbC9Ed3p4OXpvcDdhWHpVZHJNaGxYVUVhRTJNSFluWFpXWHg4Q3lYMkNwd2VOL2ZzZUx2T2ZRWWJ1L0hrb0J0OXl6OFc3T2V0ekRXTk9wOW9udTNGaDBrSmlTVXFLSlMzTTlld3ZuRC9XUi96cmNPcmVXbkVuYWdWS3RMS3N2a2hmNjkzZmVZYXlLeDduNFZEYnZFcnp2N3d6eC83NnFLMWhaVjV2M0JsL0ZCT1dFdDQ4dGNsMkZ3T3huYnB6YXdlNC8zYXZYOWtQVzZQaDkvMHVCZ0ZNTFpMSHlxY1Z0N0lXSVVIbUpkNmxWOW1XNTZ0bE1YSHR6QWxmcWh2T0czdjBIaiswSHN5eit6N2lzS3F3RU0xdjh2OWhjbHhnK2x1aUtiVVllSGpyQTFzTEV3SFlOUEpnMnc2ZWJCUmY5dk4zY1pKNEVvSUlZUVFRZ2pSSVp6WGdhdm1jTmFSalZKaXI2eFYySGhFWkVxOWdhdXJFb2Y3MWJ2WlgzWWlZQkhvMW1KMTJkbFltTzZyMVRNbGZpamJUbWJ3UytreEFHN3BmcUhmVU1adlR1eHNkTkNxMm9kWkc3QzVISHh4ZkF0bERnczlRMkw4c2xYT0ZLL3p6MFJLQ1lubCtxNmpBcmJQdFpqWVdwelJwRDRKZi92TGMzZzk0d2N1aU96Sm1oWWF5cGxuSytYOUkrc3BycXJ3L1grdVNoaE9rQ3J3UzA3TjRBN0ExWW5EcVhJSG5sVndUWDVhcTJYZDJkd09GaDFlVFVaRkhudE54L3dDYURVenAvYVdIbWR0UVJvR2RSRDUxbEs2RzZJQmIrQzZwTXJNdW9JMCt0YW9td1h3OXVFMU9EMXVmc2pmeTVDSTdvdzRGY0R1Wm9pbWQxZ2NoVVdCQTFkdVBDdzZ2SnB4MFgzNXo5R2ZzTlRJZ0JSQ0NDR0VFRUtJenVpOERseGxXNHA5dy9MR1JmZnhEVFh5QUYrZDJJN0hBOEhxSUtiRUQvSHRZM1dlL1lWaXNFckwxSVJoZnV0cXpqcllMeXdSWXoxQnIycTdTbzZjVmQyZzNxSHgvR0k2eXVUNEliNjZPZGNramFESzdTUk1FOHlVK0tHK3RzY3RKL25GZEpSNG5aRzhBRU85NmxMbXNQaGxUS1dHSlRLcisvaDY5dkRYTnl5aDFvVi9UZHVMRDdkWjRPcjMyOTVzc00zOGZ0ZlVXVS9KN25ZMktudnR6Sm56ZmlvNndNN2l1bE9XdXVqQytQZndPM3pMRlU0YjkyeC9xMWE3TzNwTzhCdW1XdW13VXVxd3RGalFxdHJ5TXdxYXordzJ0dEVUR2dEY2xEeTIzdTAvbDJUNUFsY1A3djRBRlhYUDhubDM3MGxjWEtPKzFBZFo2MW1WdDlldlRhaEd4K3NqNy9JdFZ6cHNnSGZZWTAxYlRtYXdyeXliQWVGZEthb3E1L2tEL3dYQTdLemkvMzVkek1JaHQ1Q2dqK0NZdVlnVnVidXBjTnE0YjhlN3pFZ2V6WXl1WTFpVi95dTdUVm1BOXpId3pMNWx6RTJkeXNYUi9WaWVzNHRENVhrTjNpL3A1VG1rbCtjMDJFNElJWVFRUWdnaE9vUHpPbkIxekZ6RVI2Y0NSalducWMrem12Z3d5enZVcm1kSWpGL2d5dHlFNHVXQlhKa3dqR0JWVU1EdE55YVA5ZFVIcXMvZDJ4ZFJXRlhlN0g0c0dIaDlyVURDOElnZURJL29VYXR0Y25BWEZnNjVoWFVGKzNqcDBNcDZqL3VIWHBNeHFHdi9mZThlV2Rmc3ZyWkhad2FWempRK3BsL0E0dWhhcFpvSCtrN2xrVjgreHVseE4vcWNMbzg3NEdQUTREeHp2YWZPdG1jV01hOTAyaHA5L3ZvTU5uWmpjaDIxb3c2VTU5WUtZclUwbXl0d1pwYlQ3WC8vMnQzT1d2ZEx1RGJZYjdtKysrVFRZNXQ0WXVBTVhqcTRFcVZDUVp3dUhLMVNnMGI1Lyt6ZGQzaFUxZGJIOGUvTXBQZENPaVNFWGtQdmlJQUZSZWtXTENoV1JMeVdLeUppUWE5U1ZDeWdBdnBhUUVSQWxDS0lVZ1drMTlBVFdncEpTTzkxNnZ2SGtDR1RtVXdTa3BBZzYvTThQamR6emo3bjdFd2kzdm14OXRvcVZzVHY0WVZXZDNFaFA0V3hZZjF3Vk5uanBMVEhVV1ZIbHJxQWRwNGhmTkh0Q1p4VkRqamJPZUNrY2pEMTFyczNwQnNkdkVKNTVjaGlzK2ZkSDlvSGU0WEtZaDVuODVJNGxIbXh3bmtLSVlRUVFnZ2h4TC9CVFIxY2xYSlEyaEhzNG1ONmZUNHYyZlMxbDcxNTVWTjJEYmVlZDdkell1U1ZwWG4vVnIwYXRjVEwzc1hpK1BLNFBjUVhwTE1sMmJoalhXTVhYNXE2K25FMEs0WUNpOUNsWXQxOG1wbVdZZHBhU2xhZmZCM2NlTGI1N1RiSE5IUHo1K0dtdC9CanpJN3JOQ3VqOGpzaDV0VlNjQlhrN0VWL3Z6Wld6LzJSZElUdEthZHh2aEthRGZCdlMxSlJsdG0vYTVYeGRuQTE2d3RYVW91N0ZKWVBjRzMxMWpxZGs4Q0dwS084SC9GZ2hXTUdCM1NvNkVrMjV4SHEyZ2dubGIxWkVEZTZTVStyL2ZZMkpCMDFDNjRxMmkzUm12YlMzMG9JSVlRUVFnaHhnNURnQ3VNSHZySTdDcDdQdi9waDJ0L0p3MnhzZWtsZWpaNDFOcXdmYnVXQ0ExdTBCcjJwK3NOQnFiSlpxVlVUcDNJU2lDdXpYTEdzMndJNzRGaEJFL3ZxT3BsenliUkwzb2VkSDhGSlpVOFAzK1pFWnNXeE0vVU0relBPb2RacnVTZTRLeU1hZHpkZDkrWFp2emllSFkrOVFzV1BmVjR3SFkrK3NyVEtXbEJXRjNRR2ZhVkJqMHFoNUpVMjkxcXRPZ05qcFZicDc5dUl4dDA1bFhPSnc5ZXhjc2Jkdmx4SVU4R3VqYld0dE9LdXEzYzR0d2QycEttckh5NTJEdXhLaldaNzZpa3VYVmsydWJESE15Z1Z4dmNucmlDTkdhZFdBM0IvYUc5VGNKV25MU0twS0t2VzV1WnVYeTdNMDlqK0dlOUpqNjZUQUZxQmdoWnVnV1k3U1ZaVnVKc2Y5NGYycnZVNUNTR0VFRUlJSVVSOWt1QUthT0VlYVBiNmJON1ZQalBoYnY1bTU1S3IwZCtwdk1iT1B0d1YzTG55Z1dXY3k3dk10R1BMQU9QdWdhKzJ1ZmVhbjIvTG52Um9OaVFkdFhxdXIxL3JhZ1ZYeFRvTnhTb05kZ29WZGxaMllRUmp0VkhwZTJ1blVOSGRweG5kZlpwUnJOTXc2L1JxUE8xZDhITzhHaHFXN3ViWTFTY2NKOVhWdVp6T3VZUzduVE0vOUg2K3l2T3JpZGlDTkl1bFhPVk5ham5FcktMbFdIWWNuYnpDVEs4UFpKeW5wVnNndm83dUtGRXd1ZTB3M2o2Mndpd3dyVXZsZzlQYVdpcW8wK3NwdmxJQlY5RnVuUUMzbFZsTzZPL295ZWdtUFJuZHBDZEhzbUtZY1hJVkFVNmVwdk9aNm56VDEzMGJ0VFo5ZlNhbmRuczhXYjRudHNPODJQdzBpblVhdEFZZGFyMldFcjJXRXAyR0VyMkdFcDBXdFY1RE84L0daa0h6aXZnOVpLc0xLTkpwS05LcEtkS3FLZFNWR0wrKzhvK3RKWTlDQ0NHRUVFSUljVE9TNEFyTW1uOXJERG91NUtXWVhqZDNNdysxRWdxcXQ2dGVXV1g3MmZ5YlRUeG9iQWorVFBQYkxKclFsN3FZbjhvVGUrZlR6NjgxQXdQYTA5WWpCRENHS0tkekV1bGFaa2tZR0hkQUJPaGNwdjlXb2E2RTJJSTAzS3JSOEx1dTNSL2FoMEVCN1UydnorVWxzeWJob0Zsd1ZhUlZzK0Q4WnQ1cVB4b3doanh2ZFJqTjFNaWZLd3hHdTNnM1pVcTdFVGFmWGY0M3k5M09tV1g5WHJJWVZ6NkVuTi9qYWJQWEx4ejZub3dybFlYdWRzNEVPWHRWK0V5TlhrZE1RU29BVzFKT3NDWGxCTzUyenZ6WVoxS0ZjL3o0ek8rMGNnL2lWdjkyRFBCdmF3cU5EbWFjeDZIY3JvTkZWNEljWHdjM0dwZFp6bnM2SndHQUdSRmphZVllVU9IOEFJditVRTgwRzhpNGNQTU5BbFRsQXRiQkFSMFo0Ti9POUhwN3ltbStQci81NnZkdDBQSFFucmtWUHROUmFjOUhYUjRoMU9WcWNIVWc0enhhdmQ3WTMwcGxqNnVkSTc2T2JqaXJqTDJ1bkZYMk9Lc2MrUFhTZnJQZEVsOC91aFNWUWtHNG16Ly9hWFczemU5VkNDR0VFRUlJSWY1dEpMakN2Ti9MK2J4a3RBWWRZRngrMXN6dDZvZmlwS0tzR2pWbnY1aWZRcEZPYmVyejA1Q01hTnlkVzh0OFVDK3JPa3NicTZLVFZ4ai9iWE12a1ZteEhNeTh3UHNuZnlQQXlaT2h3VjA0bVhNSnJVRm4yWWZweW5LMnI4OXY1cWZZbllRNCsrQ2ljcWlrUGZyMWRXZGdCQStGOVRPOTFoaDB6RHY3Sno0T2JoWmpEMmRlWkVmcWFkTjc3bW52d3ZTTzkvUHVpVjlJS2M2eEdLOVNLRzFXTVZXa0t0ZVVINlBXWGUwZDFkVW5uSmRiRDYzdzJyU1NYSjQ5OEUyVjUvTkJ4RmpzbFNvT1o4YXdKZms0aTJOMmNLdC9PM3I0Tm1kejhnbUw5NnIwNTU2aHp1ZkJYWjhUNE9SSmlJc1BNZm5Hc0t5MCtYbDFHQ3NCTFp1ZG00OVJtbFVMNnNzMTBCL2ZiQ0Foemo1WFFpZjdLMkdVOFd0SGxiM1ZnUHFUTG85VmFYNDdVcytZQlZmeGhlbUFaVlA5eXU5em1vWG5ObGMrRUV4LzVna2hoQkJDQ0NGRVEzUFRCMWNoemo1bUg1YmpDdEpOWC9kcTFOTHM0K2ZwM0lRYVBVdVBnYWpjSkxwNE4rV3Z5OGZNZGl1c2IvNk9udmc3ZWxZK3NCYmNGOW9iRDN0bkJ2aTNaWUIvV3pRR0haRlpzZXhLaStLZjFETUErRHBlYldKdHdMeTNXSUcyeEd3NVowTXdJcVE3NDVzTk5EdTJMSFlYQ1lVWlZvTXJnSVhuTjlQY1BaREd6c1pLb2tBblR6N3MvQWp2bi95TkMva3BWcSs1SHVxcTRYMTd6OGEwdXhJU3QzUVBZbXhZWDVLTGM5aWRGc1VQRi81R1o5RGo2MmorWHFVVlg5MDFVNCtCeThYWlhLN0JjdDFyVmI0UmZCdVBZRnE3QjFjd3VtYks5OXU2Vm5xRHdiUjBVd2doaEJCQ0NDRnVWRGQ5Y0ZXK3Y5V2RRUkZrbE9UeDI2VjlGc3ZjRG1WY3FQSHp6dVZkUnFGUThFZmk0UVlWWEYwdlNoUWN5cnlJU3FHa3RVY3dTaFRZSzFUMDhHbU9pOHFSblZlQ3E3TEwwekpLOGxEYjJFRXVUMXZFQTdzK3EvTzVBeGlzMUhpTkRldkxnNkY5elk0ZHlEalBtb1NETnU5VnJOUHc0YWsxZk54bG5LbHZsNmU5Q3g5MEdzdWNNK3ZNR3JZbkZXV3hJbjZQemZ1NXFoeTVONlNiNmJWYXIyVjF3Z0diMXloUmNIOW9IOU5yUFFhYjczVk5GT3MwYkU0K1RnL2ZGcVptK29GT25veHAwb3ZJckZndUYyY1Q1T3h0ZGsxU1VhYk5lMjY2ZkF3ZlIrdkJZS2xldmkxcDZ1cG5lbjBrSzRaemxRU2ZFVjVocHVXcnhybXJ6YzduVjlLOHZmUzNwR3p3SFoyWFJJRzJ4TlRMeXZpL2FvdlhwZFZrUWdnaGhCQkNDQ0VrdUdKbjZtbGF1QVdZUHZBclVmQkkwLzcwOVd0RnFFc2owN2c4YlRGSE1tTnEvTHlqV1RIOGRUbXl5cnNEdHZZSU52VXBLdCtIcDZhZTNMY1FCVEM1N1RCNityWUE0RUorQ205RS9zem4zY1lUZkNWRW1IOXVFOXRUVGdIR1lLT205cWVmWTMvNk9Ud2RYT2p2MTRaK2pWcmo3ZURLdHBTVEJEcDU0V0xuWUZiOWxWU1VSYUNUOVQ1TCtkcGk4clhGYU9waHFaT1QwcDduVzkzSkxYNXR6WTdIRnFUeFdkUWZWWHFuRW9veStUeDZBMVBhRFRjdEwzTlMydk5tKzlIOGtYU0VKVEU3VWV1MUpCVmxzVHpPZG5EbDcraGhGbHlWNkRXVlh1T3NjakFMcnNvM0I5K1JlcG9kcWFlcjhKMVVMcTBrbDFXWERyQW00U0R0UEJzendMOHQ3VDJiRUYrUVRucEpIb0ZPWG5UMEREVzdKazliWE9IUFByazRtMDNKeHl0OXJyK2pwMWx3ZFRqellvVWJFWlJ5VmptWUJWZEY1WUtyMVFrSCtEdmxsREZzMG11TUFaVFcrSFZwRVBWWjE4Zk5uanZqNUdyeUttbjZmcjM1T0xpUnJTNm9sWCt2aFJCQ0NDR0VFS0l1M1BUQmxRSDQ3dUxmcEpia01yN1pRRk40RU81cXZwdmdwc3ZIYWlVY2ljcE5Bc0RGdVdyQmxSTEZOZlUycWdxdFFZZXJuYU5wK1JZWXE1czBCcDFaWlpIT29FTmowSEZmazk0MGR2SGhuN1Fvam1YRlhkTXp2UjFjV1ZDdUdYaXAvN1M2eStyeENLL1FDcTlaRWIrbjBuQ21MalJ4OFdWS3V4R21aWDZsc2pXRnpEaTFxbHBMdFBabm5HUGh1YzA4My9KTzB6RUZjRzl3VjdwNmgvTjU5QitjeTZ1YkhRZGR5dlZOS3RSZWV3KzN5b3hyT29EYnkrd29XS3FwcTErRlA5ODMybzJzOEg2ai9wbFRhM01ycjN5d1hQNTlPWlZqdVd6WVhxSENTV1dQdTUwemZvNGVPQ2pOLzNnZEd0d0ZoY0lZVERwZWFjWnU3SW5sZ0xPeXpOZFhqaStKK1ljL2tvNVVhYjdsZncrcjZxR20vZWpsMjRMOUdlYzVrbm1SeUt3NGk1Qk9DQ0dFRUVJSUllclRUUjljbFZxWGVKalU0bHorMitZZWl3K2NoYnFTU3BkYzNhaWVhWDZiV2ZQMXFOekVDc2Q2T2Jod3EzODdidlZ2eCt6VGE2L3BlWU1DT2x6VGRRMkpuVUxKV3gxR1cvUUVLOVpwT0o5M21YdUR1NW9kYitUa1lmYTZ1WHNBNDhOdnRianZYNWNqdVN1b3M5a3hId2MzOUlhNnE0WnA1R2crdDN5dDdTVncxLzRjZHpwNE5hbVRlOWVGUm1WNnJNSFY5K1gyZ0k0TURHaUgwNVZHN0tXN0FUb3E3U3V0aUJ3YjF0Zm0rZktxMHV2S1ZlWEl5MjJHa3FuT0ovcEtLRjRkdmc3dXVOczVjM3RBUjI0UDZNaXFTd2RZRXJ1ejJ2Y1JRZ2doaEJCQ2lMb2l3VlVaK3pQTzhYZktLWWFVNnozbG9uSmtWT09lTEkzOTU3b3ZxSWt2VEdmUnhlMVd6MldYMlhtc3VweFU5anpmMG55Wm05YWdNL1dZMHVxdlZwZTE5Z2ptZEU0aWJUMnVWbWFsbFZqdWZGZVpKNXNQb3F0M09GcUREbTI1WGRwS3FSUks3TXZzK0diQWRyTndqZjc2THhIVUd2UjhldVlQL2hmeGdDbmt6TmNXODcrVHYvRjZ1eEYwOTJsdTgvcFFsMFpteTFCTHZSNjVsTFNTWE1ZMUhRQVlsMlYrRXJXK3pocTFLNEM3ZzgyRHNteDFRYTAvSjhURmg0ODZQNHEzZzZ2TlNqUkhwYjFaVHlpTlFZZXVndCtUdWhUcTBzaXNDaEVnVzIzOGQ4M2IwWlgybnRjbmdLdHNOODlRMTBiTTZmb1lnVTZlSE11T3U2YmdLdERaZkJsbVhHRmF0ZThoaEJCQ0NDR0VFSFZKZ3FzeXhqVHBaUkZhbFQzWHhNV1h6Nkwrc1Bqd0hlRGt5YXR0N3JVNFZoc0t0Q1VjellxMU9VWmg5bkcvY21HdWpYaWx6VDBXdTkzOW5uQ1lESFUrQUNuRk9ZUmQ2Yzl6WjJBbjdneTgrcjVvRFhxU0NyT3E5VXlBcnQ3aEFLeU0zOGN2OFhzdHpnYzdlL05tKzlHbTNsb0FhcjJHTlpjT3NpSHBDSGwxVkExMExhTHprcGgvYmhNdnR4NUtscnFBZDArc0pMNHd2ZklMSzdIcTBnRnkxVVZNYkhVblA4ZnU0bEJtelRjRUFHanM0c3NiN1VaZTdRbW0xeExtNm1mUlArcFNZVWF0UEsrczBtVzNPb09laDNmUHRScitqZzNyeXdQbEd0eWZ6MHRtZWR3ZWptZGYyN0xVcXBqWThnNWF1UWViM2hjWGxRUHRQSnRnVjZaNnlnQWtGQm5mbDhxYXNwZU9MOUZyY0ZEYW1aWWVBeVFVWmxDZ0s2RllaK3lKWld6SWZ2WHJYbzFhNE9mb3dZN1UwNXpKU1NTaGtzYjBIY29FYUNGV2xnb3FGYmIvWEhCUzJsdjhPU1dONFlVUVFnZ2hoQkFOalFSWFZ6d1Eyb2VId3ZyWkhOUFR0d1d6T3ovTXpGT3J6WTY3MlRuUjM2OU5yYzNsVU9ZRlVvdU5GVTJYaTdNckhlOWZiaW1hSHR0VktvbEZtYVNYNUprRlZ5ZHk0dms1YnBmcDlaOUpSK251Mjl6c2czZXB2MU5PV29SMzFuYmJzMWVxTEk0QkZvR1pxOHFSNFkyN015eWtHODdsZWk0NUt1MFpHOWFYVVUxNnNEWDVKR3NURHBGNkRkVmVkV0ZINm1sOEhkM1lrM2FXNUNzL3B4S2R4dUs5VWFJd1czNnFNK2l0OWtzclhSSzRKZVVFY1lYcGxlNThWeDFKaFpsNE9iaWFoWUxXN0VxTHF2R3pLdnE1cXhSS1BPMWR6Q29GTzNnMjRlR20vYzBhb1pkcTZ4SENleDN2NTJKK0ttc1NEckE3TGJyV200Z25GV1diaGJMV1JHYkZVbkNseDlXeDdEam1SbStnUkc4ZU9sMzkzNnMvLy9MTjJhY2RXMjZ6T1h0SHJ5YTR1VHB4VDNCWElyekMrS2pjY2x4YlFaU1hneXQyQ3ZNL3pwdTVCYUNBQ3QreC92NXR6UDc5THRaclNLaUQ0RklJSVlRUVFnZ2hhdUttRDY1Y1ZZNjgyUHB1MDY1NnBiTFVCY3c0dFlwbld0eEdhL2RnMC9Fd1Z6KzYrb1RYNlp3cTIvR3NMRzhIVis0TWlqQTdWbG1EYmExZXp5ZG4xdkZwMThkeHRYTmtmOFk1UG92YVlMWXNLekk3ampjaWY2YXZYMnRUMEZTb0xTRXFONUdkcVdkd1VOcVpOYkMyVm9rU1lHVTN1QXgxUG4rbm5NTFQzb1VPWGszbzA2Z1YzWHlhV1RTZ0w5U1Y0S0MwTjFXK09DcnRHUnJjaGJ1Q083TW5MWnJWQ1FlNDJBQ3FRMVpkTXU5OU51blFkeFpqSXJ6Q2VLL2ovYWJYTzFQUE1PL3NuemJ2VzV1aEZSaVhIWjdOdTB4bnI3QUt4Mnk4Zkl5enRmRGNpcW9OTnlVZm8xQ25wcG1iUHoxOVc5Q25VU3VyU3laek5JVjQycnVZWGpkejgrZS9iZTdsMGZCYldKdHdpSzNKSjIwdUg2ME9XejNkd0ZqeCtOMkZiYWJYU1VWWkpCVlZyZHF3L0RKV0Qzdm5Db01yTzRXS1ptNEJwdGROWEh6SkxUZld0MXpmclZKcEpibDhjbVk5em5ibW9XOFRGMTgrN1B3bzBibUo1a3N1RlFvQ25UenBVZTdQdktqY0pObGJVQWdoaEJCQ0NOSGczTlRCbFkrREd6TTZQVVJndVEvYVdlb0NwcC80aFV1RkdieDdmQ1Z2dEI5RmhGY29BTDlkMnM5Zmw0L3hjTlArMTNXdUtvV1Nqem8vaWg2OTZRT3hzOHFCRUJjZnM1NVFBSmNLYlM4eEFrZ3R5V1hlMlQveHNuZGhVL0p4cTJQTzVsM21iTjVsN2d6c1pIcXVWcStqVDZOVzNPTGZ4cXdaZFhwSm50bTFBVTZlRnMyNHorUW1jalkzaWRmYURxdndRemdZdzRIM1QvNkdBUU1QaGZYakZ2KzJwc29RSlFyNis3V2h2MThiam1mSHMrclNmbzdWNFZLeWY1UDRnalNyd1ZWS2NRNS9KQjFoZmVMaFdubk9IWUhtUWFyR29HTkYzQjU2K3JaZ1NaOFhMRFkvS0d0NTNCNVd4dTlsWUVBN3hvYjF3NjlNODNoL1IwK2VhWDRiWThQNjhXZlNVZFlsSHE1eE0vbjRBdXZMT3pVR0hVY3pZMWdjczZQS1FWVjUyUnJ6Zm1IUHRyaU5EVWxIVWV1MVpzZWRWUFlNOUc5dlZtMFlYNWhPcnNZOHVPcnQyOHJpR1pGWnNYd1N0WjU4YlRHdWRvNW9ERHF6UHc5YXVnZlMwajJ3U3ZQZG14WmRwWEZDQ0NHRUVFSUljVDNkMU1GVnBqcWZDL25KWnNGVmNuRTI3NTM0MWJUMHExaXY0ZjJUdnpHbDNYQnlOVVg4RlB1UHhYMHU1cWZ5NXJGbFpzZG1kSHFJWm03K3RUWlhuVUdQVXFHZ21hdnRENkdGdXBJcTl3UTZrSEcrU3VQdUR1NXN0dVRKbW4wWjU4eGVweFRuY0RRemhtNCt6UURZbG5LUytlYzI0ZWZvd2QzQlhhemVRNCtCalplUDhWUE1UZ3AxYWdBK2o5N0Fxa3NIZURUOEZucVVhM29lNFJYS2hmeGtDYTZxYUduc0x0WWxIc1pPb1VLcFVHQXdHTWpYbHRoY3ZuWXROaVVmWTRCL1cxUUtKYm1hSW1hZVhrMTBiaElCVHA2MGNnK3llazFTVVJiL2QzNExrVmQrbHR0U1RyRXo5UXgzQlhYbXZ0RGVaaFZZN25aTzNCdlNsYjh1UjlaNHJrVTZOVS9zbTQranlyZ3JvQUlGR3IyV1RIVitoUnNJVk5XcDdFdG12N01SWG1GRTJLaDRLMnQvK2ptTFk2ZHpMdEduVVV2VDY5VUpCMWdTczlOVUpWV2dMZUgzaEVPTWFkS3Iybk05blpQQWx1UVQxYjVPQ0NHRUVFSUlJZXJhVFIxY0FjeU4ya0JnWnkrYXV3VndNdWNTSDUxZWE5RUVYR3ZRTWZ2VW1ncnZZY0JRcFo1UE5YVXU3M0tsQWRMM0YvNjJxT2lvcWVqY0pKdlAzWmR4am1OV0dzalBPL3NubjNWOW5MOVRUcGtDditUaWJINjl0SitIeS9RVDB4cDA3RTZMWm5YQ1FlSUtMSGMxaXk5TVorYXAxYlIyRDJaYytDMm1YZDFTUzNKWUhyZW5wdC9lVFVPdDExcFV4dFdGcU53a2xzZnQ0YzZnQ0tZZi84WFVwMjF4ekE1Nk4ycUp1NTJ6YVd4aVVTWi9KQjVoYy9JSnRPWDZmbWtOZXRZbkhXRkw4Z21HTmU3T3lNWTljTGxTbGJRa1ppZFp0YlFEWXJhbUVHcG41YUdaTGNrbnVEZWtHNDFzVkJkYWs2VXVZSjJWNnJmMVNVZm83TjJVTGo3aHpEKzdrYTBwSnkzRy9CVDdEeGtsZWR3VzJKRUFKMC9zS3VnM2hzRVljcWNVNTdBdi9Sd2JrbzdVZXY4d0lZUVFRZ2doaEtnTk4zMXdwVEhvK09qMDd3d0thTS9LK0wwVmZuZ3JmL3l4dlYvWnZPL2tvMHRxYlk2bHp1VWxXeXpEQXVNSC9OaUNWRlpkMnM5ZUs1VWFOWFUyTDRraFFaM1FZMENyMTFHa1U1T3ZMU2ExT0pjOTZkRnNUemxsOVYzTDFSVHgydEdmeUx5eVUyR3BOWmNPTU5DL0habnFmUGFubjJOWFdwUlp3KzZLUk9jbDhkYnhGWFR4YnNvalRXL2g1OWhkdFI3U2lkcngyNlY5YkVrK2J2WnpMZENXOEZQTUxoNE02OE9CakF2c1RUOWJwZXJBWXIyR2xmRjcrU3ZwS0tPYjlLS0ZleUFiTHgrcnkrblhpZ0pkQ1c4ZVc4YTQ4QUYwOGc0ekMreksweG4wWktrTGlNeU9aVVhjbmdwMzBKeDM5azlhdVFkeEtQTmloZmY2ODNJa2Y5WkNOWm9RUWdnaGhCQkNOQVFLZzhGd3cvMDErNmgvNXRUM0ZPcUZuVUtGcDcwekJrQnYwS00xR1B0TzFWYWo2dXZKMW01blFvZ2IzK3BiSnRmM0ZJUVFRZ2doaEJEL0FqZDl4ZFdOUkd2UWtWR3VldWxHSmFHVkVFSUlJWVFRUWdnaEtxT3NmSWdRUWdnaGhCQkNDQ0dFRU5lZkJGZENDQ0dFRUVJSUlZUVFva0dTNEVvSUlZUVFRZ2doaEJCQ05FZ1NYQWtoaEJCQ0NDR0VFRUtJQmttQ0t5R0VFRUlJSVlRUVFnalJJRWx3SllRUVFnZ2hoQkJDQ0NFYUpBbXVoQkJDQ0NHRUVFSUlJVVNESk1HVkVFSUlJWVFRUWdnaGhHaVFKTGdTUWdnaGhCQkNDQ0dFRUEyU0JGZENDQ0dFRUVJSUlZUVFva0dTNEVvSUlZUVFRZ2doaEJCQ05FaDI5VDBCSVlRUVFnZ2hoQkJDaUp2VnlZUWNUaVhtY2pRdWk4ajRiQ0xqc3dIZVRQWnhBQUFnQUVsRVFWVG9IT3BGNTFBdnVvWjUweTdFZ3c2TlBldDVwdlZEZ2lzaGhCQkNDQ0dFRUVLSWVqRCsvdzZRbEZXTXQ2czlYY0s4ZWZuT1ZuUU85UUl3aFZpL0hrb2daNmVHRUc5bnZuKzZSejNQK1BxVDRFb0lJWVFRUWdnaGhCRGlPdHAyT3BXUmMzY3o3OUV1akwrbHFkVXhkM2tGY2xkRW9PbjE5enRqOEo2NGhqVXY5ZVBXTm43WGE2cjFUbnBjQ1NHRUVFSUlJWVM0TG5RNlhaWEdhVFNhT3A1SjFjVEd4dkwzMzMrVGxKUlVvL3ZFeE1SdzhlSkZEQVpETGMzTVNLL1hzM2Z2WHJLenMydDhyOFdMRjdOOSszYlRmZmZzMlZPbDYvTHo4MjMrdkRJeU1tbzh0MUpaV1ZrMStsbWtwcWFTbUpoWWEvTzVWaC84ZnBvUGZqOU53dWYzVmhoYVdmUGtnSEF1emhuS082dE9NbnQ5VkIzT3NHR1I0RW9JSVlRUVFnZ2h4SFV4YWRJa0ZpeFlZSHI5N3J2djh2Nzc3MXVNKy9UVFQ1azhlZkwxbkpxRnZMdzhwazZkeXN5Wk0vbnp6ejlyZEsrNWMrY3laY29VdEZwdGxhOUpURXhrNHNTSlJFZEhWemdtS2lxS2Q5NTVoL1Buejlkb2ZnQy8vdm9yZS9mdUJXRG56cDFNbno2ZHQ5NTZpN3k4UEp2WC9mampqNHdhTllyVTFGU0xjeHFOaGllZWVJSVpNMmJZdkVkQlFRRy8vdnBycGNIZVR6Lzl4R3V2dlZiSmQxS3hCUXNXOE1ZYmIxeno5YlhoZzk5UGN6bTdtRzFUQitMaGJGL3Q2NzFkSGRneGJSQng2UVhNV25lbURtYlk4RWh3SllRUVFnZ2hoQkNpem1WbFpYSGh3Z1hDd3NKTXg3UmFyZFV3NTl5NWM0U0hoMS9QNlZtWU8zY3VHUmtaaElhR3NtTEZDbzRmUDM1Tjk3bDA2UktuVHAzaXpqdnZ4TjYrNmtHRmg0Y0gyZG5aVEo4K25jek1UTlB4NHVKaTh2UHp5Yy9QWjlldVhYaDVlZEc2ZFd2VHNkSi9pb3VMcjJtK0FBTUhEdVNWVjE3aDBLRkQvT2MvLzBHdFZsc2RwOVBwMkxGakI2MWJ0OGJmMzkvaS9PSERoeWtxS3FKbno1NDJuN2QxNjFhKy92cHJ2dmppaTJ1ZWMyMVlzR0FCOCtiTnE3T0t2MjJuVTlsMk9wV3ZIdXRhNDNzdEdOK05QNDhuc3pNNnJSWm0xckJKanlzaGhCQkNDQ0dFRUhYdXdJRURLQlFLZXZYcVpYTmNRVUVCbHk1ZFl0eTRjZGRwWnBhV0wxL09qaDA3dVBmZWUzbjg4Y2VaTUdFQ3MyZlA1b3N2dnNEWDE5ZnFOVWVPSEdINjlPa1d4MHVYUjY1WnM0WjE2OVpWNmZsTGx5N0Z3OE9EcVZPbjh0cHJyekZqeGd3Ky92aGpsRW9sczJiTnNsakdOM3IwYUl0NzNISEhIVXlaTXFWS3o3Tm02TkNoQkFVRmtaU1VoSU9EZzlrNXJWYUxScVBoNE1HRFpHWm04c3d6ejFCVVZBU0FRcUhBeWNrSmdNMmJOMk5uWjBlYk5tMUlTek1QV0JRS0JZMGFOUUpnK1BEaG5EcDFpblhyMXVIcTZzcFRUejNGN05tejJiMTd0OWsxR28wR25VN0hzR0hETE9ZN2RlcFUrdlhyQnhpWE9vNFlNY0ppakZxdFJxL1hXMXovNElNUDR1bnB5YXBWcXhnNmRHaTFBc2JxR0RsM053bWYzMXRyOTF2elVqOWFUTmxBNXZ5UnRYYlBodWlHREs1YXVnZHhMdTl5ZlU5RENDR0VGUzNkZytwN0NrSUlJWVJvZ0xadTNVcEVSQVRaMmRuRXhjVUJrSk9UZzFLcDVNaVJJd0I0ZTN1VGtKQ0FYcThuS2lxS3k1ZXZmdTVyMmJJbDNicDFxL041cmx1M2p1KysrNDRXTFZvd2NlSkVIQndjbURwMUtsT25UdVhWVjEvbGswOCtzUnBlQlFjSDg5aGpqNWtkdTN6NU11dldyYU43OSs1MDdWcjFLaHRIUjBjQU9uWHF4SU1QUHNqeTVjdlpzR0VEOTk1ckREMmFOMjl1YzhuY3pKa3p6Vjd2MjdldjB1VjZ4Y1hGYk4rKzNXcHZxNFVMRndKZ2IyL1BxbFdyV0w5K1BWOTk5WlhwL0ljZmZtajYyc25KaVhYcjFwR1RrOE9lUFh2UWFyVTgrZVNURnZjc0hWZHE4dVRKcEtTa3NHYk5Hb1lPSGNxUUlVT0lpSWd3dTJiYnRtMWN2SGlScDU5KzJ1Sit6WnMzTjMydFVDajQ3My8vYXpGbTFhcFZKQ2NuOC96eno1c2RqNHFLWXZIaXhmVHAwNGVYWG5ySjRycmFNUDcvRGpEdjBTNDJsd2R1T1pYQ082dE9jVHcrRzA4WGU4YjJEdVc5VWUxeGM3SWUzZmk0T2ZEUmd4RTgvZDBodm4ycWU1M011eUc0SVlPcmNGZC9DYTZFRUtLQkNuZTFMQk1YUWdnaHhNMHRJeU9EeU1oSW5ubm1HYjc5OWxzT0hUcGtkdjcxMTE4SG9ILy8vcmk2dXVMbDVjWFpzMmNCdUhqeElrcWxra2NlZWFUT2c2dVZLMWZ5Zi8vM2Y0U0doakpyMWl4VHBWR1hMbDE0L2ZYWG1UMTdOcSsrK2lyLys5Ly9DQTBOTmJzMk1EQ1ErKysvMytMN2NuRnhZY3FVS1hoN2UxL1RuQjUvL0hHQ2dvSzQ2NjY3VE1lY25Kek1ncHJ5U29PdlVrMmJOdVdwcDU2eStaeXZ2LzZhWnMyYWNjY2RkMVE0UnFWU21iMSs3cm5uY0hOek03M2V1blVyWjg0WSt5NnRYcjBhclZiTDVNbVR6Y1lBckZpeGdrdVhMcGtkczdlMzU5MTMzeVVqSTRPZ29DQ0Nnb0xvMHFXTDJaZ0xGeTV3K2ZKbGhnNGRhdk43VVNnVURCbzB5T0w0enAwN3ljbkpNVHUzYk5reVZxMWF4WUFCQTVnNmRTcEtaZTEzVkRxWmtFMWlWcEhOUnV5N3pxWno5NXgvR04wOWhQZEd0U2MydllEWFZ4d24rbkllNi8vYnY4THJucjYxR2N2MlhTSXFLWmMyd1I2MVB2ZUc0SVlNcnU0STZzaVc1T1BvcWQwZEdZUVFRdFNNRWdWRGdqclY5elNFRUVJSTBjQ3NXYk1HZzhHQXZiMDlNMmJNTURYaGZ1ZWRkMUNwVktZbGRzWEZ4WXdkTzVhNzdycUxTWk1tQWZEaWl5L1NwRWtUcTh2aGFvdGFyZWJUVHo5bDY5YXRoSWFHOHZISEgrUGw1V1UyWnZEZ3dlaDBPdWJNbWNQenp6L1B4SWtUdWVlZWV5cTg1N3AxNnpoeTVBajkrdld6MldDOWxKdWJHeDA2ZExBNGJtZG5aeEhVNlBWNjh2UHpLN3lYWHE4M2V4MFlHTWpJa2NibFpDZFBuclQ2bk8rKyt3NC9Qei9UdUxKU1UxT3Q5ckFhTUdBQWZuNStwdGRuejU3bHpKa3o1T1hsc1hidFd2cjM3OCtRSVVNc3J0dTRjYU5aTlYwcEx5OHZ2THk4T0hIaUJPdlhyN2M0SHgwZFRXNXVMck5temJJNDE3cDFhMGFQSGsxQlFVR0ZUZDUxT2gwR2c4RzBFK0tYWDM3SnpwMDdHVHg0TUMrODhBSWxKU1dVbEpRQXhpQ3RmQUI0clU0bDV1SGo2bUJ6eklkL1JORXl3STJmSi9aR3BWUUFvTmJxZVdISlVTNms1dFBjMzYzQ2E3MWQ3RG1aS01GVmc5TENMWkRiQXlQWWxIeXN2cWNpaEJDaWpLSEJYV2ptSmhWWFFnZ2hoTGlxcUtqSUxJUW9XOUdpVUNoUUtCU21TcDRkTzNaUVhGeE1UazZPYVV4K2ZqNmVucDUxTnI4elo4N3cyV2VmRVJNVFE0OGVQWGp6elRkeGRYVUZqQlZZTzNmdTVLMjMzaUlnSUlBNzdyaURnSUFBUHZqZ0F6Ny8vSE8yYnQzS3VISGpMQ3FEenB3NXcvejU4d0hZdlh1M1JhOG1hOXEwYVdOcVRxN1g2OW0xYTVmcFhHQmdJSzFhdFRLNy82aFJvMnplcjFtelpoYkgxcTlmejl5NWM1azBhWkxWZ0dyLy92MmtwS1FRRUJCZ09oWVZGY1ZycjczR3NHSERlUGJaWnl2OVBzRFlJNnl3c0pEeDQ4ZGJQYS9YNjAzVmJIdjI3REh0U0toVUtoaytmRGhhclphQ2dnTEFHQ3FXam0zY3VER05HemMyblN0MTh1UkowKy9RK1BIanljN090am0vOHUvZHRtM2IyTFp0bThXWThrc0tyOVhSdUN5NmhObXV1UHZzNGM0VWxHaE5vUldBaTRNeHNpblc2Q3U2RElDdVRiMDVFcHZGZlQwYTEzeXlEZEFOR1Z3QlBOSzBQM3ZUejVLbkxhcnZxUWdoaEFCOEhOeDRwT2t0OVQwTklZUVFRalF3di96eUMycTEyaFFHVlVTbjA3RnMyVEljSFIxTlFRWkFXbHFhcVlsM2NYRnhoZFUwMWFWU3FmajY2NjlOZlpiR2poM0xFMDg4WVJhc0pTY25FeFVWWmFyQ0FZaUlpR0RCZ2dYTW1UT0hRNGNPTVdYS0ZCNTQ0QUdlZWVZWndMaUw0RHZ2dklOV3E2Vi8vLzVWYXBBK2JkbzBzOTBWUzBwS2VQLzk5MDJ2NzdyckxsNTk5VlhUNi9Ed2NGNTU1WlVLN3pkdjNqeUxodW9BUTRZTVlldldyWHoxMVZlNHVycGFMQXZVYXJVc1diS0V5Wk1uQXhBVEU4TzBhZE5RS3BYMDdkdTMwdStqMUxoeDQ0aUlpQ0FoSVlHc3JDdzZkKzVzZGw2bjAyRm5aNHdqTm16WXdMRmp4OUJxdGVqMWVvWVBIMDZYTGwzbzBxVUxxYW1wVEp3NGtTRkRodkRRUXcvaDd1N09uajE3K095enoxaTRjS0dwMTlqNDhlTk52MS92di8rKzFaMHF3Vmc1dG1USkVoSVNFdWpWcXhlalI0KzIrajRCcHQrNTJoQVpuODNMZDdheU9hWkZ3TldLS3EzT3dLNno2VXhmZlpKYlcvdlJQc1IySlZXWE1DL21iVHBmSzNOdGlHN1k0TXJEM3BuNVBaN2l5N04vc1QvajMvc0RFa0tJRzBGM24rYTgzSG9vVHFxNjJZRkZDQ0dFRURlbTlQUjBWcTVjeWVqUm84MHFXdUxqNDlGb05CUVVGS0JTcWJodzRRSlpXVmtVRkJUdzlOTlBzM2p4WWdDeXNySW9MaTQyOVpPYU9IRWlDUWtKdFRLM1gzNzVoWFBuenRHNGNXTmVlKzAxMnJadFcrVnJmWDE5bVRWckZydDI3ZUtiYjc0eExZZExURXhreXBRcGFEUWFYRjFkVWFsVU9EczdWM3EvOG4yVm5KMmRXYjE2TllEVktpY1hGeGViODEyd1lJSFY0L2IyOXJ6MzNudTg4TUlMZlBMSkovajUrWm1GU2c0T0RtemN1SkVoUTRaZ1oyZkhtMisrQ2NESEgzOXNWdkZWR1NjbkozcjA2TUVMTDd4QWNuSXk4K2ZQSnpBdzBIUmVvOUdZZHU3NzRJTVBBR04xMjdmZmZtdDJIejgvUHlaTW1NRDMzMy9QaGcwYm1EaHhJaTR1TG1Sblo1dDJhd1RqNzBscEg2MDJiZHBZektmMDkzRGR1bldFaG9ieTBVY2ZXVlRKMWFYSStHdzZoM3BWUGhBb1V1dHdmM1kxT29NQmYzZEg1bzJyZko1ZFFyMDVHcDlWMDJrMldEZHNjQVhnWnVmRTFIWWorVHZsRkVleVlvZ3JTT05TWVVaOVQwc0lJVzRLVFZ4OENYVnRSRmZ2Y0FZSFdQWkpFRUlJSWNTTktUSXVtMk9Yc29tTXl5WXkvdXFTcSt4Q2pla0QrTkgzSzI3Z1haNm5weWNQUGZTUVdYRDExbHR2bWZVNGV1NjU1M0IxZFdYQmdnVW9GQXErK3VvckVoSVNTRXhNQkNBc0xBd3dObS9QeUtpZHozeE9UazY4ODg0N2VIaDRWRmgxVTVuKy9mdlR0MjlmbEVvbDBkSFJ2UG5tbXhRV0ZqSjc5bXptekpuRG5qMTdMQnEyVzVPWGwwZkxsaTNOanBVR01RcUZ3bUw4NmRPbkdUWnNXS1gzTGJ0clh5a1BEdzltekpqQnQ5OStTOU9teG1iaHhjWEY2UFY2K3ZUcHc2VkxsNWc5ZXphNXVibDRlWGt4YTlZc0dqZTJ2Z1R0NFljZnRqam01T1FFR01PNHQ5OSttNGtUSi9MMjIyL3p4UmRmbU03cGREcFRjR1ZyN2p0MjdPRHh4eDluMGFKRnJGaXhnc2FORzV1cThjbzJpbCs1Y3FYVlNyeHo1ODZ4ZHUxYXRtN2RhcXJDeXM3T050c0ZzYXpSbzBmendBTVAySnpYOWJEcnJVRVVsT2g0ZisxcCt2NXZLOXZlR0VqUFpqNzFQYTE2YzBNSFY2VUdCYlJuVUVENytwNkdFRFdpMXNHaXlPcGRjMHNZdEsxaUJXdVJXc2ZUM3gzaTUzM3gxWitjRFg3dWpyd3pzaDBUQmpYRFhsWDdPM0FJSVlRUVFvaTZsVjJvWWZHdVdOWWNUaVF5UHB2c1FnMEFuczcyWmxVaW5VSTlHZEUxR0MrWHFvYzhqUm8xWXM2Y09iaTR1RmljdS8vKyswM0J4NFlORy9qNTU1OEpDZ3JDWUREZzR1TEMwYU5IU1UxTkpTQWd3TlFBdkxLZDhhcXJLdFZRbFNtdGx0cXlaUXRGUlVXODk5NTdSRVJFQU1ZK1UxVUptSll2WDE2dFp6WnAwb1FubjN5eXd2T0hEaDJ5MnR5ODdQWHZ2ZmNlR28yR05XdldzSFRwVXRScU5TcVZpdi8rOTcvODV6Ly93ZEhSa2M4Ly85eTBITThhVzdzS0FnUUZCZkh5eXk4elk4WU12dmppQzE1NzdUWEFXSEZWV1ZqWXExY3ZvcU9qbVR4NU1wMDdkK2JsbDE4bUtDaUltSmdZNEdwQUJwamRLemMzbHgwN2RyQng0MFpUVS93SEgzelFGTkpWWk02Y09SYTlzMnBMNTFBdkl1T3p1Y3Nyc05LeHpnNHFlcmN3dnVjOW0vc1E5c3A2WnErUFl0V0xGUy9WUEJxZlJaZlFhOXUxOGtid3J3aXVoUGczY0ZCQmdDdWtWT1BQeXNUY3FnZFh6ZzRxbGs3c3hlM3RBM2hoeVJFSzFicktMNnFDdEx3Uy9yUGtLSi85ZFphWjkzZmt3VjVOYXVXK1FnZ2hoQkNpYnNXbUYvRGU2dE1zMmhVTHdLMnQvWGk4ZjFNR3R2R2pjNWdYVFJ2WjdrbFZWVUZCUVZhUDI5dmJtMEtQc3NHRFFxR2dSNDhlYk4rK25ZeU1ETHAxNjFZcjg2aHJqei8rT0FNR0RLQmp4NDZtWTRHQmdWWjMxU3R2MDZaTnFOWHFLai9MM2QyZGZ2MzZWWGcrTXpQVDV2VjZ2WjdObXpmejQ0OC9rcHFhU3F0V3Jjakx5d09NdS9OTm1EQ0JoUXNYc25EaFF0NTQ0dzJMcFl5bEt0cFZzS3lCQXdleWMrZE90bXpad3BneFkyaldyQmxxdGJyU2h2disvdjVNbmp5Wk1XUEdzR3paTXRQNGxKUVVIQndjclBaTWk0K1A1OWxubjBXbjB4RVVGTVNRSVVQWXVIRWovZnIxcTNRcDZLZWZmbXJ6ZkUyWWdxc0k2OEdWd1FCTDk4WVI3dWRLdjVaWFArQzVPOWtSN3VkS2ZFYWh6ZnNmamN1bVMxalZsaUxlaUNTNEVxSUJhZUpadmVBcUliZjZ6M2hpUUZONnQvRGhpZjg3eVA2THR2K0RWaDBYMHdvWU8zOGZzOWRIOGZram5ibTFqVi9sRndraGhCQkNpT3N1dTFERHFMbTcyUjZWaHFlelBZLzNEK1BkVWUxckxhaXFEWU1IRDJiNjlPa0EvUGUvLzYzbjJWU05tNXViV1dnRnhoM3gwdExTS3IxV285SFUxYlRNNkhRNnRtelp3ckpseTBoTVRDUThQSnozM251UHZuMzdtbFdHalJremhzVEVSTmF0VzBkK2ZqNXZ2ZlZXcGMzMWJYbnh4UmU1Ly83N1RUc2RscFNVMkt5NFdyeDRNYi8rK3F2WnNiMTc5d0xHOTFTdjExdFVzams1T2JGeTVVckdqQmxENjlhdDZkKy9QNUdSa1d6Y3VKR0xGeSthOWNTeXByYWEvbHZUTmN5Ylh3OVYzSnROb1lBUDEwZmg3S0JpMy9UYlVGNVpIaHFYWHNqcHBGd2U3aE5xOC82SFk3TjR1TGZ0TVRjeUNhNkVhRUNhZU1LaHBLcVBWK3NnclJEOExDdXZiV29iN01HZWR3WXpkK001cHYxNm90THRWYXNqTWo2YmdiTzJNelFpa0RrUGRhSnRzTzBkTUlRUVFnZ2h4UFVUR1pmTnFIbTd5U3JRTUgxa08xNGUwZ292bDRhM3VVcVBIajJ3dDdmSHk4dkx0T3p1UnJSMzcxNVQ0RklaYTAzRks1S2RuYzJXTFZzcVBGKzZSSzZVUnFOaDQ4YU5MRisrbkpTVUZFSkNRbmpqalRjWU5HaVExUjVhQUMrODhBSXFsWW8xYTlidzNIUFBNWFhxVk5xM3Y3WVdQVjVlWG5oNVhhMElLaTR1eHRIUnNjTHh2WHYzTnF2a0twV1ptY25peFl2cDM3OC9QWHIwTUR0WHVrdGg2ZTZPWmMyZlA3L0NxckZTRmUxRVdCdmFoWGlRdTlOMk9QbS9NUjBZUFc4UEQzNjFqeWNIaEpPU1U4ejdhMC9qN21UUDJ5UGEyYncydTBCRCs4Yi8zczlkRWx3SjBZRDR1UmlYREZabkZWOUNUdldES3dDbFFzRXJkN1ZpV0pkZ3hzN2Z4K0hZMnQyRllzUHhaUDQ2a2N4ai9ab3k0NzRPQkh2WHZIK0FFRUlJSVlTNGRvditpZVdKYnc4UzV1dkM5amNHMHJtZWx4WWxKaWF5Yjk4K0FPTGk0c3pPclZpeEFvMUdRMXBhR3R1MmJXUHc0TUgxTWNVYTY5NjlPMDgvL1hTbDR6NzU1Qk9yeHcwR2c5VktvWlNVRklzZCtNb3FMaTQyZTcxdDJ6Ym16cDJMdDdjM0w3NzRJa09IRGpWcmJtNk5VcWxrMHFSSitQbjU4ZDEzMy9IS0s2OXd4eDEzOE1JTEwxVDYvVlNtb0tDZ3d2NWlKU1VsYk5xMGlkdHZ2OTFzZVY5K2ZqN1RwazBEakVzQzc3NzdibnIyN0ZtbDU4MlpNNmZTcFlKRGh3NnQ0dXlycjBOalQ0SzluZmwrWnd4UERnaTNPbVpVdHhEV3ZkS2ZHYitmNXY0djl1Qm9yK0tPRGdITXVyK2p6V3JJYi82K1NQTUFWOW9FU1hBbGhMaE9RajNoZkRWVzhDWGtRaGZyYlFPcXBFV0FHd2ZldlkzWjY2TjRiL1ZwMUxyYXE3N1NHMkRScmxpVzdZdG4vQzFOZWYyZU5vVDdOWndTZENHRUVFS0ltMFZwYURXaVN6Q0xudTNaSUtxc2R1M2F4Zjc5KzAydlM1ZWliZGl3Z2NXTEZ6Tml4QWdTRXhQNTdMUFA4UFB6czFpR2R5TndkWFdsZWZQbWxZN1Q2WFFXRlVoNWVYbDgrT0dINlBWNmR1L2V6YTIzM2tyMzd0M3AxYXNYRVJFUmpCa3pwc0w3WGJod2dTTkhqcGhlMzM3NzdlVG41ek4wNkZDcmdWRlJVUkVsSlNWV3c2d0hIbmlBVHAwNjhkRkhIMUZVVkdSMi9STlBQR0ZXc2FYUmFDcmRMZkRDaFF1VWxKVFFxSkY1czk3Q3drTDBlajNQUC84OGx5OWZOdXNOdG4vL2ZyNzg4a3ZTMHRLWU1HRUMvL3p6RDIrKytTYmR1blZqd29RSmhJZGJENE1ha3UrZjdvSDN4RFdNNmhhQ3Q2djFaWkwzZGc3aTNzNVYvM0NYbGx2Q203K2RJTzNMRWJVMXpRWkpnaXNoR3BnbUh0VUxycEx6UWFzSHV4cHM2S2RVS0pnMnJDMmp1b1h3Mk5jSE9GVEwxVmNsV2oxZi8zMlJiN2ZITUxaM0U2WU5hMHU3a0gvdjN3Z0lJWVFRUWpRa2tYSFp2UEp6SkxlMjltUE55eFUzOUw2ZTNOM2R1ZnZ1dTNub29ZZk1qaTlkdXBSRml4WXhiTmd3SmsyYWhGcXRadnIwNmJ6MjJtdTg5TkpMM0gzMzNmVTA0OW8xZCs1Y01qSXlzTGUzSnlNamc0c1hMekp5NUVqVCtieThQQ1pPbkloR28rR0xMNzdnbjMvK1lkcTBhYlJxMVlvdVhicmc3Ky9QcGsyYlVLbFUyTm5abVFJbnRWcU5WcXMxQlVnclY2NGtKQ1NFdm4zN1dnUmR5NVl0SXprNUdTY25KMDZkT29YQllLQkpFK3NiTGJWdTNacUZDeGRhTEtjYlBueTRXZStyZmZ2MkVSc2JhM29kRlJYRnFsV3I4UFB6dzhYRkJhMVd5NlpObXdEbzJyV3JhWnhlcjJmbnpwMEFPRG82TW4vK2ZIeDlmZG13WVFQcjE2L24zTGx6QkFVRjhkRkhIeEVSRWNGOTk5M0hsaTFiK1BiYmI1a3dZUUozM1hVWDQ4ZVB4OGZIeCtyOEowK2VYT2xTd2V2Uloyek5TLzBZT1hjM082WU5xcFg3alp5M216VXZOb3gvcCt1U0JGZENOREJOYkcrdVljRUFKT1VaSzdWcXFtMndCd2ZldlozNVc4L3p4c29UNUJYWDdqcHZuY0hBMHIzeC9MdzNubUZkZ25sN1JEdTZoLzk3dDIwVlFnZ2hoR2dJbnZqMklKN085ZzBtdEFMNDZxdXZMSTRsSmlheVpzMGFKazJhWkFweEhCMGRtVGx6SmovOTlCUEJ3Y0hYZTVwMXhzdkxpNWlZR0JRS0JRNE9EdHgzMzMwOCt1aWpwdlB1N3U3NCtmbngzSFBQRVJBUXdIMzMzVWVIRGgxWXUzWXRPM2JzSURNems1S1NraW85NisyMzM3WjZ2TEN3a0QvLy9CT0R3WUNqb3lOOSsvWmx4SWlLSzNmczdlMHRxcWxHalJwbDFvc3FNelBUTExqeTh2SmkrL2J0Wm8zUFhWMWRlZWFaWitqVXFaUHBtRktwcEhYcjFuVHYzcDFubm5tR3YvNzZpeSsrK0FLOVhrOUFRQURQUC84OFE0Y09OYXRLdS8zMjIrblRwdytMRmkxaTdkcTE2UFY2SmsrZWJIWHU0OGVQcnpDVUsvWHV1Ky9hUEY4YmJtM2p4OTBSUVV4Y2RKZ0Y0MnUyVythejN4OWlWTGNRK3JXcTRqYnpOekNGb1M1YjV3c2hyc21xTTVCdWU4ZFRNeDM4b2EvdFA0ZXJMU0d6aU9jV0hlYVBZNWRyOThibERHN3J6N1JoYmJtdHZYK2RQa2NJSVlRUTRtWlV1a1J3OVl0OUdka3RwTDZuVXltMVdtMXp0N21iU1VsSmljMEc1bUNzRXRKcXRhWktLS1ZTaVVxbE12MVRXWlVSR1B0b1ZkU2d2U0tGaFlYazV1Ymk3KzlmcFdkb05CclRib0R1N3U1V3grajFldE85aW91TCtlbW5uK2pac3ljZE9uU285Qm5uenAwak9EaTRSanNmWGsrejFwM2h6K1BKckhtcEh6NXUxZnQ5VDhzdFllUzgzWXpxRnNMa3UxdlgwUXdiRmdtdWhHaUFEaWJDMGVTcWozZHpnSWZyYU1uL3J3Y1QrTStTb3lUbkZGYyt1QVo2aEhzemJWaGJSblFOb1pyLzNSUkNDQ0dFRUJYd25yaUdUazI4MkQ1dFlIMVBSUWhSeHM3b05FYk8zYzFIRDBidzlLM05xblROTjM5ZjVNM2ZUckRteFg0M1JhVlZLUW11aEdpQWt2UGg5K2pLeDVWMVh6dndxYU9OKzdJTE5jeGNkNGFQTjFSelV0ZWdoYjhiRTI5cnpwTUR3aHRFMDFBaGhCQkNpQnRWYWJYVjMxTUhNckN0WCtVWENDR3V1NmUvTzBSTVdqN2VyZzUwYmVwTmx6QXZ1b1FhMjZrY2pjL2lhRncyaDJPenlDblUwTXpmbFcrZTZGN1BNNzcrSkxnU29nRXlBRDhjTlRaZHI2cnV3ZEMxQnJzTFZzV2x6RUttclR6QjBqM3gxUFVmSE03MktzYjJic0tMZDdTczk2MmFoUkJDQ0NGdVJGM2Uzb3pCWUNEeWd6dnJleXBDQ0J1aWtuSTVtWmpMa1ZoalVIVTAzcmhaVnBkUVk1RFZyYWszN1VNOGFCTjhjMjV3SmNHVkVBM1U1Z3NRazEzMThiN09NS1pkM2MybnJKTUpPYnp3NDFGMlJLZGRsK2YxYk9iRDg3YzFaMnl2VUJ6dGE3QjlvaEJDQ0NIRVRTSXlMcHN1NzJ6bWg2ZDdNUDZXcHZVOUhTR0V1R1lTWEFuUlFFV2x3ODY0NmwzemFBUmN6OVYxbTArbU1HWEZjU0xqcTVHdzFZQ1Bxd05QRG1qS3hNRXRhT1ovWXpSZUZFSUlJU3FTcVU0a3ErUXltZXBFbkZVZU9LdmM4WFlNd3NlaDRUZlFGZzNmeTBzam1idnBIRmtMUmtyN0JTSEVEVTJDS3lFYXFBSU5MRDFldld2Nk5JR08xM2x6UG9NQmx1Nk40ODJWSjRuUHJNWldpRFdnd0xpVjdPUDltM0pmajhhNE9kbGRsK2NLSVlRUU5WV2t5MlZueWxJT3BLOGxTNTFrZFV5d2MyczZlZzltUU1Bak9LdHV6bVVob3ViQ1gvMkRUazI4V1BOeXYvcWVpaEJDMUlnRVYwSTBZQ3RQUVZZMU52TUxkSVBoOWJRanFscXJaOTZtYzh4Y2Q0YXNRczExZTY2TGc0cFIzVUo0dkg5VGJtdnZqMUsySkJSQ0NORkE3VWhad3Nha2hSVHI4cW8wM2tubHpzZ21VK2paYUVTdHo4VmdNS0RSYUxDM3QwZGg0NytkV3EwV2c4R0F2WDNOS25iMGVqMkZoWVc0dUxqWTNOWis1Y3FWQU54Ly8vMDFldDdOVHBZSkNpSCtUYVJaakJBTldCUFA2bzFQem9kaWJkM01wVElPZGtvbUQyMU56Q2YzTU92K2p2aTdPMTZYNXhhcWRTemRHOCtkSCsra3ljdnJlWDNGY2M0bVYrMERnUkJDQ0hFOUZPbHlXUmJ6Tm1zdmZWemwwQXFnV0pmSDh0aTNXUmJ6ZHEzUDZkU3BVOXh6enoxY3ZIalI1cmlQUC82WWwxNTZxY2JQaTRtSllkU29VVVJIMjk2aE9DWW1ocGlZR0FCME9oM0p5Y2xtLytUbDVaR1hsMmR4dlBRZmphYnl2enc3Y2VJRW8wZVA1dlhYWDYveDk5VlFiWTh5OWlFZDJVMlduUW9oYm55eXZrYUlCcXlKSnh4UHFkNDFjZG5RdWxIZHpLY3FQRjNzbVhwdkcxNGUwcEx2ZDhieThZWW9ZdE92enhMQ3BPeGlQdG9RelVjYm91blcxSnZIK29YeGFOOHdmTndjcnN2emhSQkNDR3ZXeEgvRXdZemZyL242Z3hsckFYZ28vUDBhelNNN081dlUxRlFBTGwyNkJFQmNYQnc2bmE3Q2EvTHk4aWdwS2VIczJiT21ZNjFhdGFLd3NKQkZpeFpadmFaNTgrWU1IanlZd3NKQ1BEdzhLcXpveXMvUHg5SFJzY0pxcnJTME5NYU5HMmQyYlBqdzRUZzdPN05peFFxcjF5eGN1SkRtelp0WCtQMUVSMGZ6NXB0djR1M3R6WkVqUi9qcXE2OTQvdm5uYlZhZDNZZ1c3NHFsVXhOUDZXMGxoUGhYa09CS2lBWXMyQjNzbEtEVlYvMmFtSG9PcmtvNTJhdDQvcmJtVEJqVWpHWDc0cG05UG9wVGliblg3Zm1IWTdNNEhKdkY1T1hIdURzaWlNZjdOK1hlemtFNDJFbWhxUkMxYmQrK2ZlejhleXNYTHB6SHc4V1J5RE1YNm50S29nNTBhdHVjdk1JU21yZG93YURiN3FSSGp4NzFQYVVid2w5Sjgyc1VXcFU2bUxHV0R0NkQ2T2cxK0pydnNXM2JOaFlzV0dCMmJOYXNXVlc2ZHRLa1NhYXZOMi9lakY2dkp5bkoyS1ByL1BuektKVkttalZyQm9DUGp3OEhEaHpnM1hmZlpjV0tGZmo0K0ZqY1Q2ZlRNV3JVS0Y1NTVSV0dEaDFxODlrLy9QQUR2cjYrZlBMSkp3QTg4c2dqakI0OUdqRCsrZlBOTjkvdy9mZmZBK0RwV1hHNStvNGRPNWd6Wnc0dFdyUmc1c3laN055NWswOC8vWlNNakF4ZWZmVlZYRjMvSFJ1L3hLWVhFQm1meldjUGQ2N3ZxUWdoUksyUTRFcUlCa3dCaEhyQ3hheXFYNU9RYXd5NkdrbytvMUlxZUxTdnNmTHA5ejFoN0t3QUFDQUFTVVJCVktOSnpGcDNobjBYTXEvYjh6VTZBNzhmVGVMM28wbDRPdHN6dEZNZ0k3dUdNTFJUa0RSMUY2SVdmUHJ4YkhUWkNYUU84MkJNeDdZMEQvSUN1dGIzdEVRZHVYQTVtd3RKMld4ZHRZamRPLy9tNVZlbjFQZVVHclJNZFNJN1U1YlcydjJXeGJ4Tmk0anUxOXl3ZmZqdzRkeDk5OTBBbkQ1OW1xbFRwekozN2x6Q3c4TXJ2T2FUVHo0aElTR0J6ejc3ek95NG01c2JIM3p3QVFEUFBQTU05OXh6RHlOSGpqU2QzNzE3ZDdYbUZoY1hoMWFySlMvUHVKVHl3b1VMcGtvd1IwZEhuSjJkVWFsVWdMSHYxdU9QUDg3aXhZdHhkblpHcVZSYURjZEtxZFZxRmkxYXhNcVZLeGt3WUFEUFB2c3NDb1dDSVVPRzRPbnB5ZXpaczVrd1lRSlRwMDZsUTRjTzFacDNRN1Rtc0RGUUhOa3R1SjVuSW9RUXRVTSt0UW5Sd0xYd3FWNXdwVGRBZkE0MDg2NjdPVjJyNFYyQ0dkNGxtTzFuMHBpMS9neWJUbFp6SFdRTjVSUnBXTGJ2RXN2MlhjSkJwZVMyOXY2TTdCckM4SzdCQkhvNlhkZTVDSEhqTS9EQlcxUG9HS2hreE9DSStwNk11RTZhQjNuUlBNaUxPN3ZCNnQzbm1UMzlkYWErTnh2alg3V0k4blltLzFTdG5sYmxEZkIvaFBONUIwa3FNaTdUSzlibGNTQjlMYmNHakt2a1N1dnM3T3l3c3pQKzMzOUhSMk12eXBrelo5cHN2SjZabVVsSVNBak96czVXejJka1pCQWJHMHZQbmoydmFVNmxwazJiUm5wNk9ucTlzY3o4d0lFRGpCa3pCakJXZEtXbnA1T2JtNHVibXhzNU9Ua1VGeGZqNGVHQlZxczFmVS9XSEQ1OG1Ibno1cEdhbXNxenp6N0xtREZqZU82NTUyamN1REZ2di8wMnZYdjNac0dDQmJ6Ly92dTg4c29yREJnd2dDZWZmSktRa0J1M045VGFJNGwwYXVKSjAwYi9qZ295SVlTUTRFcUlCaTdVRSt5Vm9Lbkdjc0hZN0lZWlhKVWEyTmFQZ1czOU9KMll5NWRienJOa2R4ejVKZGUzcTd4YXArZlA0OG44ZVR5WjV4WWRwbmNMWDBaMUMyRmsxeEJhQnJwZDE3a0ljU1A2OUtQWlJBUXFHZDZuNGw0eTR0OXRWTDhXck41OWpybWZmTVJMci81N20xelh4SW5zYmRkODdkaW03OU96MFFpS2RMbk1PWFUvV2VyTEFCeE0vLzJhZ3l0cjdyMzNYZ0lDQWlvOC8vdnZ2MU5TVWxMaCtYLysrWWVRa0JDQ2cydFczYk4wNlZMMGVqMWp4b3loVDU4K1RKa3loZVRrWkZhdVhNbU1HVE5RS0JTbzFXcUNnNFBKenM3RzFkVVZPenM3aW91TFRTRmNXU2RQbm1UcDBxVWNPblNJTm0zYThONTc3OUcwcVhGM3ZmSGp4ek45K25SKyt1a254bzBiUjFCUUVGOTg4UVcvL2ZZYlM1WXNZZGV1WGZUdTNac2hRNGJRdTNkdm03c2dOalRiejZTeFBTcU5INTZXcGJ4Q2lIOFBDYTZFYU9DVUNtam1BOUhwVmI4bU5odDBCbEExOEw4QWJ4Zml3ZnpIdS9MaGd4SDh1Q3VXK1ZzdmNEcnArdlhCS21VQTlwN1BZTy81REthc09FN2JJSGRHZFRlR1dEMmFWYnowUUlpYjFiNjllOURsSkREOHRrNzFQUlZSejBiMWE4bnNsVWM1ZU9BQVBXcFljZk52azFnWVpRcWJxcXMwdExycTZuL1FrNHBzNzhwWFhTMWF0Q0FzTEt6Qzh6dDI3REExZExkbXk1WXR0R3ZYanJRMDR5NTJTcVVTWDE5ZjAzbU5Sb05hclRidDlsZjZ1clN5cXF6VHAwK1RuNTl2Y2Z5SEgzN0F6OC9QMUk4ckp5Y0hMeTh2QUFvS0NpeDZVeTFidG96dnYvOGVMeTh2WG56eFJlNjU1eDZ6OEtsdjM3Nk1IRG1TZmZ2Mk1YYnNXT3p0N1ZHcFZEend3QU1NSERpUUpVdVdzSG56WnVMajQrblJvOGNORTF4bEYycDQ1ZWRJd254ZEdIOUwwL3FlamhCQzFCb0pyb1M0QWJTc1puQ2wxUnVYRjdhOFFUSVhkeWM3SnQzZWdrbTN0MkJIVkJwZmJUblA2c09KYVBXR2VwblBtY3Q1bkZrWHhjeDFVUVI0T0hKSGh3RHU3QkRJa0k2QitIdFkvcTJ1RURlYm5YOXZvWE5ZeFEyUXhjMmxjMU12ZG16YkpNRlZPVVUybGdoNk93UlZHR3FWRGEwU0M2TllGdk0yV2Vva3N6SG44dzdTd3IxMkttcmVlT09OU3NlMGJOblM2dkV6Wjg0UUhSMU5kSFEwbXpkdkJzRGQzWjFWcTFhWnhqejY2S05tMTd6NjZxc1ZQdWZBZ1FNQVJFVkZzWExsU202NTVSYXI0M0p5Y2t4TjJETXpNMDBoVnFtNzdyb0xyVmJMZmZmZFIyRmhJV3ZXckxHNGg2K3ZMd01HREdEZHVuVm14MGVPSE1tcnI3N0tvNDgrU21GaG9jMWxsQTFKZHFHR1FiTzJFNU5Xd0tKbnBOcEtDUEh2SXNHVkVEZUFZSGR3dG9PaWFxeW1PNWR4NHdSWFpkM2F4bzliMi9pUm5GUE0xMzlmNUp1L0w1Q1VYVnh2ODBuSkxlR25QZkg4dENjZWdBNGhIdHpaTVpBN093UXdvTFVmemc2cWVwdWJFUFhsd29XTGpJbG9WOS9URUExRWkyQXYxaHlPcXU5cDFKb2RVV21tcjdNTE5VVEdad013b2tzd25jTzhLcnFzeWtZMGVZMWJBOGF4TE9ZdGk5MEd5NGRXWDBVL1ZhTWVXVlh4NmFlZjJtek8vdm5ubjV0MkR5eHZ4WW9WQU54eHh4MDg5dGhqSER4NGtCOSsrQUdBMXExYk0yM2FOTlBZbEpRVXZ2dnVPOGFQSDA5d2NEQUdnOEZpUjhQOSsvY1RIaDZPbzZNalAvNzRJd3FGc2RMTVdvK3JtSmdZSmt5WVFHcHFLZ2FEZ1FrVEpnRHd3Z3N2MExGalI4YU5NeTZuakkrUDU1ZGZmcW4wZmNqTnpVV2owVEJzMkRDVVNxWE41Wk5WdFdMZkpiN2VmckhHOTdGRmJ6Q1FjK1gzMU5QWm51MXZES3lWMzFNaGhHaElKTGdTNGdiUndoZE9WS09YZVVLdU1laHl2a0gvTFEvMGRHTDZ5SGE4TmJ3dGZ4MVBadkd1V0g0L21rU0p0aHJOdnVyQXljUmNUaWJtOHVsZlozRzBVOUsvVlNOVFJWYm5VQzhVRFh4NXBoQzF3ZDNGOGNydWdVSkFpeEJ2M0p3ZDZuc2ExeVEydllBZFVXbEV4bVd6UFNyTkZGSlowNm1KWjQwREFXK0hZRk13OVZDNGNVZSswdkNxcmtNcnZWN1B0bTFYZTI0bEpDUUFjT0xFQ1ZKU0t2NC9HR2xwYWVUbDViRmx5eGJUc2ZEd2NFcEtTdGk5ZXpkdWJtNDRPenNUR0Job3FvSUNhTlNvRVlNR0RUSzl2bkRoQXQ5OTl4MWR1M2FsYmR1MkFQajcrNXVhb0VkRlJaR1ptVW1QSHNacW9WR2pSbEZjYlB5THEvSTlyanAxNm1ScUZ2L05OOS9RdjM5LzJyVXpodWwrZm41bTgyL2R1alhMbHkrMytkNmtwcWJ5MUZOUGNjY2RkOVJxaFZWa2ZEWi9uNmw0bVdWdEc5TTlSRUlySWNTLzBnMzZrVmFJbTA5TG4rb0ZWd0JuTTZCVHpmL0NzRjZwbEFydTZSekVQWjJEeUN2V3NteHZQSXQzeGJMbmZFWjlUNDBTclo2dHAxUFplanFWcWIrY3dOZk5nZjR0R3pHZ2pSOERXdnZSSmN3TGxWS1NMUEh2Y3l6cUl0Q3R2cWNoR3BCalorcTJxcVMyTGQ0VnkrY2J6NW1DS2s5bmV6cUhlakY5WkRzR3R2RTNqV3ZxNTNMTk83TTVxOXd0am1XcGsvZ3E2aWttdGZrT1o1VUhENFYvZ0xQS25RN2VnMDFMLzZvU1dsM0xNa0dkVG1lcWhpcmw1ZVhGRHovOGdLdXJxMFdmS0wxZVQzcDZPazVPVG5oNGVKaGRPMnpZTU5ScU5SRVJFYmk1V2QvUVpQbnk1ZVRtNXZMc3M4OVdPS2RqeDQ2eGYvOStubnJxS1g3Ly9YZjY5ZXVIV3EwR1lQRGd3U1FuSndOWGUxeHQyN1lOUjBkSDJyVnJSN3QyN1RoNzlpd2FqWWI3N3J1UFZxMWFWZm05MkxObkQ5MjZkVE0xZFo4M2J4NnVycTQyNTNvdFpqM1FrVmtQZEt6VmU1YVhYYWdoTWk2Yk5VY1NtYnZwSEhvRGZQWklaN3hjYm93bGprSUlVUlVTWEFseGcyamtBaDZPa0Z2eHhqNFdvdE52L09DcUxIY25PNTRkMUl4bkJ6VWpKcTJBSC82SlljbnVPR0xUQyt0N2FnQms1S3RaZXpTSnRVZU5TeXJjSE8zbzI5S1hBYTM5dUtWMUkzbzE4OFhSL3NabzhDcUVFUDgyMllVYTVtNDZ4NkovWW9oTkx5VE0xNFVmbnU3QndMWisxeHhPMlJMaTBzWnFMNnVrb21pejhHcGs2TlVkR2FzU1dnVTdWejJnS2N2ZTNwNmxTNWRlblVkU0V1KysreTVCUVVIODczLy93OHZMaTVVclY3SnMyVEpUajZvVksxYXdaTWtTeG80ZHk3Qmh3OHp1cDlmcnVmdnV1L255eXkrdFB1LzgrZk5rWldYWm5OUDU4K2NwS0NnZ1B6K2Y3ZHUzODlGSEg3Rmh3d2FyWStQajQwbE5UV1hzMkxHbVk3dDI3UUxnMTE5L05WdVdhRTFoWVNGS3BaTHM3R3htelpwRml4WXRlUC85OXpsOCtERDc5KzluK3ZUcHVMcTZrcHFhaW9lSEIwNU9UamJ2MTFCNHVkaWJkbXZ1SE9yRkU5OGVKRGE5Z0wvZkdGamZVeE5DaUZvam42Q0V1SUcwOUsxOFRGblp4ZEJBTXAxYUYrN255djlHZCtEaW5Idlkvc1pBbnJpbEtlNU9EU3VMenkvUnN1bGtDbS85ZHBKYloyN0g4N25WREpqeE4yLytlb0tOSjVMSkw2NUcwekloaEJEWExESXVtMEd6dHZQdTZsT0UrYnJ5OTlTQnhINTZEK052YVZvbm9WV3BqbDZEclI0dkRhK0tkRmQzMHEzcThzQWVacnNOWHB2ZHUzZnovUFBQRXh3Y3pNY2ZmMnhxYnE3VDZVeTcvd0U4K09DRHZQYmFheXhZc0lEcDA2ZVRtSmhvT3FkVUtpMlc1VjByWjJkbjJyVnJSNGNPSFNvY2s1dWJ5M2ZmZmNmeDQ4Y0J5TS9QWi8zNjlTaVZTa3BLTFA5V3I2aW9pSWtUSjNMbzBDRUFKazJheEdlZmZVWmdZQ0F6Wjg3ay9QbnpUSjQ4bWM2ZE83Tnc0VUw2OSsrUFJxUGhwWmRlNHNNUFA4UmdxSjhOWW1waS9DMU5tVDZ5SGR1ajBvaE5MNmp2NlFnaFJLMXBXSi95aEJBMnRmU0J3OWI3bzFib2JJYXhXdXZmU3FHNDJ0QjkvdU5kK2UxZ0lqL3VqbVhMcVJUcWFWUENDcFZvOWZ4ek5wMS96cVl6YzEwVUtvV0NkaUVlOUdqbVRjOW12dlJzNWtORUUwOVpYaWlFRUxWb3plRkVudmoySUFZREhQM2ZIZGUxQjlDUWtJa2N5RmhMc1M3ZjRselp5cXZFd21pK1AvOXlwYUdWazhyTjFBZnJXcHcvZjU1dnZ2bUd5TWhJaGcwYnhzYU5HN252dnZ0TTU3VmFMVnF0MXFLNnFsZXZYc1RIeHpOKy9IaDY5ZXJGMkxGamJZWk0xYVZTcVhqcnJmOW43ODdqb3E3V0I0NS9HR2JZOTFWQkVCV1Z4UlJTeXkzRnJsNnR0TEJTNjVabWxuYlRXMmwxeTd5VmJkcHlNNWR1WlpwYlpXWG1rbVgrbEhMSmZWOFFjY0VFWkZGQUdIYVlHV1orZjR5TWpxd0RLSXZQKy9YaXhmRDlublBtR1hTR21lZDd6bk5lcjdaTlZsWVdLcFdLUllzVzhlbW5uL0xkZDkraFVDaUlpb295MWNJNmRjcTRTVUJJU0FoNzl1d2hJU0VCRzV1SzlkZHV1KzAyM24zM1hhWlBuODdubjMvT2E2Kzl4cjU5KzlEcGRFeVlNSUgzMzMrZjVjdVhNMjdjdUFaN2pEZkxsQ0dkbUx2cExHK3RqV1BaQk5ucFV3alJNa2ppU29obXhNWFdtSVN5WkJaVlFqYjBEb0JiSVJWaXA3TG1zVDZCUE5ZbmtJeThVdFlkU21YTndSUzJ4R2VnTFd0aVdTeWd6R0FnTmlXWDJKUmNsdnlaQ0lDZFNrRmtXM2Q2dHJ1YXpPcllxdkw2SVVJSUlhcTNiRWNpVDM1MWdHNEJybXliUHZDbTEvMnh0M2FodisvamJFNWJVT241dE9MVGZCdzNpaHhON2E1S0dXdGl1ZFFwbHBLU0V0NTU1eDFVS2hXelo4OG1KQ1NFL3YzN203WFpzbVVMTVRFeHZQZmVlMmJIZlgxOThmVDBaUFhxMWF4ZXZScTkzbnlqbEY5Ly9aV05HemVpMSt0eGNLamIxYkx5V1YvWHlzc3p6a2g3OTkxM2lZK1BaOENBQWV6YXRjc1V4L1RwMHpsKy9MZ3BjUlVYRjBkTVRBd0xGaXhnKy9idGVIcDZWcGxnaTRpSVlOYXNXWFRzMkJHQVBYdjJzR3ZYTGxhdFdzWHAwNmRac1dJRjdkcTFZOENBQVhWNlBJM0Z6VUhGdUx1Q1dMNHpzYkZERVVLSUJpT0pLeUdhbVk0ZWxpV3VTblJ3SVJjQ1hXdHUyNUw0dU5pYTZtSGxGV3Y1NVVnNmF3K2xzUEg0UllvMFpZMGRYcFZLdEhyMkpGeG1UOEpsSUFFd3ZnbnQyYzZETzlwNzBMTzlCNzJEUGZGeHNXM2NRSVVRb29rcm4ybjFSTCsyalRyelpLamZKSEpLMDB5N0IxNnZ0a21ybnA3M1Y3bjBzRGJzN095WU0yY09ycTZ1S0pYR2p3RGR1blV6YXhNZkg0KzF0WFdGNCtVZWVlUVJSbzRjaWJXMXRYbHNQWHN5Yk5ndzR1TGkyTEJoZyttNHdXQ2dyTXo0Ti9mYTcrVzNhN0pqeHc3QXVMUGgrKysvVDQ4ZVBUaDQ4Q0R2dmZjZW8wYU5Zc0NBQWFhbGd3QnF0Um8zTnpjeU1qTFl1M2N2bzBhTlFxRXdWa1pScVZRVmxoUkdSRVNZYnA4K2ZkcTAyK0dFQ1JPSWk0dGp6cHc1OU9qUm8wTGgrcVl1S3NTYmVadlBzdTVRS3RIZC9SczdIQ0dFcURkSlhBblJ6QVI3d3A0VXkvcWN1WHpySmE2dTVXS3ZNczNFS3RHV3NTbjJFbXNPcHZETGtUUnlpclExRDlESTFFVmFZdUl1RVJOM2RWdEpYeGRidWdhNDBTM1FsYTRCYm5RTmNDWE0zd1dWdFpRdUZFS0l4S3hDMDB5cnByQmM2dEYyeGhsTVZTV3ZhdExmNXpHekl1NTE1ZW5weVpneFk4alByM3hKb2thalFhdlZFaDBkWGVVWXp6NzdMRU9HRERFNzV1dnJTNjlldmZEeThrS251MXEvTVRZMmxxRkRoNXExblRwMXF0blBrWkdSVmQ3WDBLRkRTVXBLNHQvLy9qZk96czRjT1hLRVdiTm1jZSs5OS9MVVUwOEI0T0Rnd09uVHA5bTJiUnZidDIvbnJydnU0cGRmZnNGZ01IRHZ2ZmVheGdvS0NtTG56cDM4OU5OUGVIcWFGdzJOajQ4bklTR0JFU05HQUtCVUtubjk5ZGZKemMxdGRra3JnT2p1L3JqYXExaDNXQkpYUW9pV1FSSlhRalF6OWtyd2M0YTA2c3RnbUVsVWcxWVBzcUdkY1RuaEE3Zjc4Y0R0ZnVqS0RHdzdsY0dhZzZtc081UktlbTVKWTRkWGE1ZnlTaXNrczVRS0t6cTNkcVpyd05Wa1Z0Y0FOOXA0MkRkaXBFSUljZk85dFRZT2d3SFdUZW5iMktHWVBOcnVQVG80OTJUZGhROHJyWGxWR1hlYjFrUUh2bHF2bVZiWGUrR0ZGOHlTUzVacTM3NTloZkhLWjJBRkJ3Y1RIQndNUUhSME5MMTY5YXAyckxWcjExWjczdC9mbjNmZWVRY3cxcmlhUFhzMnp6enpqRm5pN082Nzd5WW1Kb2FaTTJmaTdlM05zR0hEY0hKeUlqZzRtTmF0VzV2YWpSOC9uc3VYTDdOa3lSS3pBdlFBenM3T1BQamdnd3dhTk1oMHJGV3JWclJxMWFyYStKcXk2TzUrL0h6WXdzS29RZ2pSUkZrWm11T1dHVUxjNGs1bHdaOUpsdlhwR3dEaFBqY21ucGJBWUlBalNUbjhYK3hGTnNWZVpFL0M1U1paRjZzdTNCMVVWeE5aZ2NidnQ3Vnh4ZDdHdXViT1FsUmk4T0RCeEh3d3NySERFRTNJNEdtcmlJbUphZXd3QU9NT2dwRnZ4akFqT295M1JvUTNkamdWRkpmbHNUL3JadzVrL1V4YThabEsyL2paZDZLbjF3TU04QjF6azZOcjJnd0dBMVpXdDBMVnp2cGJkeWlWRWZOMzMvUU5DWVFRNGthUUdWZENORU1kUEdCbk1oYnRtaGViSVltcjZsaFp3ZTFCN3R3ZTVNNzA0YUVVbHVyNFBTNkQvenVlenFiWVM1eHZ4dHRLNXhScDJYNDZrKzJuTTAzSHJJQUFEd2M2dFhhaVV5dm5hNzZjYU9mdGlFSStHQWdobXFtMzFzYmhhcTlpeXBCT2pSMUtwZXl0WFJqZ080WUJ2bVBJMXFTU1hXbytLOGJmb1hPZEM3QzNkSkswcXIyb1VPT2J2bVU3RTVuYk5xS0cxa0lJMGJSSjRrcUlaa2lsTU5hc1NsVFh2azllcVhGNW9aL3pqWXVySlhHMFZacVdGQUtjdlZqQXBoUEcyVmhiVDJaUTJJUUx2TmVHQVVqT0xpSTV1NGpmNHpMTXp0bFlLMmp2NDJoS1pIVnU3VUtuVnNZRVZ5dFh1OFlKV0FnaGFpRXhxNUNmajZReEl6cnNwdThnV0JjZU52NTQyRWdOSXRIdzNCeFVQQkRweDgrSFU1bjdtQ1N1aEJETm15U3VoR2ltUXJ3c1Mxd0J4R1ZJNHFxdU9yWnlvbU9yWVA0MUtCaHRtWjRkcDdQWWRHVlo0YkVMdVkwZFhvUFNsT2s1bFo3UHFmU0toZFFjYmF3SjhuWWt5TXVSSUM4SDJuazdFZVRsWURybTZXVFRDQkdMVzRWZXIwZFhac0JHWmZreTEreThZckx5aW1udDRZaXp3NDNabGJPNFZFdXB0Z3czcDZhUjRDMHIwNU9aVzRSS2FZMm55NjFSNjI3WmprUUF4dDBWMU1pUkNOSDRvcnY3OC9PUk5JNG1xV1c1b0dpV1RxVGtFcGVheDVHa0hJNG1xem1hYlB6d0V4SG9Sa1NnRzdlM2RTZk0zNFV1Ylc3aFhhaHVFWks0RXFLWkNuUUZSeFVVV3JBcDNuazFGR21oR1Z5RWJ0SlUxZ3J1RHZQaDdqQWZQaHpkbGV3Q0RkdFBaN0xqZENZN3oyUnhKRW1OenBKMW5NMUlvYWFNdU5RODRsTHpLajN2Wkt1a25iY3hxUlhrNVVpUXQrT1ZuNDNIM0IwbHNTVnF0dmovWXVrWDdrL25BQS9Uc1FPbjA1bi84eEgrZm5zUVl3YUZXVHptNXNOSkxQNi9XS1kvY2ljREl3THJGSmRHVzhiRm5FTEt5dlMwYTIzK0lUQy9TTU1yWDIybldLUGpvNmNINE9QbVVLZjdxRTVoc1FhTlRvKzdjKzBTWTVtNVJZejVhQ01oQVI1OE92bHZEUjVQVTdSOFp5SVBSUG9SNU5YOGRvSVRvcUZGZC9kbnlvcWp6TjE4cGtuc3JpbUVKY1l0Mms5YVRnbnVqaW9pMjdvejVlK2RpQWcwL3UwdFQyTDlkRENGM0QrMStMdmJzK1Rwbm8wY3NiaVJKSEVsUkROMm15L3NUYkdzVDN3bWRQZTdNZkhjcWp5Y2JCalIzWjhSVjdhY0x0S1VzZnRzRmp0T1o3SGpUQ2I3em1WVDFNeVhGdFpXUWFtTzJKUmNZbE1xbjRYbVpLdkUzOTJlTmg3R0wzOTNlOXE0TzF5OTdlR0F0N010VXNiazF2WEhrU1IrMkhhS1gvYWVZOFcwKzNDME0yYmFmZDBkdVpSVHlMcmRaM213YnpDTzlnMlhCTTNPS3lhdlNFTmhpWmFpVWkyRkpUb0tTN1RrRlpXU25sMUkydVVDMGk0WGtKbGJERUNnand1TFh4eGlOb2FqblJKL0x5ZTJIMDloNm9LdHpKNFlSU3NQWS9Ma3BZWGI2aFJYM3pBL0h1eG5yTk9Va1ZQSWEwdDNvclMyNHBObkJwcCtMK0txbzBscUVyT0ttQkhkOUFxeUM5RVkzQnhVUkhmM1kvbk9KT1krRnRrc2xzOEtzZVZrQnRIemRqSC84Y2dxWjg4T2RXdkYwSzVYZC8xYzh1ZDUzSjlkeDdvWCtqSWd4UHRtaFNwdUlrbGNDZEdNaFhqQndUVFE2V3ZmNTJRbVJMWUdoU1FHYmhnSEcyc0doZnN5S053WEFGMlpnVU9KT2V3NG5jbU9NMW5zUEpORmRxR21rYU5zSEFXbE9rNWZ6T2YweFlyTEVNdlpXQ3Z3YzdjekpiTGF1RjlOYXBVbnVQemM3RkZheTMvaWxpYTNzSlRQZnprS3dQZ2hYY3lTTTRFK0xnenNGc2lXbzhtczJCclB4SHU3TmRqOXZyTDRUNUl1VlQ2TDhGb090a3E4M1J6d2NYV2dvRmlEMHpYSk00VkN3YlRSZDFLaUtXUGZxWFQrL2RWMjV2NXpJSjR1OWh6L0s3T2FVYXNXNUh1MVFMZUxveTAyU2dVSmFXcmUvSG9YN3o5NWwybkpaSWxHUjJXYlJKZHFqUWx6dmNGQWNXbmwwM090ckt5d3Mya1pid2VYN1RRdUU0enVMaldqaENqMzFvaHdZK0pxMDVrbXVjdm1qYURYNjlteFl3Y3FsWW8rZmZwWTFOZGdNS0RWYWxHcFZOVnVCcURUR1Y5M1ZhcjZKUVAxZWoxRlJVVTRPRGlnVUNpcWJGZGFXb3BTcWNUYXVtWHZDUDNlK3BOc09abEJ5dHhodU5qWC9uYzd2bjg3Um5UM0ozcmVMdTdwMnBwcHcwSnVZSlNpTWJTTWR5cEMzS0pzcktHakI4Um4xYjVQc2M1WUc2dTkrNDJMUzVoVFdsdHhad2NQN3V6Z3djdjNkZ2JnWkdvZVI1TFVIRTdLWVUvQ1pZNGs1VkNpdFNBRDJZSnB5dlFrWmhXUm1GVUVYSzZ5bmErTExXMnYxTlh5Y0xUQjNkRUdUeWZqZHcvSHE4YzhycHozY2JreGRZMUV3ekFZREh5eStpQjVSUnBDQXowWWRtZjdDbTBldnp1VWJjY3ZzSHJIR2U3cTBvYlFRTThHamVIdWlBQThuTzF4c2xQaDdHQ0RrNzBLRndkYlBKenQ4SEZ6TUV0VVZVWnByZUNOZi9UaTMxOXR4MXFod0ZwaFJWNWhLZXZmanE2MGZXR0pGbnNiSllycnJpVHNPSkhLZjFjZE1EdG1aNlBrdlhIOWVQN3pMUnovSzVPWjMrOWx4dU45VUNpc21EaDNNK25aVmU5OGVpWWxoL3Ruckt2MG5FcXA0TGYzSHFyMmNUVVhQeDlPNVlGSVA1bFZJc1ExZ3J3Y2VhSmZXK1p0UHN1VUlaMXVpZWZIanovK3lPTEZpM0YyZG1iUm9rVjRldGIrYjBWY1hCeFRwMDVsd1lJRmRPalFvY3AyLy8zdmY3bHc0UUtmZi81NXZXSTlmLzQ4Ly96blA1ay9mejZob2FHVnR0SHI5Yno4OHN0NGVIancrdXV2MXl0WmR2YnNXWktTa2lvOTE3dDNiOUxTMHREcGROV09vVktwQ0E0T3JuTU1WWGx2L1VuUzFTVnNtUlpWcC83dWpqWnNuejZRWjVjZDR2MWY0bmx0ZU9XL1Q5RThTZUpLaUdhdWk2OWxpU3N3Rm1tWHhGWGpDdk4zSWN6ZmhjZjZYSzIxY3pSSnpmNi9zam1hckdiMzJhd1dWL1M5b1YzS0srVlNYcWxGZlp6dGxMZzdYRTFtbFgvM2RMTEJ4VjZGaTcwS1p6dmxsZHRLbk8yTTM4dlBPZGkwN0N1ZGplbTdMZkhzUHBtR3JjcWFseDdxVWVtVjV3QWZGeDZOQ21IRmxuaG0vYkNQLzAzK0c2Nk9EWmVRbkRROHNrN2o3VHlSd3FrTDJReSt2UzF0ZlYxNWYzeC9iRlhXSkY3TTVkWEZmeko2UUFpakJuU3UwTytEbGZ1NXBDN2k5VWQ3MGNiNzZzNFpLdXZLcjdwN3V0Z3pjMXcvcGl6WXl1NlRhWHk3NVNSakI0WFR2YU12MmZrbEZkcVhhSFFjVHNqQXlWNUYxM2FWTDUxUVZuRmZ6VTFpVmlHSldVVzg4UGRPalIyS0VFMU8rYXlyS1N1T05HcXRxd1VMRnJCaHc0WjZqYkZtelpwcUV6ZC8vZlVYeTVjdng5L2ZuL1QwZEQ3NjZDTSsrT0NEYW1kUHFkVnFNaktNT3l4ZnVIQUJnS1NrSk1yS3FpN3prSitmVDJscEtXZk9uREVkNjlTcEUwVkZSU3hidHF6U1BoMDZkT0R1dSsrbXFLZ0lGeGVYS21NcUtDakExdGJXOURnVkNnWGp4NC9uelRmZjVKMTMzdUhOTjk4a1B6K2YwYU5IVnhuZnRUcDI3R2hLc0czWnNvV05HemNTRUJCZ09xL1Q2VWhJU0dEaHdvVk1uejRkdGJyNjNaOThmSHhZc1dKRnJlNjd0cmFjekRCKzFURnBkYTB2eG5Xbi84eXQ5TzNrUmYvT3NteXdwWkRFbFJETm5Mc2R0SGFDOUlMYTkwa3ZnRXVGNEN1MWE1dVVpTFp1RlhiOTJYMzJNZ2ZPWjdQL1hEWUh6bWR6OXBJRi85Q2lndndTSGZrbE9wS3ppK284aHB1RENoYzdGYzdsQ2EwcmlTNW5leVV1ZGxjU1hMYldPTmdvY2JDeE50MjJ0N0UyL214ampZT3Rzc0x0VzluK1Ura3MvejBPZ0NranV0UFd0K3JkZ2NZT0N1ZjQrVXhpejJmeHh2SmRmUFIwLzBxWHV1VVdsdkx3dStzckhKLzF3ejVtL2JBUG9NR0tsdTg3bGM3L0hVd2tOTkNUdHI2dXBpV09yVDBjY2JLM1lkSEc0L2k2T3pDZzY5VVBDdnRQcGJQN1pCcXQzQjN3Y3EzOWpuOUJyVnlaOFhodmZ0NXpqb2V1MUw5NllVVDNTdHRlekM1Z3pFY2JhZVBsek50ais5YmpFVFo5Nnc2bEFSQXRSUnlGcUNESXk1RVowV0c4dmU0a1VTRStqYmJycGxhcnBhU2toR0hEaHBrdVRxU25wM1Bnd0FINjl1MkxwNmNuZXIyZVgzLzlsZURnWU1MQ3JtN0VFUnNieS9uejV5dGRGbDN1OHVYTHpKZ3hBNVZLeGN5Wk05bTJiUnZMbGkxanhZb1ZQUDc0NDFYMjI3SmxDMTk4OFlYWnNmZmZmNzlXajJueTVNbW0yekV4TWVqMWV0TFNqSzlIQ1FrSktCUUsycmMzemlEMjhQQmcvLzc5dlBYV1c2eGN1UklQRDQ4SzQ1V1ZsVEZpeEFpbVRwM0t2ZmZlYXpvZUdSbkp6Smt6ZWYzMTE0bUppZUh1dSsvbTJXZWZyVEcralJzM1ZqZ1dHaHBxOXZpeXM3Tk5TYkNWSzFlYWZzZm56cDFqOHVUSmZQYlpaMmF6ejZwTEF0WlY5THhkcE13ZDFtRGpyWHVoTDhHdi9FYjI1NVhQZUJiTmp5U3VoR2dCd24wc1Mxd0JITDhFZ3l1dXhCRk5USitPbnZUcGVIV0tlMkdwanFQSmFtSXY1SEw4UWk0blVuSTVrcVNtb0xUNmFkMmk0YWlMdEtpTExOak9zNWJzVmVWSkx1c3JTUzRsVHJaS2JKUUtiRlVLYkt3VlYyOHJqVC9icXF5Tng1UlhqaWtWMkNxdHI3bHQvdDNGWG9WU1lZWDFsUytsdGNKMDI5cktDcVgxTmVldWFWZmU5a1lrMkdMUFovTHVkM3N4R0dCNHJ3NE11cjF0dGUwVkNpdW1QM0luejh5TElUNzVNcTk4dFoyWjQvcmg3R0ErVTBxcHNLSkhwNnVGVzVNejhzaFFGOUcrdFNzZXpzWkVVYUNQTXplU283ME5yLytqRjg5OTlnY2YvM1NRUUc5bjJyVjJRNnNyNDMvcmp3RHc3NUYzV0Z4aktqTFlsOGhnWXcyOUxNVDRTd0FBSUFCSlJFRlUvQ0lOK2lvK3lCVVVHLytmbHVrTjVCWldQVHZSM2tacHFwZlZYQzNmbVVpM0FGZlpUVkNJS3J3MUlweHQ4WmxNL2U0b1FWNk9SSVUyM2t5VVo1OTlGaHNiNDlMcjdkdTNjK0RBQVVhT0hFbDRlRGdhallaZmYvMlY3dDI3OC9UVFQ1djZmUHJwcDV3L2Y3N0tNZlB5OG5qMTFWZTVlUEVpLy9uUGYvRDM5K2ZSUngvbDJMRmpMRisrSEZ0YlcwYU9IRmxwMy92dnY1OTc3cmtIZ0pNblR6SnQyalRtelp0SHUzYnRxcnkvMmJObms1S1N3cHc1Yzh5T096azU4ZDU3N3dFd1ljSUU3cnZ2UHFLanJ5WlBkdTNhVmNOdngxeGhZU0ZqeG94aHdvUUozSFBQUGF4Y3VSSjdlK1Bmc0FjZmZMREcvc2VPSFNNejA3ek9ZbloyTmx1M2JqVzdqM0xYem5hK2VQRWlBRzNidHIyaHRiWEdMZHJQL01jamExM1Q2b3MvempIcDY4UEVmekNVa05hVi94MzNjTExobzlGZGVYcnhRYjU2cWtkRGhpc2FpU1N1aEdnQjJydURnd29zK1N4OVBnY0t0ZURZOGtzZHRDaU90a3I2ZHZTaWIwY3ZzK1BKbDRzNGZpSDNTa0pMVFd4S0xxZlQ4OUhwcTc0eUtacVdZbTBaeGRxeWFxcDZOUjJER21pY3VNUXNwaS9kUVltbWpOdURmWGgyV08wS3JudTVPdkRCVS8xNTlhdnR4Q2RuTS9sL2YvRFdtRDYwYjMxMXhxS2p2UTN2ajcvTDlQUFVCVnZKVUJmeHlJQVFCa1lFVmpac2c5THF5dENWNlduajVjVEkvcDNZZlRJZHJLd29MdFh5NDUrblNjOHU1TjQ3MnRIUjM0M2lVaTFLYXdVcXBlVWZESjc0NzIva0YxZi80bjgyTmFmUzJXZmxubnNna3Z0N04zeTlrcHRGWGFUbGFMS2FPZitJYU94UWhHalMxazNwUzlTc3JRejhZQnR6SDR2Z2hiOTNiT3lRVE12eDZsTzM2ZUxGaTd6NTVwc2tKU1h4cjMvOWk2Z280M0l6aFVMQmpCa3ptRFp0R2dzWExxUzR1SmpISDMrOHdsSjBwVktKVW1uOFdHeHJhN3dJTW12V3JHcGp5czdPeHQvZjM1UkV1dDdseTVkSlRFemtqanZxdHpUVFlEQ1lsaVVDVmQ2ZkpTNWR1c1NhTld0TVAxOWIweW9qSTRQdnZ2c09nTVRFUkZRcWxkbHNORGMzTjhhTkcxZnZHTXFkU0ZHVG1sTmM2MW1BQ1pjSytQY1B4MnJWOXVrQjdmbCs3d1ZPcGVVUjR1ZFNjd2ZScEVuaVNvZ1dJdHdiRHFSWjF1ZjRSZWdkVUhNNzBmUUZlam9RNk9uQXNJaldwbVBhTWoxeEtYbkVwaGlUV2VXSnJmVGNpclZ3aExqWmRwOU01WU9WK3luUmxORWx5SXUzeC9hMUtISFQwZCtkVDU0WnlDdGZiU2M5dTVCL2ZmWUhqOThkeHFnQm5TdlViVklYbEJDWGRMVVlvRlpYVnFja2tTVVdiRGpHK2ozbnpJNU5uTHZaN09mZjlwL250LzNHR1FUMzkrN0Fjdy9jWHVsWWkzNDdUa3FXK1U2Y3I0NjZBd2M3RlVONnRLUDR5b3hMdmNHQXdvSWxIR2RTY3ppYm1tTzJlMk56TkhlVHNjYU1MQk1Vb25wdURpcTJUUi9JbEJWSG1MTGlLRWVUMU14NUxLSlJDN2FYbEJqZms1UW5qQ3gxN05neDNubm5IZkx5OG5qMjJXZDU0SUVIek00N09qcnl3UWNmOE9xcnIvTE5OOTl3N05neHBrMmJocmQzOVRQT2hnMGJocSt2YjVYbjE2OWZiMG9tVldiSGpoMzQrL3ZqNTlmd3Iwc1hMbHlnb0tEcXBSYXRXclhDM2IzcVlyYlZMUlZVcTlWczJMQ0JaNTU1aHFDZ0lGTVNFQ0ErUHA3RGh3ODNhT0lxTGpVZkQ4ZnFOejRwVjZZM01IYmhmanlkYkNtc1pja0hkd2NWSjFJbGNkVVNTT0pLaUJZaXpBY09wb0VsODJ2aXM2Q0hQNmhhUm0xZWNSMlZ0ZUthdWxsWGwxL2xGV3M1bFo3UG1ZdmxYd1djdVpqUDJZc0ZzdVJRM0hBR2c0RnYvNGpuNnlzMXJVSUNQSGp2aWI0V0w1Y0RZNzJuT2Y4Y3lKdGY3eVk1STQrbG0wK3c2VkFpLzd5dks3M0QvRTN0dGgyL1FQbHF1bFU3enJCMjkxbG1UNHlxa0x4NmVlRzJDanY4VmVlVmtYZlF3Yyt0MmphOVEvMXdyZVpOZVc2aGhqM3gxVjkxT0g0K2sxTVhzczJPYWN1TXU1QStjOS9WV1dxZnJUOUNRcHFhc1lQQ1RFc0pBWTZleStCSVFnYTlRbHViN2NUNDJmb2puRTNOcVhHM3hLWk1YYVJsM3VhelBOR3ZyU3dURktJVzNCeFVMSnR3QnhHQjdrejk3aWpyRHFjeVpVaW5SbnNPbFM5VGMzUzA3TDVMUzB2NTl0dHYrZkhISDdHeHNXSEdqQm4wNjlmUE5PYTBhZFBvM3IwNzQ4YU53OUhSa1U4KytZVDU4K2V6YWRNbUpreVl3SWdSSTNqd3dRZHhkcTU4cVZsd2NEQnQyMWE5ZEgzNzl1Mm1ndTZWK2YzMzN3a0xDek10MDFNb0ZHYTdHMnExV2pRYURWcXQxdXhudmI3bUhhYS8vUEpMOXUzYlYrWDV5Wk1ubXkxUHZON2h3NGNaUG55NDZlZks2b2JkZDk5OTJOdmI4OWhqanpGcDBpVDY5dTJMalkwTjhmSHhOY1puaVNOSk9VUzJyZDJPVVIvOGVvcDBkVEZ2alFobi9PSUROWGNBYmc5eTUzQmlEZy8zYkZPZk1FVVRJSWtySVZvSVcyc0k5b0N6MlRXM0xhZlRRM3dtZEszNmdwSm9nVnpzVmR6UjNvTTcybGNzQ3BxdUxya21vWFUxcWZWWFJpR2FzcHJmVEFsUmsvd2lEWnNQR1djWjlRdjNaOHFEM1ZFb2pFdm82c0xIellFdm5odkVrazJ4ck5sMWxzdDV4Ymc1MlptMTJiRHZyNnYzWDZ6aFluWWhjOVljNHBWUjVrczRFaS9sV1hUZnhacWFFNzJQRGd3eFN4WmRMejc1Y28ySnEzZWY2SXRXWjN6K3ZiRjhKK2ZTSys0NHF0ZnJLZFdXRVplVXhTdGYvVWxZVzAvRy9DMk1IcDFhY1NJeGkrKzJ4dVB1WkdzV1MvbE9oSTYyemZQdG9McEl5OEQzdDJFd3dCVFpUVkFJaTB3WjBwR29FRy9tYmo3RFcydmplR3R0SE9QNkJSSGQzWjhCSWQ0M2JSWldWbFlXVmxaV3VMcFd2U25IOVk0ZlA4N0hIMzlNZW5vNmJkcTA0YzAzM3pTclI2WFQ2VGgxNnBUWmpDa2JHeHRlZnZsbHVuVHB3b0lGQy9qMjIyOVpzMllOUzVjdXJiUkkrbXV2dlZaakhCMDdWcjdVTWo0K250T25UM1A2OUdsaVltSUFjSFoyTmx1ZWQzMngrSmRlZXFuRys3dFdaR1Frenp6elRJWGp6ei8vZkxYOWxFb2xYYnAwTWV1Ymw1ZkhtMisrV2VsdXZzWEZ4ZFh1cmxoZlI1UFZ0WHI5UHBxazV0MmZUN0xwMy8zSnpLLzlqdEtSYmQyWXZ6bWhQaUdLSnFKNXZsTVJRbFRxTmwvTEVsY0FzWmVNL1JwK2Z4RFJITFYyczZPMW14MERRc3luME9zTkJsSnppa25NTE9KOFp1R1ZyZWNMVGJkVHNvdWxucGFvRlJkSFcyWStlUmZiamw5Z3pOL0NHRFh6RjlRRnRYOFRlcjBoM1lONGVXUlAvamtzZ2o1aGZ1UVhhODJTTTBmUFpaQjRLUTlIT3hXRkpWb2V2enVVMVR2UEVuTTRpZEJBRDRiM3VscmJhZlViOStQaWFMNWNwWHgzd3JhK0xudzFkVWlkNDZ5UGF4TnhsUzF4ekNzc1JWMVl5b3NQOVNDNlR6QmZiampHNFlRTTN2eDZGMHRmR25yMTlmMjZGL3FPL3U2VWFzdndjblc0Y2NIZkFFZVQxR3cvbmNteUhZbWN6eXhrMjJ0UkZYWmtGVUxVTEtLdEc4c20zTUZiSThKWnRpT1J1WnZPc214bklnQkJYZzVFaGZnWVoyNEhYbjErdWRxckd2VDVscGlZaUkrUGowVTFyb3FMaTdsMDZSSWpSNDVrM0xoeHBrTHZ0VEYwNkZCNjllckZWMTk5UlZsWldhVkpLNEJQUHZtazJ1THNjK2ZPTmUwZWVMMlZLMWNDTUhqd1lNYU9IY3VCQXdkWXVuUXBBSjA3ZDJiNjlPbW10cGN1WFdMeDRzV01HemNPUHo4L0RBWkRyWFkwZEhSME5OdnByMXhseWFkeWhZV0ZQUHp3d3hXTysvcjY4djMzM3dOWEM3S1hNeGdNMVk1WlgwZVQxV2IvdnlwVHF0WHorSmY3bVBTM0Rnd0k4ZWFuQXltMUhqOHkwSjBqeVRuMURWTTBBWks0RXFJRjhYSUFid2ZJck4yeWI4QllvUDJ2SE9oUXUxbTY0aGFsc0xJaXdNT0JBQThIN3Vyc1ZlRjhtZDVBU25aeHBVbXQ4NW1GcE9ZVUkza3RVUzdReDRXeGc4SUJDUFp6Tjl2eFRxc3JJL0ZTSGdvcjZPQlg5UXVUdXFDRXpOeGk3SytaTGRTMXZVK0ZkdVZMRXFPNkJyQmgvMS9ZS0sxNS9SKzllSForREYvOGVveHU3WDBvdVRKenlyYVo3cXkzWU1NeC9qaVN4SDEzZG1Ec29EQStmSG9BQjA2bms2RXV4dGZkMGJTc1VIbmRoNDlIb2tJYVBCYkZ1RlZVczF0OUF6R0F3WW91YlZ3a2FTVkVBd2p5Y3VTdEVlR21uUWVQSnF2WkZwL0IxdmdNVXlMcmVtNE9LbksrcUhvNVdtMWN2bnlaWThlT01YRGdRTk14cXl0MStxNHRHSDY5TysrOGs2VkxsOWE1ZnBTYm14c3Z2L3d5ZXIwZXZWN1BsaTFiVE9kU1VveEprZGpZV0M1ZHVsVGxHSm1abWVUbjUvUDc3NytianJWcjE0N1MwbEoyN2RxRms1TVQ5dmIydEdyVnltdzJtWmVYbDlualBYZnVISXNYTCtiMjIyOG5ORFFVQUI4ZkgvejlyeTUzYnlqdnZmY2VCdzhlckxiTnJGbXp6SDR1TGk1dWtJTHc5VEg5cDFqSzlBWm1qYnl0VWVNUWpVc1NWMEswTUYxOFlXdlZ1d1ZYNm5DYUpLNUUvVmdyckdqcjVVQmJMd2VnWXNIVE1yMkJOSFV4S2RuRnBPYVVmeThpSmZ2cXNkU2NZbG1PZUF1NmR1Yy9NTzZBTituVDMvSDNjdWJ6NTZyZXYzRFZuNmRaK050eDdHeXFUamJ0UDVWTzdQa3NlblpxUlN1UHEvVlRBbjFjR0Qva05yWWR2NENkalpLQ1lpMHFwUUxiT3RUWnFzbWlqY2R4cnFhR1ZINnhwdDczY2U4ZDdVbkt5T09YdmVmNC9VZ1Nqd3dJNGFGK0hVMlBwend4WjNNVEVuT3YzaHZDbm9Tc21odldnMEpoeGFIemFncEtkYmpKMXJoQ05LaW9VRytpUXIyWk11VHFNcmh0OFptbTIrb2lUYTFteWRTa3JLeU1qei8rbUxLeU11Njk5MTdUY1pWS2haZVhGNXMzYjBhbFVtRnJhNHRlcjZlNHVOaXNmME1VUFZjb0ZHaTFXdE5zcUhKdWJtNHNYYm9VUjBmSENyVzM5SG85V1ZsWjJOblo0ZUxpWXRaMytQRGhhRFFhdW5idGlwT1RVNlgzK2NNUFA1Q1hsOGZFaVJPcmpPdllzV1BzMjdlUHA1NTZxaDZQcnFJWFgzelI3UGU0YWRNbTl1M2J4NXR2dm1rNlZsNXpESXpKdWVwbXBUV0VpRUEzamlhckdlcldxdEx6ZjU3T1pONm1zL3p5WWo4S1NuUVVsT2pJTHpiK1RWTVhhc2d0MHVKYXpiTFdJOGs1UkFiS2g1eVdRQkpYUXJRd0hkeGhkektVV3JBY1BhY0VrdFFnRjYzRmpXS3R1RHBqcXpxWithVlhrbGxGMXlTNGlrbTVrdVJLelNrbXYwUUt5TGRrV2JuR0thUGVydFZmNGRYb2pDOXlkcXJLMzhxVWFuUjgrdk5oQUVaSGRTWSsyWHdkOVlQOU92SkFuMkFVVmxCWW9zWGRxVzQ3V3RYazlJVnNESUJXcDBkcHJVQnByVUNySzZOTWI4QkdxVUNoVUdCbm8wUmxYZmVsR0YyQ3ZQamY1TDhSY3ppSkx6Y2NZK25tRXdUNXV0QW4zSGpGUHFmQVdNdksyZjdHSjNuZUgzVnpyb2dmVFZJVDlmNDJubHgwZ0sydlJkWGNRUWhSWjFHaDVoZWtvcnZYYnpaUVhsNGVuM3p5Q1FjUEh1UysrKzdqdHR2TVh6ZW1UcDNLcDU5K3lnOC8vQUNBblowZGd3Y1BydGQ5VmtXbFVyRml4UXJUejJscGFiejExbHUwYnQyYWQ5NTVCemMzTjFhdFdzWDMzMzl2cWxHMWN1Vkt2dm5tR3g1NTVCR3pJdWRnVEd6ZGM4ODkvTzkvLzZ2MC9oSVNFc2pKcVg3cFdrSkNnbGtDcVNxVzFwN3k5dlptL2ZyMWZQZmRkL3p3d3crNHVibGhZMk5EWUdDZ3FjMlpNMmRNdDQ4ZVBRb1laNG5kS0tiRVZkZktFMWUvSFV1bnpHRGczdGs3S3B6ci9lNFcrbmIwWk9mcmQxYzUvcEVrTlpIeUFhZEZrTVNWRUMyTXdzcTR3K0NSZE12NkhVcVh4SlZvZk43T3RuZzcyMWI3SmlPM1NFdHFUakVYYzB1NFhLQWh1MUJEVHVIVjcxZHZhOGt1MEpCVHBKRmtWek5TWG5nOHFGWDFoWHBMdGNZMzdQWlZGQlkvbEhDSml6bEYzQjdzUTdmMlBoVVNWMVpXVmlpdHJiaVliZHhTL1ByYVZ2VVZFdUJCUWJHR0p3WjNZZmZKVkw3Y2NKeVhIKzdCM3lMYjh1blBoMW0vNXh6L20vdzMycld1K3d1dndXQXd6YVlDdUt1TFA5M2FleE56T0luSVlCOVR3ZnZrakh6QVdDdXJzaUw0U210RnBiV3ptakpqYlo2ZWpKaS9tMlU3RWhsM1YxQmpoeVNFcUtWRml4Wng0TUFCQmc4ZVhHa3g4VHZ1dUlOdnZ2a0dyVmFMVHFmRHlzcUtSWXNXM2ZDNGR1M2F4WC8vKzE4aUlpSjQ3YlhYc0xVMS9sMG9LeXN6N2Y0SE1IcjBhRnExYXNXSEgzN0l3WU1IbVRoeG9tbHBuMEtod051NzRzenpoclp6NTA2R0RoMXFjYis4dkR6YzNLNyszVWxJU0RBbDMxcTNiczNjdVhQNThNTVBVU3FWckY2OUdvQkpreWJ4NnF1dmN1ZWRkMWE3MDJKZDNON1duWjhPVmwyejZ1a0I3UmtVYnI2TDFJN1RXYnp6ODBtV1BOV1Qyd0txZjY5d0tER0hmL1FLckxhTmFCNGtjU1ZFQzlTbERvbXJyQ0pJem9YQTJtL3FJa1NqY0hWUTRlcWdJc3pmeGFKK21mbWx4cVJXZ1lhY29xdEpyUnhUd2t0ci9GNmtRVjJrTlIwcktKV2sxODEwOUp4eGUvSE9iYXBmbWxDZXNMR3JZbmxmajQ2dDhIQzJZOUx3aUdySEtVOW9CZnMxYk9aKzhPMUJETDdkbUV6NTYwb3lMdENuNnYreko4NW5zbmpUQ1o0ZVd2c1pTNWR5Q2huejBjWkt6eTJQaWF0dzdQblB0MVRTRXY0eE1KUW5oM1NwOWYwMkZkSGQvZWtXNE1xOHpXY2xjU1ZFTS9LdmYvMkx2bjM3MHI5Ly8ycmJxVlFxaTRxMjExVkNRZ0lMRnk3azZOR2pEQjgrbkUyYk5wa1ZNZGZwZE9oMHVncXpxKzY4ODA2U2s1TVpOMjRjZDk1NUo0ODg4Z2hkdXR5YzE5SU9IVHB3MzMzM1ZYcnUraGxzMTBwSlNTRW5KNGVDQXVORkd6OC9QeVpQbmd3WVo3WTVPRGpRcFVzWFB2NzRZeTVjdU1EczJiTlp2WG8xTDczMEVvOCsraWhqeDQ1dDBNY1I1dTlDM3A5Vjd5b2M3T3RFc0svNXNrdDFrYkY5NzQ2ZWhMUjJyblo4ZGFHVzhEYVd2VjhVVFpNa3JvUm9nZXlWME1rVHpseTJyTi9CTkVsY2laYXJmRFpYWFdUbWw2SXUxSnFTV3RrRnhtU1h1a2hybHZ4U0Yya3BLTkZScENtaldGTkdrY1o0dS94TmxxaGVSazRoc1lsWktLeWdaNmZLbHcyVUt5d3gvazd0cTBoYzJhaXMrZStFQWRVbWl3Qk9KaHRmS01QYjNwaWxFT3FDRW5hY1NNWGR5WllPcmF0K2dTM1JsbkVpTVl0ejZlcHFhMkpkeTg1R1NaK3c2dXU4cEdjWGN2NWlMcDR1OW5SdVUzbWRqN2EremZkTi9aUWhuWGp5cXdNY1RWSkxrWFlobWdsYlc5c2FrMVkzUzBsSkNlKzg4dzRxbFlyWnMyY1RFaEpTSWJZdFc3WVFFeFBEZSsrOVozYmMxOWNYVDA5UFZxOWV6ZXJWcTlIcnpldDAvdnJycjJ6Y3VCRzlYbytEUThQdDNqcG8wQ0NzcmEyNTY2NjdhbTU4blZPblRxRldxL25nZ3c4SURRM0Z3Y0dCbmoxN0FxRFZhdG15WlF0ZmYvMDFtWm1aL09jLy82RnIxNjUwN2RxVk5Xdlc4T1dYWDNMOCtIRmVmLzMxQnF0NzFhV05LMzd1OWl6NTh6emorMWU5aTJOZExOejZGeDE4SFFscDNYei94b21ySkhFbFJBdlZ3dy9PWGdaTE5uZktLb0lMZVJBZ3IrOUNtS2xQMHV0YWxTVzFqTGZMS0NxOTdtZU5qaEt0SHExT1Q1bmVRSm5CWVB4KzNaZE9yNi8wK05YelYyOFhhOHJNZnRhVm1ZK3RLNnU4WC9uOWxHaHZiUEg4NzdlZFFxODMwRHZVRDJlSDZwTTNCY1hHeEZWMXhkbHJTbHJwOVFiMnhCdTNNdzl2NjJsaHREVXIwZWo0OE1mOWxHaDBqQjBVWnRwU1hIRmwxeXlON3VydjgwS21jVG1mbDR1OWFSbGtUZHljN0hpb1h5ZTZ0cTk4V1VwaHNZYm52ekRPc3VvVDVzZnowYmZYK2JFMFZkSGQvWG55cXdPc081d3FpU3NobW9telo4OWFQSk1xTnpmM2hzUmlaMmZIbkRsemNIVjFSYWswZmpUdTFxMmJXWnY0K0hpc3JhMHJIQy8zeUNPUE1ITGtTS3l0emY4ZTllelprMkhEaGhFWEY4ZUdEUnRNeHcwR2c2aysxYlhmYTF1ektpcXE5blg5OHZQenNiRXgvajA5ZCs0Y3FhbXB2UEhHR3l4ZXZKakRodytiTGYyTGpZM2xvNDgrSWpJeWtuZmZmWmVBZ0FEVHVRY2ZmSkIyN2RxeFlNR0NDb1h5NjJ2SjB6MXhmM1lkSTdyNzQrNVk4NFdiaDN1MndiQjhaTFZ0TXZOSytjL3FXREwvOTBCRGhTa2FtU1N1aEdpaG5HeWdreGVjdG5CenA4TnBrcmdTNGtaeHNsUGlaTmY4Ly9RT0hyeXd3Y2ZjRzUvR3IvditBdUNScU00MXRzL0tNNzV4ZHFybDdLVEs3RDZaeXFXY0lnSjluR2xYUTAwdFN4MDRuYzVudnh3bE5hdUFQbUYrUE5TdmsrbWN0NnZ4eXZ0L2Z6cEFhSUFIR3AyZTNTZlRVQ2lzQ0d2cnlaR0VqQnJIMStySytITERNVmJ2UE1PR2R4K3NVS01xTzYrWXQ3N2RZNnB2OWN2ZWN5U2s1VEJwV0FRaGdRMmZwR3NzYmc0cXVnVzRHbmM5RzlIWTBRZ2hhbVBLbENtTkhZSVpUMDlQeG93WlEzNStmcVhuTlJvTldxMlc2T2pvS3NkNDl0bG5HVEpraU5reFgxOWZldlhxaFplWEZ6cmQxYklEc2JHeEZlcFRUWjA2MWV6bnlNaElTeDhHWldWbExGdTJEQnNiRzFRcUZSa1pHY1RHeHBxV09IN3p6VGM0T3p2VHIxOC93c1BEbVQ5L1BydDM3K2FKSjU0Z1BEd2NUMDlQb3FPajhmWDE1Y2lSSXh3NWNzU1VaTlBwZEdnMEd1NjQ0dzUrL3ZsblJvOGVqYWRudy8wdFdmZENYNkxuN1dMNzlJRU5NbDcwL0Yyc2U3NXZnNHdsbW9ibS8rNVpDRkdsN3EzaFRKWmxzNjR1RlVKS0hzaHljQ0hFelhJazRSS3pmdGdIUUhTZllNSnFXTGFYVzFqSytZdkdxKzkrbnBWdk9WNFR2VjdQajM4YWQwOTZxRjhucks3TWdxcXZmYWZTV2JJcGxyL1NjMUVwRll3WkZNYmpkNGVoVUZ3ZC81NmU3ZGg3S28yNHhDeVNMdVVCNE9WcXo3akJFYmc1MmFFck04N0VzcUppVE9yQ1VnQmUvSEliNmRtRnVEblpvdFhwVFltcnNqSTltdzRsOHRYRzQrUVhhL0gzY3VMWllkMzRZZHRwVGlSbThkem5XeGg4ZTF1ZUdub2JuaTdWNzl6WVhFU0YrakJ2ODluR0RrTUlVVXZ2dlBPT2FYWlRiYTFmdjU2OWUvZmVvSWpnaFJkZU1Fc3VXYXA5Ky9ZVnhpdWZnUlVjSEV4d2NEQUEwZEhSOU9yVnE5cXgxcTVkVzZjWXJLMnQyYjU5TytucHhrSzNTcVdTYnQyNjhkaGpqd0hHZWxidDJyVkRvVkRnNmVuSjIyKy96Ymx6NTlpMmJSdm56NThuSVNHQnZMdzhpb3VMMFdxMWxKV1ZZVEFZUDBWWVdWbGhiVzJOVXFuRXg4ZUhaNTk5dGs0eFZtVkFpRGYzZEczTnM4c084Y1c0N3ZVYWErS1NnNHpvN2svZlRqZHVOMFJ4ODBuaVNvZ1d6TWtHUXJ3ZzNzSlpWNGZTSkhFbGhMang5SG9EYTNhZFljbW1FMmgxZXJxMTl6WXJUcDZSVTRpOXJSSm5oNnZMTlBPTE5Iejgwd0cwT2ozdFdybldPZm55dzdiVHhDZGZ4czNKbHI5Rk5OeU9RKzE4WFNncTFYRi83dzZNNnQ4WlgzZkhDbTJjSFd6NDVKbUJHQXdHOUhvRFZsYVlsaEhxOVFiMm5qSis2UEJ5Tlg5czU5UFZYTW94YnBHZW5sMUkvOXZhOEh6MDdUallxY2dyTE9YM0k4bXMyMzJXOUd4am04Z09Qa3gvOUU3Y25PeTRNOFNQTFVlVFdMUXhscGpEU2V3NGtjb2pBem96c245bmJGVE5hMGZCNjBVRUdwY0lTcDBySVpxMjU1NTdqdWVlZTY1T2ZjdnJNTldHcTZzck1URXhGbzNmbzBjUFMwT3FWbFUxb0xwMDZWSmpBZmRCZ3dhWmJqczVPVm4wV0w3KyttdkFlSEhHeXNySzdLTE13dzgvYkZvMldLNURodzUwNk5DaDF1UGZTTk9HaGZEK0wvSDBuN21WZFMvMHhjUEpzaG5WbVhtbFJNL2Z4WWp1L3J4OFQ4MHp0MFh6SW9rcklWcTQ3bjV3K2pMb0xaaDJkYWtRMHZMQnIvcU5Pb1FRb2s3MGV1UFN1QlZiNGtsSVV3TndaMGhyM3ZoSEwyeXZLYmErL1BjNE5oOUt3bHBoaGIydEVxVzFBblZCcWVuOCtEcnVoRmRRck9IYkxTY0JtRHFpdTlsOTFwZVB1eVBmdkhKdnJkdFBuTGNaS3lzclZOWUtGQW9yTXRSRnFBdEtVVmpCSFozTkM5VEhYOGpHWUREVzlacjZZQS91Nk55S3JjY3VzRGMralVObkwxRjI1WVhleDgyQkp3YUg4L2Z1NWp2dDNSM1JsajVoL256N3gwbCsybkdHWlRGeGJEeDRuaG1QOTZHamYrV0YyNXNEVStJcVdSSlhRZ2dCVnkrR1hLdWhDcXJmU0s4TkQ2VnZKeStDWC9tTmowWjM1ZWtCN1d2dWhMRVErMzlXeDdMdStiNHkwNnFGa3NTVkVDMmNnd3BDdlNBdTA3SitlMVBnd2RBYkU1TVE0dFoyN0s5TTNsbXh4NVNFZVhwb1Z4N29FMXloWGJDZk8zL0dwcURSbHBtS3NWdFpHWStQSFJSR3I5RHFkOVNyaXBPOURlT0hkQ0V6dDVnKzRmNzFlaXoxWVdWbGhZdURMU2NTcjA2TFZTa1ZkR2p0eXRoQjRiUnZiWjZFdWFkbk94SXY1WEovcjJEYWVEdWoxWld4WWQ4NXpxVWJsMDJHQm5weWY2OE9ET3dXZ0xWMXhROHRZTnlKOE9sN3VqTDQ5cmJNLy9rSXlSbDV0UGFvT0N1c09TbFBWaVZtRlRaeUpFSUlJZXFyZjJkdnNqK1A1dW5GQi9sK1R6THVqamJjSHVST1pGczNJZ09ORjFtT0pPZHdKRW5Ob2NRY2NvdTB0UGR4bEVMc0xaeVZvWHpocWhDaXhTclN3bmV4bHMyNkFoamNBZHJKeFdzaHhIVUdEeDVNekFmVjcraFRrM1c3ejNJNXI1aVJkM1hHeGJIbUhSdjFldjJWV2s2S1NxOGsxMFZabWI3S0JNL05wdGNiS05QclVWb3JMS3EzbFhhNWdCMnhLVVIxQzZoMFdXSk5MbVlYMHFvQkVsZURwNjJ5ZUdsT1E0cDRmVE51RGpac20xNzczYmFFRUVJMGJhZlM4amlSbXNmaFJHT2k2a2h5RGdDUmdjWkVWdmNnZDhMOVhRanhreG9uTFozTXVCTGlGdUNnZ2pCdk9GSHpSbFZtOXFkQWtCdVZsQWNXUW9qNmllN1QwYUwyQ29VQ1c1dUdUVEkxbGFRVmdFSmhoVUpoZWEwcFAwOG5Sa2VGMVBsK0d5SnAxUlFFZVRseTdJSzZzY01RUWdqUmdFTDhqRW1waDN1MmFleFFSQ05yT3UvWWhCQTNWRVFyc0xZd0E1VmJDdkVXTGpFVVFnZ2hicmFJdG00a1poVTFkaGhDQ0NHRXVBRWtjU1hFTGNKQkJXRStsdmM3bEFZNmZjUEhJNFFRUWpTVUlDL2p6TEdqU1RMclNnZ2hoR2hwSkhFbHhDMGtzZzZ6cm9wMWNPelNqWWxIQ0NHRWFBamxpU3Qxa2JhUkl4RkNDQ0ZFUTVQRWxSQzNFRHNsZEtuRHJLdGpGNDBKTENHRUVLSXBpZ3IxQm1EYktRdUxPUW9oaEJDaXlaUEVsUkMzbUc2dFFHbmhNMStuTnk0WkZFSUlJWm9xVjN1VnpMZ1NRZ2doV2lCSlhBbHhpNm5yckt2NFRNalhOSHc4UWdnaFJFT0lDSFNUR2xkQ0NDRkVDeVNKS3lGdVFSRjFtSFZsQVBaZXVDSGhDQ0dFRVBVVzBkYU5ZeGNrY1NXRUVFSzBOSks0RXVJV1pHTU5rYTB0NzNkZURSY0xHajRlSVlRUW9yN2NISXhMQldXNW9CQkNDTkd5U09KS2lGdFVWMTl3VUZuZTc4OGs0K3dySVlRUW9pbUpDakd1ZzVmbGdrSUlJVVRMSW9rcklXNVIxbFp3aDcvbC9kUWxFQ2ViTmdraGhHaGlncndkQUVqTUttemtTSVFRUWdqUmtDUnhKY1F0cktNbnVOdFozdTlBS3BUb0dqNGVJVVR6MEMya2ZXT0hJSnFZcHZCL0lzakxFWkRFbFJCQ0NOSFNTT0pLaUZ1WUZkQTMwUEorV2ozc1RXbndjSVFRelVSK2NTbm4wbVU1bGpCS1NNMmhvTFJwWE0zb0Z1REt0dmpNeGc1RENDR0VFQTFJRWxkQzNPTDhuQ0hBeGZKK1p5NURabEhEeHlPRWFQbzZkQWptWEpva3JvUlJRcHFhNE9DT2pSMEdJRHNMQ2lHRUVDMlJKSzZFRVBTcHc2d3JnTzJKRFJ1SEVLSjVHRGhvQ0llVFpJdFJZWFFvcVlDQmZ4dmMyR0VBeGdMdDZpS3RMQmNVUWdnaFdoQkpYQWtoY0xXRmNHL0wrMlVYZzZ6SUVPTFcwN05uVCt3OEExbTcrNi9HRGtVMHNwOTJuTVdsVlh1NmQrL2UyS0VBRUJIb0Jzak9na0lJSVVSTElva3JJUVFBZDdRQk82WGwvZmFsZ3FhczRlTVJRalJ0VTE1OG1kTlpCdGJ1T3R2WW9ZaEdzbXJIYWM3bEtubnVoYW1OSFlwSlJOc3JpYXRrU1Z3SklZUVFMWVdWd1dBd05IWVFRb2ltNGV4bDJGcUg1WCtoM25CWEhaY2JDaUdhdDNtZi9KZml6RVFpMnJvUTdPZEdzTDk3WTRja2JxQ0UxQndTMHRRY09xL0dwWFV3ejAxNXFiRkRxaUJxMWpZQXRrMlBhdVJJaEJCQ0NORVFKSEVsaERDei9qUmNyRVBwbXVnUThIRnMrSGlFRUUzZmdRTUgyTDcxZHhMT25zWEozb2FDQ3VLbkFBQWdBRWxFUVZSajhlY2FPeVJ4QTBTRWRpQy9XRU53eDQ0TS9OdmZtOHp5d090TldYR1VlWnZQWWxnK3NyRkRFVUlJSVVRRGtNU1ZFTUtNdWdSV3hZR2xMd3d1dGpBcUhCUldOeVFzSVlRUW9sYldIVXBseFB6ZGJKMFdSVlJvSFFvNENpR0VFS0pKa1JwWFFnZ3piblp3bTYvbC9mSktqZld1aEJCQ2lNWVUzZDBmZ0hXSDVZK1NFRUlJMFJKSTRrb0lVVUVQUDNCUVdkNHY5aEpreUE3a1FnZ2hHdG1BenQ1c1B5WGIzZ29oaEJBdGdTU3VoQkFWS0JYUUo2QnVmYmVjQjUyK1llTVJRZ2doTEJIZDNaK2p5V29TcytScWloQkNDTkhjU2VKS0NGR3A5dTdnNTJ4NXY3eFMyQytyTTRRUVFqU2lxQkJqYmF0MWg5SWFPUkloaEJCQzFKY2tyb1FRVmVyZkZxenJVR3o5UkViZGRpWVVRZ2doR2tKRVd6ZTZCYml5ZkdkaVk0Y2loQkJDaUhwU05uWUFRb2lteThVV2V2ckQzaFRMKzI0NWI5eGxVQ25wY1NHRUVJMWd5cEJPUFBuVkFZNG1xWWxvNjliWTRRZ2hSSk4wSWlXWHVOUThqaVRsY0RSWnpkRmtOUUFSZ1c1RUJMcHhlMXQzd3Z4ZDZOTEd0WkVqRmJjeUs0UEJZT211OTBLSVc4emFlTWdzc3J4ZnVEZjBEV3o0ZUlRUVFvaWFxSXUwQkwyNGdlanVmaXliY0Vkamh5T0VFRTNPdUVYN1Njc3B3ZDFSUldSYmQxT3lDakFsc1E0bjVaQmJwTVhmM1o0bFQvZHM1SWpGclVvU1YwS0lHdVdWd285eG9LL0RxOFg5bmFHVlU4UEhKSVFRUXRSazNLTDlMTitaeFBuWjl4TGs1ZGpZNFFnaFJKT3c1V1FHMGZOMk1mL3hTTWJkRlZTclBrditQTTlMM3g5ajNRdDlHWENsanFBUU40c2tyb1FRdFhMc0V1eXJ3NUpCSnhzWUdRNHFXVElvaEJEaUppdWZkUlhaMW8ydHIwVTFkamhWdXJqcVJ3cmk0Z2grNiszR0RrVUkwY0s5dC80a1cwNW1zTzZGdnJqWXF5enFtMU9vSVhyZUx1N3AycHBwdzBKdVVJUkNWQ1FmSllVUXRkTFZGN3dkTE85WG9LbGJqU3doaEJDaXZ0d2NWQ3liMEpOdHB6S1p1K2xzWTRkVHBaS1VDK1Nmakx1cDkzbjU4bVV1WDc1YzVmbmMzRnhTVTFOcEt0ZTRDd3NMVWF2VkRUNXVlbm82Wjg4MjNmOGJMYzJxVmF0WXRXcFZZNGRScGViMnZMRFVlK3RQa3E0dVljdTBLSXVUVmdEdWpqWnNuejZRcEt4QzN2OGwvZ1pFS0VUbHBEaTdFS0pXcklDL3RhL2Jrc0g0VEdqdkR2N09OeVEwSVlRUW9rclIzZjBaME5tYnQ5ZkZNZTZ1SU53Y0xQK3cxbERVZTNiajFydFBoZU4yYlFKdzcxMTVuNEs0T0p6Q3d4czBqdHpjWE1hT0hjdDk5OTNIcEVtVEttM3o2cXV2b2xRcStkLy8vbGZsT0ttcHFYejk5ZGU4OE1JTE9EZ1lyMjVwTkJyT25UdFhxemlzcmEzcDFLbFRqZTNVYWpWUFB2a2tvYUdoekpvMXE4YjJCb09CMmJObjQrVGt4TVNKRTFFb3FyNVcvOTEzMzdGMzc5NG1uVXhwU2M2ZlAyKzZYVlpXUm1abXB0bDVSMGZqa3Q3Q3dzSksrM3Q2ZXFKU1ZmOGNqbzJOWmNhTUdYVHMySkVQUC95dzFyRTF0K2VGcGJhY3pEQitUYXYvN05NdnhuV24vOHl0OU8za1JmL09zbXhRM0hpU3VCSkMxSnFMTGZUd2cvMnBsdmZkOHBkeHlhQ2R2T29JSVlTNHlaWk43RW5FNnpFOHVXZy9hMS9vMjJoeHhFNTRDdThoUXdtWlBjZnNlS3VSb3lwdG43SjRFUW52dkUyUDN6WTFhUEpxN2RxMWFEUWFRa0pDaUk4M256WGg0ZUZCUmtZRzU4NmRZL1RvMFJYT0E3UnAwd1puWjJjU0VoTFlzbVVMR1JrWnZQLysrOWpaMlhIeDRrV2VmLzc1V3NYaDdPek1talZyYW16bjV1Wkc3OTY5aVltSllmZnUzZlRwVXpINWR6MHZMeTlXckZqQlgzLzl4UnR2dklHenMxdzlhMm95TXpNWk0yYU0yYkg3Nzc4ZmUzdDdWcTVjV1dtZkJRc1cwS0ZEaHlySFBIMzZOUC81ejM5d2QzZm44T0hEZlBiWloweWFOQWtySzZzYTQybHV6d3RMUmMvYlJjcmNZUTAyM3JvWCtoTDh5bTlrZng3ZFlHTUtVUldwY1NXRXNJZ0JXSE1TTGhkYjN0ZlBHWVkxL0FVa0lZUVFva1p6TjUxbDZuZEhHZGN2aUtVVEdtZG5ySUs0T0dJbmpDZHk1VS9ZQlFSUWN1RUNXVEdiS0lnekxoTjBDZy9IYS9BUTdBSUMwT1htc3JOck9DRWZmMUpsWXFzdU1qSXllUExKSjlGb05KV2VIekZpQkFrSkNjVEd4bFk1eGh0dnZFSC8vdjBCV0xkdUhaOTk5aG1Sa1pITW5Ea1RnT1RrNUJyaitQSEhIemx3NEVDdFA2Qm5aR1F3ZWZKa3hvNGR5L0RodzJ2Vlo5T21UWHp5eVNjRUJBU3dZTUVDbE1xS1Y4OW16NTR0TTY1dW9vOCsrZ2lBVjE1NWhZc1hMekptekJpV0xsMktwNmNuczJmUHh0WFZsYWVmZnByaVl1TWJ6YjE3OTdKdzRVS1dMRmtDZ0t1cks5YlcxcFdPdlgzN2RqNysrR09DZzRPWk5Xc1dmLzc1SjU5ODhnbDkrL2JscFpkZU1zM21xa3h6ZlY3VTFyaEYrNGtLOGFsVklYWmRtWUgrczdieTl5Nit2RFdpK29UNVY5di9ZbTlDTmw4OTFhT2hRaFdpVWpMM1FRaGhFU3ZnN3Zid1U1d3hpV1dKdEh3NGxBN2RXOStJeUlRUVFvaXFUUm5TRVRjSEZVOStkWUNqeVdxMnZoWjEwNWNOT29XSDAzdjNQblM1dVNTOC9SWXBTNzdDTVRRTTU3QXdBTkovL0pHRXQ5K2l6ZmluQ1o3eEZsRkpEVnNrVXEvWDgrR0hIK0xnNE1EaXhZdTVkT2tTdTNmdjVoLy8rSWVwemRhdFcxbTdkaTJ2dlBJS3Q5MTJHM1BtekdIVXFGRUVCd2ViMnBRdmZ3S0lqbzdtd29VTGJOdTJqWlNVRk5xMWExZnRqSmh5cnE2dVpqK1BHVE9teGhwV1pXVmxMRnk0a0lVTEYxYlpadno0OFl3WU1RS0FJVU9HNE9ycWlsNnZSNmxVOHRGSEg3Rmp4dzZ6OWhxTkJyMWVYMmt5YlA3OCtiUnIxNjdHeHlKcWxwU1VoRTZuSXo4L0g0Qno1ODVSVmxZR2dLMnRMZmIyOXFhRWxFNm40NGtubm1ENTh1WFkyOXVqVUNqdzhQQ29jbXlOUnNPeVpjdFl0V29WL2Z2M1orTEVpVmhaV1puKy9ULzQ0QU9lZWVZWnBrMmJScGN1WFNyMGI4clBpNFp3SWtWTmFrNXhyWkpXSmRveXhuNjVuejBKbC9sN0Y5OGEyejg5b0QzZjc3M0FxYlE4UXZ4Y0dpSmNJU29saVNzaGhNWGM3WXhMQmcra1dkNzNVQnEwZGpMT3ZoSkNDQ0Z1cHZJUGJrOStkWUNCNzI5cmxPUVZHSmNNRnB5TUkrS0hIeXZVdkZMdjJYMzEvTXFHblFYMHhSZGZjUHo0Y1Y1Ly9YVmF0V3JGeVpNbldiTm1EZjcrL3R4Ly8vMmtwS1N3Wk1rU3dzUERHVHg0TURxZERyMWV6Nnhacy9qMDAwL3g4L09yZE54Smt5WXhldlJvZkh4ODZoemIvZmZmYjVwbFV5NG1Kb2FDZ2dKVElxbzJ5bXNEYVRRYWJHeHM2TldybCtuYzNYZmZYYUYyMEpZdFcwaE1UR1Q4K1BFVnhxb3VXU0lzTTMzNmRMS3lzdERyOVFEczM3K2ZoeDU2Q0lDRWhBU3lzckxJeTh2RHljbUozTnhjU2twS2NIRnhRYWZUVlRwVHJ0eWhRNGVZUDM4K0dSa1pUSnc0a1ljZWVvaC8vdk9mdEduVGhqZmVlSU5ldlhyeHhSZGY4TzY3N3pKMTZsVDY5Ky9QK1BIajhmZjNONDNSbEo4WERTRXVOUjhQUjVzYTIrMDZtOFhrNVlkSnpDcENVZlBLU2hOM0J4VW5VaVZ4Slc0c1NWd0pJZW9rb2pYOGxWTzNKWU14NTJCVUY3Q1hWeUFoaEJBMzJiaTdnZ2p5Y2lSNjNpNGkzOWpNdUx2YThjTGZPOTYwQkZiaW5Oa1VuSXdqY3VWUGxkYXRjdXZkaDhpVlAzRms5TU9rTEY1RW02Y21OTWo5WHI1OG1ULysrSVBvNkdnR0RCZ0FHQk01OGZIeGJOMjZsV0hEaG1GbFpVV3JWcTE0K2VXWEFWQXFsY3lZTVlNNWMrWlV1VHdMak1XazYvdmhmT1RJa1JXT0hUNThHQnNiRzhhT0hXdlJXR3ZXckdIOSt2Vzg4Y1liWnJOY2V2VG9RWThlNWt1YXpwMDdSM3A2T3RIUlVxZm5SbHF4WWdWNnZaNkhIbnFJM3IxN201WUtybHExaXBreloySmxaWVZHbzhIUHp3KzFXbzJqb3lOS3BaS1NraEpzYlcwcmpIZml4QWxXckZqQndZTUhDUWtKNGUyMzN5WW95SmlZSGpkdUhETm16T0RiYjc5bHpKZ3h0RzdkbWs4Ly9aVFZxMWZ6elRmZnNIUG5UbnIxNnNXUUlVUG8yTEZqazM1ZU5JUWpTVGxFdG5XdnNWMzAzRjEwRDNKbjlmTjlDSDl0VTYzSHZ6M0luY09KT1R6Y3MwMTl3aFNpV3ZLeFVRaFJKMWJBb0E2dytpVG85SmIxTFMyRHpRa3d2RE1XWGRFUlFnZ2hHa0pVcURmYlhvdGl5b3FqdkxVMmpybWJ6akN1WHhBdkRPbElrRmZWZFhEcVFwZWJTMEg4U1p4Q3cxQzZ1cEsrNmtjQ25ucTYybUxyVHVIaEJEejFOQ2xMRmpkWTRzclQwNU41OCtiaDVPUkVlbm82SlNVbEZCY1gwN05uVDI2NzdUYTJidDFLU1VrSkF3Y09aT1BHamVUbDVabDlUWjQ4bVljZWVvaEhIMzBVZ0pVclYzTHExQ25UK0dQSGptM3daWFVsSlNYWTI5dGIzQzgwTkpUdnZ2dU81NTkvbm4vLys5OUVSZFYvRnpWUmZ5ZFBucVNnb0tEQzhhVkxsK0x0N2MzNzc3OFBHSGYzYzNOekE0eTdDMTVmbStyNzc3OW55WklsdUxtNThmenp6M1BmZmZlWjdSelpwMDhmb3FPajJidDNMNDg4OGdncWxRcHJhMnRHalJwRlZGUVUzM3p6RFRFeE1TUW5KN053NGNKbTk3eXcxTkZrTlZQK1huT1IyVCttUmRFMXdQS2xpcEZ0M1ppL09hRXVvUWxSYTVLNEVrTFVtYXN0OUEyRTdZbVc5NzFVQ0FkUzRVNjVPQ09FRUtJUlJMUjFZOXYwS0JLekNvM0pxODFubWJ2NUxGRWgzZ1I1T1JMazdVaEVvQnR1RGlxNlhmbGVGMGRHajZRdy9pUzIvdjcwM0xpWjB0UlUzSHIxcnJHZlc2L2VKTTZkZ3k0MzF6U0dZMmdZUGY5dmM1M2lBQWdJQ0dEbXpKbHMyN2F0d2ptRlFvRmVyNmRObXpZNE9qcWF2c3AzU25OMGRDUWtKTVRVdnFTa2hNTENRZ29MQ3psejVnekRodzgzZlVEZnNHRURDeFlzcURZV3JWWnJWaE9vTWdVRkJWaFpXZkhERHo5VTI4N0d4b1lISDN6UTlITm9hQ2p6NTgvbjFWZGZaZWJNbVhoNGVOQzFhOWRxeHhBMzN2Nzkrd0U0ZGVvVXExYXQ0cTY3N3FxMFhXNXVycW5XVTNaMnRpbUpWVzdvMEtIb2REb2VmdmhoaW9xS1dMZHVYWVV4UEQwOTZkKy9QNy84OG92Wjhlam9hRjU2NlNVZWYveHhpb3FLVUtsVXplNTVZYW1qeVdvaUF0MXFiRmVYcEJWQVpLQTdSNUp6NnRSWGlOcVN4SlVRb2w0NmUwSktMcHlydzkrclk1ZkF6d1VDWkVtOEVFS0lSaExrNWNpeUNYY3c5N0ZJNW00Nnc3YjRUTGJHWjVDMHM4aXMzWngvUkRCbFNFZUx4NzgyMFZTK2U2QWxkSGw1M0xab01TVXBGN0JyRTJCeC8rdE5tRENCMGFOSFkyOXZqNTJkSFhaMmR0amIyN04rL1hxKytPSUxsaTVkV3F0eG5uamlDUURpNCtONS92bm56YzVwdFZwS1Nrb1lOMjRjTmphVjE5Ylp2WHMzU1VsSjFkNUhmbjQrSlNVbHJGaXhvc28ycGFXbGVIaDRtQ1d1QVB6OC9KZzNieDRiTm15Z2E5ZXVKQ1Fra0paV3NUam5wVXVYMEdxMS9Qbm5uNVdPMzd0M2IxU3F1aVV0VisxUFlkUm5lK3JVdDZrTDkzZmh4S3doRnZYWnQyOGY3ZHExdzliV2xxKy8vaG9ySytPMCs4cHFYSjAvZjU1bm5ubUdqSXdNREFZRHp6enpEQUQvK3RlL3VPMjIyeGd6Wmd4ZzNLbnZ4eDkvclBHKzgvTHkwR3ExREI4K0hJVkNnYSt2ZWVIeDV2UzhFT0pXSklrcklVUzlEUWd5enFBcXFId0g0V3I5OFJjOEZBYk9OZGVNRkVJSUlXNFlOd2VWY2V2M2ErcUFKMllWa3BoWlJHSldJZEhkL2F2dVhFdmx5d05MVW1yZUxiQzhqVjFBZ05uMytpcGZkbFZjWEV4R1JnYkZ4Y1VVRlJWeDVzd1pEQVlEYTlldXBhaW9pTUxDUXRPNTh0dVBQdnBvaFJwUjFYbmdnUWR3Y25LcTlGeFlXQmlwcWFsVjlpMHNMS1NvcUlnUkkwWXdhZEtrS3R0Tm1qUUpqYWJ5TnlBZUhoNm1CTWV2di83S2hnMGJxaHpuM1hmZnJmVDRUei85Vk9lZDN2cDA5T1NkQjhNcDAxdTZEM1BUMTZtVlpidnNuRHAxaXV6c2JIcjI3QW5BaUJFaktDa3BBYWhRNDZwYnQyNm1KYUlMRnk2a1g3OStoRjNaZWRQYjI5dHMzTTZkTzljNEl5OGpJNE9ubm5xS3dZTUhWNW1FYkM3UGk3cUlDSFRqYUxLYW9XNnRHblRjY2tlU2M0Z01yTG1HbGhEMUlZa3JJVVM5S1JVd0pCald4b09sNzgwMFpiQXBBUjRNbFhwWFFnZ2htcFlnTDhjck5hKzhhMnhiVzYwZWVwaUxQNjJpMWNoUjFiWkxYL1VqclI1NnVNSHV0OXdycjd6Q21UTm5LaHhYS0JRWURBWisvdmxuSEJ3Y1RGLzI5dmI0K1BoZ2IyK1BpMHZEVFpFT0R3OG52Sm82WDJmUG5nV015eHVyVTFoWWlMdDc1UithaTRxSzJMTm5ELzM3OTJmeTVNbW1XVHNBT3AyT1NaTW1VVkJRd0lJRkM2cDhiSFdwc1ZYTzM5MmVOeDRJcTNQL2xtVDkrdlgwN2R2WGxHUzgrKzY3dVhqeEluQzF4dFdXTFZ1d3RiVWxMQ3lNc0xBd3pwdzVnMWFyNWVHSEg2NndHMlIxZHUvZVRmZnUzVTFGM2VmUG40K2pveU1USjA2c3NrOXplVjdVaFNseDFmVUdKYTZTMUVTMnJYa3BvaEQxSVlrcklVU0Q4TFNIM20xZzF3WEwrMllYdzU0THhucFpRZ2doUkVzV05QVWxEdHp6ZDA2OU5KV1EyWE1xYlhQcXhTa1VuSXdqdElyejlmSGlpeStpMFdpd3Q3YzMreUJldmlScTJiSmxEWDZmZFZGZUQ2bExseTdWdGlzb0tDQXdzUEkzRVB2MzcrZUREejVBcjlkWG1HM3p6VGZmY1BIaVJWNSsrZVVLeThaRXd5b29LR0RidG0xODlORkgvUGJiYjVXMlNVNU9KdVAvMmJ2djZLaXF2WTNqMzB4NmI5UUVRa2tJb1JjQkVSQVU1YXFJQ2hiRWdtSUJyaFVSTENCV0ZFUkZFQlVSN0Y0TG9xSWc2QXNLSWlDOVNPOGw5SkNRM21ZeU0rOGZ4d3daVWtrbUpNRHpXZXVzekp5eXo4NlFDY3pEM3IrZGtNQ0FBUU1jKzVZdFd3WVlvOTVHang1ZDRqMnlzckl3bVV5a3BLUXdmdng0WW1KaUdEdDJMT3ZXcldQVnFsVzgrT0tMK1B2N2s1Q1FRRkJRRUQ0K1BrN1hueS92aS9KbzN5Q1U3OWVXUHNxenZOWWRTT2JPenZwSHZGUXVCVmNpNGpJdGFrRjhHaHhLUGZ0cnQ1NkVPb0VRclpIR0lpSnlBZk9wWDU5Mk03OW53KzIza3JKeUJRMkhqOENubnJGU1NjN2h3eHlZTkJGTGFpcnRabjd2c3VtQkJVVkhSenNlMisxMnNyS3lTRXBLSWlVbEJidmR6dHExYXgzRnBmT242eFg4bXBtWnlWMTMzVVdiTm0wcTNKZC8vdm1IMWF0WGMrdXR0enFObXNySnlXSGh3b1ZFUmthV3VDS2IzVzRuSXlPajJCRXZ5NVl0dzkzZG5jc3VjeTZHZitUSUViNzU1aHZhdFd2SE5kY1lkWnJpNCtNWk4yNGNUejc1NUZtTjdwSFMrZnI2MHJ4NWMxcTJiRmxzY0pXV2xzYkhIMzlNOCtiTmFkMjZOUmtaR2Z6eXl5K1lUQ1p5YzNNTG5aK2RuYzJUVHo3SkF3ODhRSWNPSFhqa2tVZUlqWTFsMUtoUmpCczNqdEdqUnpOeTVFZ21USmpBdEduVGlJNk94bUt4TUd6WU1PTGk0bmpoaFJjY05iYmcvSGhmbEZmenlDRFMvckpVdUozaXBHUmFhRkZQQld1bGNpbTRFaEdYdXFvUnpOb0ttZVg0KzNISkFhanBCMEhlcnUrWGlJaElkUkhRb2dVZGYxM0FnVWtUMmYvMlcrVCtXOVBHT3pLUzBNNlhFZlBpeTNpVXM2NVNTVWFPSEVseWNqSlpXVm1PN1V5alJvM0N6YzNOTWVMRTM5L2Y4ZFhiMjV1NmRlczZwbUFWeFdhemxiay8rL2Z2NTd2dnZ1UEtLNjkwK29BK2E5WXNVbEpTdVBQT08wdThQaU1qQTV2TlZtUU5Lb3ZGd3VyVnEybmZ2bjJoZWtKVHBrekIwOU9USjU5ODByRXZQRHljMU5SVXhvMGJ4N1JwMHdxTnlKSHljM2QzWjh5WU1TV2VrNWlZaUtlbkp6Tm16T0RkZDkvbDY2Ky94bVF5Y2NVVlZ6aHFZZTNZc1FPQXVMZzRWcXhZd1o0OWU0b3NjdDZxVlN2R2poM0w2TkdqbVRwMUtxTkdqV0xWcWxYazVlVXhlUEJneG84ZnorZWZmODZnUVlPQTgrZDlVVjR0NndVVEVlckxKMy90NS83dXhRZkI1VEY5OFQ2aWEvc1RWMWZCbFZRdUJWY2k0bEplN3RBckduN2VBV2RiaWpUUEJ2TjNRNzltNE8xZUtkMFRFUkdwRm56cTF5ZnU3Y25uOUo1dDJyVEJZckU0ZmVqTzMxYXVYTW1zV2JPWVBYczJ2cjYrVHFOUjhvMGFOWXFvcUNqaTR1S0tiSC9UcGszTW5UdTN6RFY2amh3NWdwdWJHL1grSFhFR3htcHNYMzMxRlhYcTFLRlBuejRsWHArUWtBQkFTRWpoK2pwcjFxd2hPenViN3QyN08rMy80WWNmV0w5K1BXUEdqS0ZPbmRNMWYvejkvUmsrZkRqUFBmY2NVNmRPZFFxMXBPS0srak5LUzBzRGpNTDQyN2R2cDBlUEhpeGZ2cHdmZnZpQkgzNzRnZEdqUjdOcDB5WkhjTFYxNjFZV0xsekl0R25UV0xKa0NlSGg0Y1ZPSlczYnRpM2p4bzJqU1JOakpkQVZLMWF3ZlBseVpzMmF4YzZkTy9ucXE2OW8xS2dSUFhyME9DL2VGeFgxeVlNZENYM29KL3BkRWttb2Yra3JJdVY4ZkV1cDU1eE15K1c1SHpaejhyMmJYTkZGa1JJcHVCSVJsNnZsRHgwallYVTVGa1ZKeTRWZmQ4T05UVldzWFVSRUxtdzdubnlDbkROV0VQT3BWNi9ZMmxjVmxiL0NYbEVPSFRxRXpXYkQzZDI5eUEvbmRydWR2WHYzRnZvd25SOHFmUC85OTZ4ZHU1YTJiZHZpNFdGOHhFaE5UUzEyOVRTNzNjN216WnVwWDcrK1kzVFR3WU1IZWY3NTU3SGI3VHp6ekRQRnJnQ1hiK1hLbFFBMGFOQ2cwTEZGaXhaaE1wbm8wcVVMWUl4NG1UMTdOaDkrK0NHOWUvZW1XN2R1cEthbWtwNmU3clJGUkVUdzY2Ky8wcTFiTnpwMTZsVGkvYVZpbGk1ZENzREpreWNaUDM0OEhUcDBZTzNhdGJ6NjZxdjA3OStmSGoxNnNHblRKc2Y1S1NrcGhJU0VrSkNRd01xVksrbmZ2ejhta3drQVQwL1BRbE1LMjdadDYzaThjK2RPbWpWckJzRGd3WVBadW5Vcmt5Wk5va09IRHRYK2ZlRXFQdzNyU3Q5M2xyTms5SlV1YWEvdmxPWDg5SGhYbDdRbFVob0ZWeUpTS2RyV2dXUHBjQ2p0N0s5TnlJUS9EMEJQMTQ1bUZoRVJxVllDV3JRb1ZNZkt3NFVybEoyTi9Cby9iNy85TmwyNmRISDZrRzYzMjFtelpnM0p5Y21GYXZoczJMQUJnSFhyMW5IMzNYZHoxMTEzc1hYclZzQVlTZE81YzJkSHVKQXZMeStQTFZ1MnNIZnZYa2Rvc0hidFdsNTc3VFV5TWpJWU9YS2swMGlhL0NBck9EaVkwTkJRZkgxOU9YbnlKSC84OFFkaFlXRzBhdFhLcWYzczdHeFdyRmhCcTFhdEhQV3ZVbEpTbURGakJuYTduVC8rK0tQSVdrc21rNG1nb0NDOHZiMTUrKzIzK2ZqamovSDM5eS9YNnltbHUvYmFhemw0OENCUFBmVVVnWUdCYk5pd2dYSGp4dEc3ZDI4ZWVPQUJBUHo4L05pNWN5ZC8vdmtuUzVZczRmTExMMmZ1M0xuWTdYWjY5Kzd0YUt0aHc0WXNXN2FNNzcvL252RHdjS2Y3Yk4rK25UMTc5dEN2WHo4QVBEdzhHRE5tREttcHFhWCsrVmIxKzhLVmVzVFY1THJXZFhub3MzVjhNT2lTQ3JVMTVKTzE5THNra3E2eE5WelVPNUdTS2JnU2tVcHpkVFQ4dUExU0M5ZlVMTldlVXhEb1pZemNFaEVSdVJEVmUyQXdLU3YraGdJZmhrTTZYMWJDRlpVbk5qYVdCeDk4a05telo3Tm8wYUpDeHdNQ0F1alhyeDlkdXpxUHNMRFpiTlNxVll2bm5udU81czJiQTlDNmRXdHV2LzEyZnYvOWQzNzQ0WWRDYmJtNXVSRVNFc0x0dDkvT1hYZmRSVkpTRWkrLy9ESldxNVhSbzBkejVaVlhGam8vT3p1YmYvNzV4MUVyeU0zTmpjYU5HL1BFRTAvZzUrZm5kUDY2ZGVzd204Mk8wVllBWVdGaERCdzRrQk1uVGhBV0ZrWklTQWlob2FHRWhvWVNFaEpDU0VnSWdZR0J1TG01OGR0dnZ6Rng0a1JtelpybHFJTWtyaGNaR2NrcnI3d0NHRFd1Sms2Y3lOQ2hReDBGOHdGNjl1ekp3b1VMZWUyMTE2aFpzeVo5K3ZRaElDQ0FtSmdZNnRhdDZ6anYvdnZ2SnlrcGlVOCsrUVNMeGJuUWFtQmdJRGZmZkROWFgzMjFZMStkT25XY3Bvb1dweXJmRjVYaDJUNXhqSis3bmU2dkxlYW5ZVjBKQ3loOTJtQkJKOU55NlR0bE9mMHVpV1RrZFUwcnBZOGlSWEd6Misxblc0WkdSS1RNMG5MaHgrMWd0cGJ2K2g0Tm9XbDQ2ZWVKaUlpY2IvSlNVMW5SdFRQVzlIUUEzQU1EdVd6NXlrb3B6RjVaTEJZTE9UazVCQVlHVnFpZGRldldFUllXVnVJcWdtQk13YkpZTFBqNCtKUTRsWEQvL3YyRWhZVVZXYmk5TkhhN25ULy8vSk1lUFhvVUdoVWpsY2R1dHhjNUhlOTg1S3IzUldYNWErZEorcjZ6bkRkdWI4MkRQUnFYNlpycGkvZngzQStiK2VueHJocHBKZWVjZ2lzUnFYUkgwbUhlcnZKZDZ3WmMxd1MweXE2SWlJaUlpT3M4K1BGYTlwL01JTlRmaS9ZTlEyblhJSVIyVWNaS2hodmlrOWx3TUlWMUI1Skp6YkxRdUpZLzArL3JVTVU5bG91Vmdpc1JPU2MySjhDS1ErVzcxc01FTnplREVLMU1MU0lpSWlMaU1qdU9wckhsU0JyckR4aEIxWWI0WkFEYVJSbEIxaVVOUTJrUkdVUmNoUDRYV2FxT2dpc1JPV2YrMkFkN2s4dDNyYjhuOUdzR2ZpVXZNQ1FpSWlJaUlpSVhFRTNhRnBGejVvcEdFTzVidm1zekxUQi9OK1RaWE5zbkVSRVJFUkVScWI0VVhJbklPZVB1WnRTcjhpbm5lcWFuc3VILzlvS0dpWXFJaUlpSWlGd2NGRnlKeURubDV3blh4b0Nwbkl2R0hFbUR2dzY0dGs4aUlpSWlJaUpTUFNtNEVwRnpycFkvZEc5US91dDNKc0hLdzY3cmo0aUlpSWlJaUZSUENxNUVwRXJFaGtQYk91Vy9mdE1KV0h2VWRmMFJFUkVSRVJHUjZrZkJsWWhVbVU2UkVCMWEvdXZYSDRNTngxelhIeEVSRVJFUkVhbGVGRnlKU0pXNnNoRkVCcGIvK2pWSDRaOFRydXVQaUlpSWlJaUlWQjhLcmtTa1NwbmM0Sm9ZQ1BNdGZ4dXJEaXU4RWhFUkVSRVJ1UkFwdUJLUkt1ZGhndXRqSWNDci9HMnNPZ3hiRTF6WEp4RVJFUkVSRWFsNkNxNUVwRnJ3OVlBK3NlRGxYdjQybGgrQzdZbXU2NU9JaUlpSWlJaFVMUVZYSWxKdEJIbEQ3eWJnN2xiK05wWWVWSGdsSWlJaUlpSnlvVkJ3SlNMVlNpMS82QlZkc1RhV0hvVGRTYTdwajRpSWlJaUlpRlFkQlZjaVV1MUVCY1BsRFNyV3h1SURDcTlFUkVSRVJFVE9kd3F1UktSYWFsWURMcXRmc1RZV0g5QzBRUkVSRVJFUmtmT1ptOTF1dDFkMUowUkVpck01QVZZY3FsZ2JsMFRBSlhWZDB4OFJFUkVSRVJFNWR4UmNpVWkxNTRyd0txNEdkSy9nOUVNUkVSRVJFUkU1dHhSY2ljaDV3UlhoVmNNUXVMb3htQ3F3YXFHSWlJaUlpSWljT3dxdVJPUzg0WXJ3S2lJUXJvMEJEMVg0RXhFUkVSRVJxZllVWEluSWVXWGJTVmdXWDdFMmF2ckI5YkhnNWU2YVBvbUlpSWlJaUVqbFVIQWxJdWNkVjRSWElUN1FKeGI4UEYzVEp4RVJFUkVSRVhFOUJWY2ljbDV5UlhqbDd3azNOSVVnYjlmMFNVUkVSRVJFUkZ4THdaV0luTGRjRVY1NXV4dlRCbXY0dWFaUElpSWlJaUlpNGpvS3JrVGt2T2FLOE1yRFpCUnNqd2gwVFo5RVJFUkVSRVRFTlJSY2ljaDV6eFhobGNrTnVrWkJzeHF1NlpPSWlJaUlpSWhVbklJckVia2d1Q0s4QW1nU0JqMGFHa0dXaUlpSWlJaUlWQzBGVnlKeXdYQlZlRlhEejVnNnFCVUhSVVJFUkVSRXFwYUNLeEc1b093OUJZc1BnSzJDdjlsOFBJendxcGEvYS9vbElpSWlJaUlpWjAvQmxZaGNjQkl5WWY1dU1Gc3IxbzdxWG9tSWlJaUlpRlF0QlZjaWNrRkt5NFZmZDBOcWJzWGJVdDByRVJFUkVSR1JxcUhnU2tRdVdHWXIvTFlIam1kVXZDM1Z2UklSRVJFUkVUbjNGRnlKeUFYTlpvY2xCMkYzVXNYYlV0MHJFUkVSRVJHUmMwdkJsWWhjRkRZZWg5VkhLdDZPNmw2SmlJaUlpSWljT3dxdVJPU2lzVDhGRnUwRHF3dCs2Nm51bFlpSWlJaUlTT1ZUY0NVaUY1WEVMS05vZTNaZXhkc0s4NFZlMFJEc1hmRzJSRVJFUkVSRXBEQUZWeUp5MGNtMHdMeGRrSkpUOGJiYzNlRFNldEN5VnNYYkVoRVJFUkVSRVdjS3JrVGtvbVN4d2NLOWNEak5OZTFGQkVMUFJscDFVRVJFUkVSRXhKVVVYSW5JUmNzT0xEMElPeEpkMDU2WHUxSDNxbEdJYTlvVEVSRVJFUkc1MkNtNEVwR0wzdVlFV0hISWRlMDFDWWV1OVkwZ1MwUkVSRVJFUk1wUHdaV0lDTWFVd1FWN0ljL21tdmI4UEkzQzdiWDlYZE9laUlpSWlDZDc0Um9BQUNBQVNVUkJWSWpJeFVqQmxZakl2MUp5akxwWHlTNG8ycDZ2VFIzb0dBRW1OOWUxS1NJaUlpSWljckZRY0NVaVVvRFZEcXNPdzVZRTE3VVo1Z3RYTjRZUUg5ZTFLU0lpSWlJaWNqRlFjQ1VpVW9URGFiQm9QK1RrdWFZOWR6Zm9WQTlhMVhKTmV5SWlJaUlpSWhjREJWY2lJc1hJem9NLzlzSFJkTmUxV2RQUFdIa3d6TmQxYllxSWlJaUlpRnlvRkZ5SmlKVGluK093NWlqWVhQVGIwZzFvWGhNNlJtcmxRUkVSRVJFUmtaSW91QklSS1lQRUxHUFZ3UXl6NjlyMDhZQkw2MEhUY05lMUtTSWlJaUlpY2lGUmNDVWlVa1lXR3l3N0NMdFB1YlpkVFI4VUVSRVJFUkVwbW9JckVaR3p0RGNabGh5QVBKdHIyMjJoNllNaUlpSWlJaUpPRkZ5SmlKUkR1aGtXN2pXbUVMcVNwZytLaUlpSWlJaWNwdUJLUktTY2JIYWphUHMveDEzZnRxWVBpb2lJaUlpSUtMZ1NFYW13bytud3h6N0l6bk45MjgxclFpZE5IeFFSRVJFUmtZdVVnaXNSRVJmSXRjTHF3N0E5MGZWdCszaEEyenJRdXJicjJ4WVJFUkVSRWFuT0ZGeUppTGhRUWliOGVRQlNjbHpmdHI4bnRJOHc2bCtaM0Z6ZnZvaUlpSWlJU0hXajRFcEV4TVhzd0pZVFJ2MHJWNjg4Q0JEa0RSMGlJRG9NbEYrSmlJaUlpTWlGVE1HVmlFZ2x5YkxBOG5qWW4xSTU3WWY2UU1kSWFCaFNPZTJMaUlpSWlJaFVOUVZYSWlLVjdIQWFMRGtBbVpiS2FiK21ueEZnMVF1cW5QWkZSRVJFUkVTcWlvSXJFWkZ6d0dxSDlVZmhueE5ncTZUZnVuVUNvSE05cU9WZk9lMkxpSWlJaUlpY2F3cXVSRVRPb1pRY1kvVFZpY3pLdTBmOUlMaTBIb1Q1VnQ0OVJFU2s0ckt0YVJ6TjJ1VzBMOEl2Rmw5M0RhRVZFUkhKcCtCS1JLUUs3RTZDRlljaEo2L3k3dEVvRkRwR1FJaFA1ZDFEUkVUTzN1ckVuMW1UOURONzA5Y1dlYnhseUpXMEN1MUp4L0Niem5IUFJFUkVxaDhGVnlJaVZjUnNoVldIWVh0aTVkNm5ZUWkwcm0xTUpSUVJrYXF6T1dVUlA4Vy9RYkw1YUpuT0QvV0s0STVHWTRrSjdGakpQUk1SRWFtK1RGWGRBUkdSaTVXWE8xemVBUHJHVmU2b3FBTXBNR2NuL0xnZGRwK3F2QnBiSWlKU3ZOK09UdVhUUFUrVU9iUUNTRFlmWmVyT0IxaWQrTFBMKzJPMzJ6R2J6WlQyZjloNWVYbFlMQlZmWGNSbXM1R1JrWUhOWml2eHZGbXpaakZyMXF3SzMwL09UemFiamZqNGVESXpLN0dtd2xrNmNPQUFpeGN2NXVqUnNyOTNpMk94V0ZpMWFwVUxlbFZ4eWNuSnhSN0x5c29pSnlmbkhQYW1lamx5NUVpeHIwOWx2VzQybTQycFU2ZXlkT25TUXNlU2twTFl0MjlmdWRxOVVMaS85TkpMTDFWMUowUkVMbWIrWHRDaUZuaTR3OGxNbzVCN1pjaXlHQ0hXamtTdzJpRFVGenowM3hjaUlwWHV0Nk5UV1hCMFdybXYzNUt5bUZDdkNDTDk0bHpXcDYxYnQzTFBQZmZRdFd0WHdzTENpajF2d29RSnpKdzVrK3V2djc1Qzk5dTNieDhEQnc2a1U2ZE8xS3haczlqejVzMmJSMHBLQ2wyN2RzVnF0WktRa0VCR1JvWmp5dy9ja3BPVG5mYm5iOTdlM3JpN3U1ZllsODJiTi9QUVF3K3hmdjE2ZXZYcVZhSHZTOHJ1NzcvL0pqczdtL0R3OEdMUFNVdEw0KzY3NzZaZXZYckV4TVNjdzk0VkxUMDluV0hEaHJGZ3dRSjhmSHhvMzc1OWhkcjc2S09QZU8rOTkyalJvZ1VSRVJHbG5tKzFXbG0wYUJINzl1MHJ0R1ZtWnVMdDdjMysvZnRKVEV3c2NmUDA5TVRINS9UL2txYW1wbkw3N2JlVGxwWkdwMDZkQ3QzM3UrKytZL1RvMFhUdDJwWFEwTkFLZmMrdVlMZmJ5YzdPNXRTcFV4dy9mcHdEQnc2d2E5Y3VObTdjeU1xVksxbTBhQkVBOWV2WEIyRG56cDFzM0xpeHlOZnR6QzBpSWdJUER3K24rOTF6enoxa1pHUnc2YVdYT3UydnpOZk5ack14WnN3WWdvT0RDOTMzelRmZjVLT1BQaUk4UEx4YXZDK3Fna2ZwcDRpSXlMblFwalkwcXdFYmo4T1dCTWdyK1QrbHl5M0xBbXVPd3ZwakVCc09yV3FyRHBaVXpNRVUySmRrSmlrTGZOek1ITTNWdk5RTFVWM3ZkSEx0M29UN3VSRlR3NVA2d1ZYZG8vUEQ1cFJGRlFxdDhuMTc0SG5DdkNNcU5HMHdKU1dGaElRRUFBNGRPZ1RBd1lNSHNWcXR4VjZUbnA1T2JtNHV1M2FkTGlJZkd4dExWbFlXbjMzMldaSFhSRWRIMDdOblQ3S3lzZ2dLQ3NMTnphM0k4L0tESms5UHp5S1Bueng1a29FREJ6cnR1L0hHRy9IMTlXWG16SmxGWGpOdDJqU2lvNk9ML1g1Mjd0ekpjODg5UjJob0tPdlhyK2Y5OTkvbjRZY2ZMcmFQNGhxNXVibTgvLzc3Wkdkbk0yblNKQm8wYUZEVlhTcVRkOTU1aDZTa0pLS2lvcGc1Y3lZZE8zYWtkZXZXNVc3djl0dHZaLzc4K1V5Wk1vV1BQdnFvMkovOWZHYXptUWtUSnRDZ1FRTjhmVSt2dW5QOCtIRmF0bXhKKy9idG1USmxTcW4zSFRseUpOZGNjNDNqK1pJbFM3RFpiSFRyMXEzSTg1Y3ZYMDZ0V3JWbzFLaFJHYit6aXZ2eHh4L1p1SEVqT1RrNWppMHpNNVBNekV5eXNySUtqUTcxOVBRa0tDaklzU1VtbnE2OXNXREJBdWJNbVZPbSs3WnAwOFlwMUN0SlZiMXV3NFlONDlWWFgyWGl4SWxzMzc2ZFJ4OTl0TlNmblF1Tmdpc1JrV3JFeXgwNlJScGgwb1pqc08xazVVM3RzOXFOK2xyYkU0MlZDRnZYaGtndFpDVm42YSs5dWRqU2p4RnAzVTlya2dqblZGVjNTU3BMTGlRUlJwSTVuTjNwMFJ3SXFzM2xqYjJydWxmVjNrL3hFMXpZMWh1TWJGSCthWFNMRmkzaWd3OCtjTm8zZnZ6NE1sMzd5Q09QT0I0dlhMZ1FtODNtbURxMVo4OGVUQ1lUalJzM0JpQXNMSXpWcTFmejBrc3ZNWFBtekNKSGRGbXRWdnIxNjhmdzRjUHAzYnQzaWZmKzlOTlBDUThQWitMRWlRRGNkZGRkM0h6enpRQ3NYTG1TNmRPbjg4a25ud0FRSEZ4OG9ycGt5UkxlZXVzdFltSmlHRGR1SEgvOTlSZHZ2LzAyU1VsSmpCZ3hBbjkvL3pLOUZuTDJ2TDI5ZWVXVlYzamlpU2Q0NXBsbm1EUnBFaGFMeGVubnFxQjMzbm1IOTk1N3oybGZWRlFVNzcvLy9ybm9MZ0RmZnZzdFM1WXNvVStmUHR4Nzc3ME1IVHFVMTE5L25YZmZmYmZFVVdNbENRa0o0YzQ3NytUSWtTUGs1dWFXT1h3WU1XSUV6Wm8xY3p5ZlBIa3lxYW1wOU9uVHgrbjk4OUpMTCtIbTVzYUxMNzdvZEwzSlpBeXh6OG5Kd1c2M00zLytmS0tpb29pTmpTVTdPeHN3Z2lBUER3OE9IanpJN3QyNzZkdTNMeWRQbml6VUYzOS9mL3o4L003NmV5OU5lSGc0dnI2K2pxLysvdjc0K3ZxU2tKREE3Tm16YWRxMEtjT0dEWE1FVlNXRlRiZmVlaXRYWG5tbDQvbnp6ejlQZEhRMGd3WU5LblN1aDRjSFk4YU00ZmJiYjZkVnExWkZ0bGZWcjF0SVNBZ1RKa3pnM1hmZlpkNjhlYlJzMmZLaUd5MnE0RXBFcEJyeTlZQXU5YUZOSFZoN0ZIWWxRbVdXcGpxVVpteWhQa2FBRlJNTzd2clBaeW1SbmQrM3BsQTNaeHN0MkZyVm5aRnpKSnhUaEhPS1dPdHVOaWUzWXRHMk9IbzJEd0gwQzZNb3F4Ti9KdGw4ck56WGgzclZkYnIrYVBaT1ZpZitUS2NhNVZ0dDhNWWJiK1M2NjY0RFlOdTJiVHo3N0xPODg4NDdKWTRPbURoeElvY1BIMmJTcEVsTyt3TUNBbmoxMVZjQkdEeDRNTmRmZnoxOSsvWjFIRisrZlBsWjllM2d3WVBrNWVXUm5wNE93TjY5ZXgwandieTl2ZkgxOVhWTUFjekx5K1BlZSsvbDg4OC94OWZYRjVQSlZPSjBSN1BaekdlZmZjYXNXYlBvM3IwN1E0WU13YzNOald1dXVZYmc0R0JlZi8xMWhnNGR5clBQUGt2TGxpM1BxdDlTZHRIUjBZd2FOWXFYWG5xSldiTm1jZDk5OS9IUVF3ODVuWk9UazhNSEgzeEF6NTQ5YWQ2OHVkT3hvS0J6OTc5cmMrZk81ZU9QUHlZbUpvYUhIbm9JTHk4dm5uMzJXWjU5OWxsR2pCakJ4SWtUaXcydlJvNGN5YzZkTzB1OXgrTEZpNHM5Tm1uU0pLY3BZZXZYcitmNDhlT081MGVQSHNYZjN4ODNOemVucWJISGpoMmpjK2ZPeFU2WHZmUE9PeDN2TVRCK0orUWJNbVFJdDkxMkcvUG56d2ZncDU5KzRxZWZmaXJVUnY1NXJ0YWpSdzk2OU9qaHRPK1hYMzVoN3R5NTFLOWZuOGNlZTZ6UU5MbC8vdm1IaElTRVFpRk8zYnAxcVZ1M0xnRGJ0MjhuSXlPRFhyMTZGZm4rUG5YcUZLdFdyZUtxcTY0cXRtK3VmdDBHRGh4SVNrcEtrZmVhTjI4ZUN4WXNLUExZOU9uVDZkU3BFMTI2ZENtMnJ4Y3FCVmNpSXRXWXZ5ZjBhQUR0NnNDYUk3QzMrSHFRTHBHY0Ewc093cW9qMEtLbVVYdkxSMzlUU0JIKzJwdExIWVZXRjdWV2JHWnp0cDJsZTl0emViVG1HeGZscnhOZmx2dmFDTjlZSG9uN2hNM0ppL24yd1BPTy9WdFNGcFU3dVBMdzhIRFVjdkgyTmtiTGpSczNyc1JSSDZkT25TSXlNdEpwbWxKQlNVbEpIRGh3b01oNkwyZGo5T2pSSkNZbU9vcTNyMTY5bWx0dXVRVXdSblFsSmlhU2xwWkdRRUFBcWFtcDVPVGtFQlFVUkY1ZVhxSDZOQVd0VzdlT0tWT21rSkNRd0pBaFE3amxsbHY0NzMvL1M3MTY5WGorK2VmcDNMa3pIM3p3QVdQSGptWDQ4T0YwNzk2ZCsrKy9uOGpJeUFwOVAxSzBMbDI2OE1ZYmI5QzZkV3RNSmxPaDBYYXBxYWw4OE1FSHRHclZ5bWxxMjdrMGE5WXNac3lZUVZSVUZPUEhqOGZMeXd1QWR1M2E4Y3d6ei9ENjY2OHpZc1FJWG5ubEZhS2lvZ3BkMzdObnoyS25FNXJOWm1iT25FbGNYQndkT3hZLzdmZk0ra2lMRnk4dWNxb2d3Snc1Y3h5RnU0OGVQY3JXclZ1WlBIbXk0OXhycjcyV3VMalQ5ZkhPZkcyenM3TWRJOWt5TWpMNDdiZmY2Tml4WTZHNmRpZE9uT0NERHo0bzhmM21LaWRPbkdES2xDbXNXN2VPL3YzN00zRGdRS2ZmVXphYmpXKysrWVl2dnZpQ0dqVnEwTDU5KzJLRHhNV0xGK1B1N2w3aHNNZVZyMXYvL3YwTEZYRzMyV3g4OU5GSHhNWEYwYlZyVjZkakd6ZHVaUFhxMWZqNysxK1VvUlVvdUJJUk9TOEVlY05WamFGOURxdytEQWRUSy9kK09YbXc3aGhzT0E0eFljWW9yTENpUDdQSVJlamdLU3UyOUdPMFZHaDEwV3ZGRmhhbFJSQ2Ywb0NvRUkyNktpamJtc2JSN0YybG4xaUUvTkRLMXoySVRqVnVZazNTVCt4Tlh3Y1loZHBkcVUrZlB0U3VYYnZZNDNQbXpDRTNON2ZZNDB1WExpVXlNckpNaGFaTDh0VlhYMkd6MmJqbGxsdTQ3TExMZVBycHB6bCsvRGl6WnMzaXRkZGV3ODNORGJQWlRFUkVCQ2twS2ZqNysrUGg0VUZPVG80amhDdG95NVl0ZlBYVlY2eGR1NWE0dURoZWZ2bGxHalpzQ01DZ1FZTjQ4Y1VYK2QvLy9zZkFnUU9wVzdjdTc3NzdMai84OEFOZmZ2a2x5NVl0bzNQbnpseHp6VFYwN3R6Wk1jMUtYS050MjdZQWZQREJCNFZHbmVTdllEbHYzanpXcjE5ZjZOb0hIbmlBV3JWcVZVcS96R1l6YjcvOU5uLzg4UWRSVVZHOCtlYWJoSVNFT0ozVHMyZFByRllyYjczMUZnOC8vREFQUGZSUW9hQ2lwS212R1JrWnpKdzVrMmJObW5IUFBmZVV1Vy9GVFJVRUkrUTFtODEwNmRLRklVT0dPRjMzMldlZjBiSmxTNmZnS2pJeTBpbUFTVTFOZFFRd1AvNzRJMWxaV1F3ZVBMalFTTXc5ZS9ZQVZHcHdsWjZlemkrLy9NTFhYMzlOczJiTm1ENTl1aU1jdE52dFpHUmtjT3pZTWQ1Ly8zMjJiZHRHejU0OWVmenh4NHVkNXB1VGs4UENoUXZ4OFBCZzdOaXhoWTZmT2FXeUpLNTgzVzY0NFlaQzdWdXRWajc2NkNPaW82TUxqV2hMVDA5bjllclZCQVJjdkRWRUZWeUppSnhIUW4zZ21oZzRtUVdyRHNQUjlOS3ZxUWliSFhZbEdWdE5QMmdTYmdSWkdvVjFjZHVYWkNiU2VxQ3F1eUhWUklUdElQc1RheE1Wb25TN29DTlpwVThWS2tyQjBBcmdtLzFqSEtGVnZsUG1JNFI1dVdaRVVFeE1USW1Gc3Bjc1dlSW82RjZVMzMvL25lYk5tenRxdXBoTUpxZVJEeGFMQmJQWjdBZ2s4cC9uajZ3cWFOdTJiV1JrWkJUYS8rbW5uMUt6WmsxSFBhN1UxRlJIb0pDWm1Wbm9RK3MzMzN6REo1OThRa2hJQ0k4Ly9qalhYMys5VS9qVXBVc1grdmJ0eThxVkt4a3dZQUNlbnA2NHU3dlR2MzkvcnJqaUNyNzg4a3NXTGx4SWZIdzhIVHQyVkhCVlFVbEpTU3hkdXRUeHZIbno1c1RHeGpvS2Ixc3NGanc4UEJ3Rjh2TlhWTXZNekhSY2s1eWN6SzVkdTdqdnZ2c3FwWS9idDI5bjBxUko3TisvbjQ0ZE8vTGNjODg1ZnE1bXpackZYMy85eFpneFk2aGR1emE5ZXZXaWR1M2F2UHJxcTB5ZVBKay8vdmlEZ1FNSDBxNWR1MHJwR3hqVER3ditIT1lIVmZtaW82UHAyN2N2OCtiTlkvNzgrWTVBNWR0dnZ5M3pQVkpUVS9ucHA1L28yYk5ua2RPSDg5K3orU1BRWE8zbzBhTTgrT0NEV0N3Vy9QMzlzZHZ0dlA3NjY0VldGUVdvV2JNbUw3LzhjcW1qanhZdVhFaEdSZ1pkdW5SeHFvbTFaODhlNHVQakN4VjhMNDl6OGJwbFpHUTRwa1ZmclBUUlEwVGtQRlRURC9yRXd2RU0rUHNRSkdaVi9qMVBaaG5iaWtOUUw4Z0lzUnFHZ01mRiszZm9SU3NwMjQzV0pGVjFONlNhcUVFaVc3TTEycXFzSW54ajZWNTdJRDhkbWtDT05hUFFzVE5EcXpWSmhWZkdPcFY3MUdYQjFhaFJvMG85cDBtVEprWHUzNzU5T3p0MzdtVG56cDBzWExnUWdNREFRSDc4OFVmSE9YZmZmYmZUTlNOR2pDajJQcXRYcndaZ3g0NGR6Sm8xaThzdnY3ekk4MUpUVXgxRjJFK2RPbFZvVk15MTExNUxYbDRldDk1NksxbFpXVVhXbXdrUEQ2ZDc5KzdNblR2WGFYL2Z2bjBaTVdJRWQ5OTlOMWxaV1JmZHlsMlY0Y1NKRTN6ODhjZUFNUUptMEtCQnhNYkdNbkxrU0FEZWYvOTlObS9leklNUFBraUhEaDBBR0Q1OE9FMmJOdVcvLy8wdllDd3NNSDc4ZVB6OS9SMkZzbDNCM2QyZER6LzgwUEZ6TUdEQUFPNjc3ejZuZ09ENDhlUHMyTEhEYWVSaDY5YXQrZUNERDNqcnJiZFl1M1l0VHovOU5QMzc5MmZ3NE1FdTZWYytOemMzUEQwOWVlS0pKNXdDNXUrKys2N0lFTU5pc1pRNFFySWt3Y0hCVEpnd0FUOC9QNzc2Nml2dXVPTU9wM3ZrMTV6ejhQREFhclZpTnB2TGRaOHplWGg0NE9ucFNVUkVCRTJiTmdXTTkyZG9hQ2doSVNFRUJ3ZHo4T0JCNXMyYmg5VnFwVy9mdmd3YU5LalVud0dMeGNKMzMzMUhiR3dzTDcvOHN0T3hwNTkrR292RlFrQkFBS2RPVld4Um1iTjUzY29ySXlQam9oNXRCUXF1UkVUT2EzVUM0T1ptRUo4S3E0L0FxZXpLdjZlZDA4WGNQVXpRS01RSXNTS0RWSjc1WXVIdFp0YnFnZUpRZ3lTOHNBRG5kNTByczlVWXhacFU0UGRvZWk2ay8vdlpyRlV0STZ5dmlGQ3Z1bzVnS3RLdktlL3Z2TjhSWHBVMXRISzF0OTkrdThUaTdKTW5UM2FzSG5pbW1UTm5BdENyVnkvdXVlY2UxcXhadzZlZmZncEEwNlpOR1QxNnRPUGMvUEJpMEtCQlJFUkVZTGZiQzYxb3VHclZLaG8xYW9TM3R6ZGZmUEdGWXdST1VUV3U5dS9mejlDaFEwbElTTUJ1dHpOMDZGQUFIbjMwVVZxMWFzWEFnUU1CaUkrUDU3dnZ2aXYxZFVoTFM4TmlzWERERFRkZ01wbEtuRDVaVmljeWpmcVVMc3BZcXBWUVgraFd1THhUa1pvM2IrNElob3FhSW5YYmJiZVJrcExDcUZHamFOT21EUys4OElKamhFMis1R1NqeUtlL3Z6OFBQUEFBaHc4ZnJ2ZzNnUkVBN2Q2OW0zcjE2dkhVVTA4NVRjY3JUWGg0T09QSGoyZlpzbVZNbno3ZDVUVzVyRllydWJtNWZQUE5ONFdPUGZiWVl3Q0Y2aVRaN2ZZS2pjcHAwYUlGeTVjdjU3UFBQaU10TGMycGVINytxRWxQVDAvKyt1c3Z4bzBiVis3N0ZIVGpqVGM2dnA4ekY0RTRjdVFJTTJiTVlQbnk1Vng2NmFVTUdUS0VxS2dvOXU3ZHk0Z1JJeHdMUXhSbDd0eTVIRDkrbkdIRGhqbnR6OG5KWWN1V0xTNzk4eXJyNndaR0NGdlVpTlA4SU83dzRjUDgvdnZ2VHNmaTQrT3gyV3lPL1UyYk5xVisvZm91Ni8vNVFNR1ZpTWdGSUNyWTJPSlRZZk1KT0ZMSlV3ano1ZGxnOXlsajgvVXdwaEUyQ1ljYXJsOGxXYXFSWStaenQ3S1RuQitPbVFPcnVndG56V3lGQXlsR1dIVTBIVEtLR0R3UTRBV0IvODd1Q0N4Y1J1bXNKWnVQc1RsNU1aMXEzRVNrWHh5UE5QMkU5M2ZlVDVoWHhGbUZWbUhlWjE5UHltYXpzV2pSSXNmei9BLyttemR2NXNTSkU4VmVkL0xrU2RMVDA1MCtTRFZxMUlqYzNGeVdMMTlPUUVBQXZyNisxS2xUeHpFS0NxQkdqUnBPeTlIdjNidVhqei8rbVBidDJ6dkNnVnExYWptS29PL1lzWU5UcDA0NUNsYjM2OWZQOGFIOHpCcFhiZHEwY1JTcW5qNTlPdDI2ZFhPc1FGZXpaazJuL2pkdDJyVFU2VklKQ1FrODhNQUQ5T3JWU3lPc3pxR2NuQnlHRHg5T2x5NWRlT0tKSitqWHJ4OUxseTUxRk4wdnVESmV2Mzc5dU9hYWF6Q1pUSFRyMW8ya0pOZU0rdlh4OGVHRkYxNGdLQ2lvM0ZPNXVuWHJScGN1WFJ5QlVVNU9UcW1yN3MyWk00ZGZmLzIxeUdQOSt2WGovdnZ2WjlldVhUeisrT01sdGxOd2RUdUFyS3lzWWhkU3lQZmJiNy94MjIrL0ZYdThhOWV1M0hUVFRmejQ0NDlFUjBmem4vLzhCemc5Y3NqVDA1T2FOV3NXV3NtdnZJb0tDNU9Ta3ZqZi8vN0gvUG56YWRLa0NXKzg4WWJUVk13R0RSclFzV05ISmsrZVRIeDhQRU9IRG5VSzdGSlNVdmpmLy81SGl4WXRzRnF0ekpneGd3Y2ZmQkEzTnplV0xsMkt4V0p4K3YxVUZxNTQzUURlZXVzdFI1aFZsUFhyMXhkWjN3MWd3b1FKQUR6KytPTUtya1JFNVB5VkgyQWw1OENtRTdBbkNhem42SDk2cy9OZ2M0S3hoZmhBazM5RHJJREtLWVVnSWxJdTZXWllkOVNvM1FmZzVRNTFBNkZwdVBFMXdrVVpYS1JmMHlMMzU2OFFtQjllald3eEMxLzN3REtIVmo3dUFlV2FKbWkxV2gyam9mS0ZoSVR3NmFlZjR1L3ZYNmhPbE0xbUl6RXhFUjhmSDRLQ2dweXV2ZUdHR3pDYnpiUnUzYnJZNlN2ZmZ2c3RhV2xwaFlwRkYvVFBQLyt3YXRVcUhuamdBZWJNbVVQWHJsMGQwNDk2OXV6SjhlUEhnZE0xcmhZdFdvUzN0emZObXplbmVmUG03TnExQzR2RndxMjMza3BzYkd5Wlg0dS8vLzZiU3k2NXhGSFVmY3FVS2ZqNys1ZlkxL0tvN1c5TTY1ZWllWGw1Y2V1dHQvTEZGMTh3ZS9aczdyNzdic2ZJdWN6TVRLZWFSQ2FUeWZHejlzQUREN2kwSDZVRlBXVlJNRFR4OFBCZ3dJQUJSWjVuTnB2NSt1dXZpWTJOZGRUeU9sTitDQnNkSGUyWVlwbnY0WWNmWnVqUW9iUnAwd1l3cHVaT25EalJjZno0OGVPRWhZV1YyTmVTVnNmTE4zVG9VRFp2M3N5VUtWTm8yclFwRFJvMGNJUXRYbDVlTkd2VzdLeEdwNVdGMld4bSsvYnRMRjY4bUlVTEZ4SVdGc2Fqano1SzI3WnR5YzNOWmN1V0xXUm5aNU9UazBOMmRqYk5temRuNDhhTi9QampqeVFrSkRCNjlHaEhPRFI1OG1TeXM3TVpObXdZR3paczRMdnZ2dVBZc1dNOCsreXp6Snc1ay9yMTY5T3FWYXV6NnA4clhqY3dDcmtYTmMzUlpyUFJ0MjlmZXZmdTdaZ2llNmJqeDQ4elpNaVFpekpnVjNBbEluSUJDdldCSGczZzBralllaEsySlJqQjBybVNrZ05yamhwYmJYOGp3SW9PQTIvMzBxOFZFYWtNU2RsR1lIVWd4UWlyWXNQaGtvalRJNnBjemRjOWlBamYyQ0pYRml3WVhoVU1vY295UFRBbXNHTzUrdVBwNmNsWFgzM2xlSDcwNkZGZWV1a2w2dGF0eXl1dnZFSklTQWl6WnMzaW0yKytjZFNvbWpsekpsOSsrU1VEQmd3b05NWExack54M1hYWDhkNTc3eFY1dnoxNzlqaW1keFZuejU0OVpHWm1rcEdSd1o5Ly9za2JiN3pCL1Bueml6dzNQajZlaElRRXAwQmcyYkpsQUh6Ly9mZE8weEtMa3BXVmhjbGtJaVVsaGZIanh4TVRFOFBZc1dOWnQyNGRxMWF0NHNVWFg4VGYzNStFaEFTQ2dvS2NRaE9wSENhVGlhdXV1b29lUFhydzQ0OC9Pb0xFM054Y1VsSlNDQTBOcmVJZWxvK0hod2QzM1hWWGtjY3lNakw0K3V1dmlZdUxLL2FjZkY1ZVhrUkZSWEhycmJkeS8vMzMwN3QzYjl6YzNLaFpzNlpqcGIwemJkeTRrY3N1dTZ6RWRrdGFIUytmcDZjblR6LzlOQTgvL0RCZmZQRUZ6ei8vdkNOVXJxemk3QWNPSEhEVVBRTWpwSmt5WlVxaDh6dzhQUEQxOWNYWDE1Zmc0R0RDdzhOWnRtd1p6enp6REdQSGpzVm1zN0Y2OVdvR0RScEVvMGFOYU5Tb0VZR0JnYnoxMWxzTUdUS0VJMGVPOFBUVFR6dW1JcGVWcTE2MzRuNjNGS3lGVlZ5WW1oK1FWdGFmUVhXbTRFcEU1QUxtNHdHWDFJVjJkV0RQS1dNVTFybW9nMVhRaVV4ald4NFBkUUpQandvTDFXY0NFVGxIRHFUQW4vOHVoSGxKWFdoVjJ3aXZLbHYzMmdNZElkV1pDb1pYVVBhYVZpMURlbGE0WDh1WEwrZk5OOStrYmR1MmpCbzF5aEVZV0sxV3B5a3N0OTkrTzNYcTFHSENoQW1zWGJ1V0lVT0dPS2IybVV5bVF0UHl5c3ZYMTVmbXpadlRzbVhMWW9PcnRMUTBQdjc0WTVvM2IwN3IxcTNKeU1qZ2wxOSt3V1F5RlZtTU9qczdteWVmZkpJSEhuaUFEaDA2OE1namp4QWJHOHVvVWFNWU4yNGNvMGVQWnVUSWtVeVlNSUZwMDZZUkhSMk54V0poMkxCaHhNWEY4Y0lMTDV6MUIxc3BPNHZGd3MwMzMxeG8vN1JwMDdEYjdkanRkcjc0NGd1bnNCWGcvdnZ2cDErL2Z1ZXFtMVhPYnJlVG5wN3V0QURCSzYrODRwaEdPV0xFQ082Nzd6NThmSHhZdW5RcHg0OGZaL2JzMmRqdGRnWVBIc3lZTVdPSWlEajdxY1ZnalBnYU4yNGNyVnUzQm5DOHp5b3JOSW1OamVYKysrL0gwOU9UNE9CZ0FnTUQ4ZlB6YzR3SWZmamhoN242NnF0NStPR0hDMTA3ZS9ac3Z2NzZhNDRkTzBaTVRBekRody9ucXF1dWNoenYxYXNYVnF1VmlSTW5FaGNYNTNUTTFTcnpkVHV6WHRiRlJNR1ZpTWhGd09SbWpDNklEVGRxdVd3NllkVERPcGZzd0xGMFkxdDEySmhDbUI5aVJRUnFkVUlScVJ6cmpoa2pyY0o4NGNhbTV5YXd5dGVweGszODM5R3BKSnVQRlhuOHAwTnZFT1lkd1pyRW44c1VXa1VIWHVJSXVzcGp6NTQ5VEo4K25ZMGJOM0xERFRmd2YvLzNmOXg2NjYyTzQzbDVlZVRsNVJVYVhYWHBwWmNTSHgvUG9FR0R1UFRTU3hrd1lBQXRXN1lzZHovTzVPN3V6cGd4WTBvOEp6RXhFVTlQVDJiTW1NRzc3NzdMMTE5L2pjbGs0b29ycm5EVXd0cXhZd2NBY1hGeHJGaXhnajE3OWhUNVliRlZxMWFNSFR1VzBhTkhNM1hxVkVhTkdzV3FWYXZJeTh0ajhPREJqQjgvbnM4Ly81eEJnd2E1N0hzVVorN3U3azRGckF1YU4yOGUrL2Z2NTVGSEhpa1VIcnA2ZWxwMWQrellNV3cyRy9IeDhYVHAwZ1dBTys2NGc3aTRPQUFhTjI1TWVIZzRtemR2WnVMRWlmVHMyWk51M2JveGNlSkUxcTlmejNQUFBWZnExTUdTWEhMSkpZN0grZSt6L0tDN010eHh4eDFrWldVeGZ2eDRQRDA5R1RWcVZKRWh6YTVkdTNqcnJiY1lOR2dRWGJwMG9WKy9mbHgzM1hXTzBVeG4xdCt5V0N3c1dMQUFMeTh2bm56eVNhZXBuU2FUQ1I4Zm53cXQrbmVteW5yZDhoZktDQThQcjNCYjV4c0ZWeUlpRjVtSWYydTRwT1VhaGR4M0pobEYxcysxREROc08ybHM3bTVHbjZLQ29VR0k2bUtKaUd2OGVjQ29aUlViRGxjMHJKbys5STE2aGsvM1BGSGtzUnhyT2xOM2xyMWVUOS82ejVTN0h6azVPYnp5eWl0NGVubzZSaDEwNzk3ZDZaeEZpeGF4Y09GQ1huMzFWYWY5dFd2WEpqdzhuQjkrK0lFZmZ2aWgwSXBZdi96eUM3LysraXMybXcwL3YvS3R6bEZ3UkVtK3RMUTBBTWFPSGN2MjdkdnAwYU1IeTVjdmQvUmo5T2pSYk5xMHlmSEJjT3ZXclN4Y3VKQnAwNmF4Wk1rU3dzUERpdzNZMnJadHk3aHg0MmpTcEFrQUsxYXNZUG55NWN5YU5ZdWRPM2Z5MVZkZjBhaFJJM3IwNkZHdTcwZEt0bTNiTm5idDJzVVRUemkvTnhZdFdzVHUzYnR4YzNQandJRUQzSFBQUFFRR25uK0xQN2pLamgwN2NITno0OHN2djZScFU2TnVYcE1tVFJ5TEdCdytmSmhKa3lieDIyKy8wYTVkTzRZUEg0NlBqdzlObWpSaDdOaXhQUHJvb3p6MjJHTmNkOTExRmU1TFptWW00SnFhWU1VNWZ2dzRMN3p3QW9jT0hlSy8vLzF2c1NPTGF0YXNTYzJhTlhueHhSZnAxcTBianovK2VMRlRTM056YzNuNTVaZlp2SGt6VHovOWRLRlZWRU5DREZmS1pnQUFJQUJKUkVGVVFoeXJYbGFHOHI1dUdSa1pUSjgrbllpSUNBSUNBckJZTEh6Ly9mY0VCZ2JTdUhIanl1aHF0YWJnU2tUa0loWGtEVjJqb0dNa2JFK0VyUWxGcjZwMUxsanRjQ2pOMkpZZk1vcTc1NC9HcWhOZ2pCZ1RFVGtibXhPTTBPcXkrdENxVnRYMW8xVklUMjZxL3hRL0gzcXpRdTBNYURpV1NMKzRjbC92NCtQRHBFbVRDQTRPZG93c3lDL3duRy83OXUyNHU3c1gydS9vdzRBQjNIYmJiVTZydlFGMDdOaVJQbjM2c0hYclZ1Yk5tK2ZZYjdmYkhYVmJDbjdOZjF5YXBVdVhBc2JLaHVQSGo2ZERodzZzWGJ1V1YxOTlsZjc5KzlPalJ3ODJiZHJrT0Q4bEpZV1FrQkFTRWhKWXVYSWwvZnYzZDR5czhQVDBMRFNsc0czYnRvN0hPM2Z1ZEl6bUdUeDRNRnUzYm1YU3BFbDA2TkNoVU9GNktaKzh2RHpNWmpOLy9QRUhuMy8rT1YyN2RuVWNTMDFONWZQUFAyZnUzTG0wYnQyYTl1M2I4KzIzMy9MNzc3OXoxMTEzY2ROTk41MFgwNk5LKy9uT24rcGxzOWtjdFkrSzQrWGx4WklsUzJqZHVqV2RPM2RtOU9qUldLMVdSMkZ2bTgzR2xDbFQyTHQzTDBPSERxVnYzNzZPbi9jNmRlcnc5dHR2TTNIaVJNY29uWHdMRml6Z3p6Ly9QT3Z2YmV2V3JaaE1wa3FyUGJabzBTS21USm1DbjU4Zmt5Wk5jb3dxeTFld29IbG9hQ2l2dmZZYVAvLzhNeDkrK0NFUFB2Z2d3NFlOS3hUR0p5WW04c29ycjdCOSszYUdEQmxTcHBVUUxSWUx1Ym01aFg3UG5ldlhMU0FnZ0dYTGxwR2VmbnFwOExDd01KNTU1cG1Mc2dhZmdpc1JrWXVjbHp1MHFRMnRhOE8rWkdNVVZrSm0xZllwSmNmWU5wMEFUeE5FQmtHRFlJZ0tBVi85elNVaXBVaktoaFdIakJHY1ZSbGE1ZXRSZXlCQXVjT3JBUTNIVm1pS1lMN3c4SEFHRGh6bzlFR29JTFBaak1WaW9XL2Z2c1cyOGRCRER6a1ZLQVpqUkZibnpwMnBVYU1HZVhtblZ3TFp2SGt6MTE1N3JkTzV3NGNQZDNwZWNJbjdNMTE3N2JVY1BIaVFwNTU2aXNEQVFEWnMyTUM0Y2VQbzNidTNZMlU1UHo4L2R1N2N5WjkvL3NtU0pVdTQvUExMbVR0M0xuYTduZDY5ZXp2YWF0aXdJY3VXTGVQNzc3OHZOTTFtKy9idDdObXp4MUU3eWNQRGd6Rmp4cENhbXFyUXlvWCsrdXN2YkRZYng0NGQ0OTU3NzJYQWdBRnMzNzZkaFFzWHNuRGhRbkp5Y3JqaGhoc1lPblFvM3Q3ZS9PYy8vMkhHakJsOCtPR0h6Smt6aDhHREIzUDU1WmRYOWJkUm9vOCsrb2p2di8rKzFQTisvdmxuZnY3NTV4TFBtVHg1TW4vLy9UY1BQZlFRTjk5OE15RWhJVXlkT3BWWFgzMlYxcTFiRXhrWlNVeE1ERzNhdE1IZDNaMWZmdmtGTUFLdC9HbS9FUkVSbU0xbWZ2MzFWOGVvcStqb2FLZlFNQ2NuaDIrLy9kYnAzdE9tVGNOc05oTWNISXkzdHpkNzkrN2w3Ny8vcGsyYk5wVlM0MnJ5NU1uTW16ZVBEaDA2TUdyVUtJS0NndGkxYXhkcjFxekIzOStma3lkUGtwR1JVU2o4dWVtbW0yalpzaVZqeDQ1bDdOaXhQUDMwMDQ1d2F1blNwVXlaTW9XMHREU0dEUnRHbno1OWlyMy9XMis5QlJpam92YnQyK2Q0N1FxcWl0ZnR4eDkveEd3Mk8wYVZCZ1VGblhVYkZ3cjk4MTlFUkFCd0E2SkRqZTFVTnV4T2d0Mm5JTXRTNnFXVnltSXpDaXNmU0FFT1FyQzNNUXFyVGdEVURqQkdaNG1JRlBUM0lTT1V2N0tLcGdjV3BVZnRnWVI1Ui9KVC9JUmlhMTZkS2NJM2xqc2F2VnFoa1ZabkdqWnNtRk80ZExiT25LSXliTmd3eDhpRW1KZ1lZbUppQU9qYnR5K2RPM2N1c2EzWnMyZVhlRHd5TXBKWFhua0ZNRVpPVEp3NGthRkRoem9GWnoxNzltVGh3b1c4OXRwcjFLeFprejU5K2hBUUVFQk1UQXgxNjlaMW5IZi8vZmVUbEpURUo1OTg0bFNBSGlBd01KQ2JiNzZacTYrKzJyR3ZUcDA2MUtsVHA4VCt5ZG1KaVlraEtpcUtaNTU1aHFpb0tCNTg4RUVPSHo2TXlXVGk4c3N2WjhDQUFZNmZIekNtZzQwZVBacnJycnVPZDk1NWgvSGp4OU80Y1dQSEFnSFYwWlZYWGtuRGhxNzV4Vk9uVGgzQ3dzTDR6My8rQThEVlYxOU5seTVkK1B2dnYxbTNiaDE3OSs0bEtTbUp6TXhNY25OenNWcXQyR3cyN0hZN2JtNXV1TG01NGVIaGdZZUhCNDg4OG9pajNlam9hS2NWRFZOVFV3c0ZNT25wNlN4WXNNRHgzTTNOalJZdFd2RGtrMCs2NUhzN1U4K2VQUWtQRCtldXUrNXlqQnJMeWNuaHM4OCtBNHlhYUsxYXRTcHl5bU4wZERSVHAwNWwvdno1anFMcnFhbXBUSnMyRFM4dkw5NTg4MDFIb2ZUaUhEOStuSC8rK1Fjd1JtZDI3TmpSOGJvWHZFOVZ2RzVlWGw0WDVTcUNaM0t6Rnh4ekp5SWlVb0FkbzVqNzdpVFluMnlFU05XTnQ3c1JZT1dIV1RYOWpacFpVbm1tcjRNaFRLL3Fia2cxTXAwaERMbWs5UFBPaGFQcDhNdXVxcDhpV0pMVmlUK3pKV1VSVzFJV0YzbThaY2lWdEF6cDZaSlJWaGVTL0Eva2N2NnkyV3lPWUdMcDBxVWtKeWZUdlh2M0ltdWNGV1N4V05pMWF4Y3RXclE0Rjkyc051TGo0NG1LaW5KWmV3a0pDZmo0K0pScDVFNytkTWJjM0Z6OC9QeXFiS3FteldaekJIRm5JekV4RVY5ZjM3TWFOVm5jNzVqejhYVzcwQ2k0RWhHUk1ySGE0VUF5N0RvRmgxT05VS3M2TXJsQkRiL1RRVmFkQVBEUitHS1hVbkFsWjZwT3dkWGNYWkNlQzNlMnF1cWVsTTJlOURXT3g3N3VnUzRkWFNVaUluSWgwRC9sUlVTa1ROemRJRHJNMkhMeVlNOHBZeVRXeWF5cTdwa3ptOTJvMFpXUWFkVElBcU1RZmY3VXdqb0JFS3JwaFNJWHBIUXpIRXMzUmx1ZEwySUNPMVoxRjBSRVJLbzFCVmNpSW5MV2ZEeWdaUzFqUzh1Rm5VbXdKOG40MEZnZHBlVWEyNjRrNDdtSENjSjhuYmR3UDJQYW9WUXYrNCtsNE8valNhM1E2bDhnT1R2WFFxN0ZTa2hBOVVoR3JWWWJKMU96OFBSd0p6eW84cFl2cjA0Mi94dFdOdzB2K1R3UkVSRTVmeWk0RWhHUkNnbnlobzRSeG5ZOHd4aUZ0VGNaekdWYjdieEs1TmxPajhvcXlNZmozeERMRjBJTGhGb2VwcXJwNThWdTFsODdtVDUvRSsyaWEvSEc0QjdsYWlNaE9STmJDVlVSUE54TjFBajJLMjhYSGRLenpEejkwUkt5elhtODhXQVBhb1ZVdk0welpXYWJNZWZaQ0Ewc1d6QjJNaldMZ1cvOFNsejlNTjU5NUNxWDk2YzYycFVFc2VGR1lYWVJFUkc1TUNpNEVoRVJsOG12S2RVMXlnaXhEcVpDZkFxazVsWjF6OG9tSjg4bzdIejBqSlhpQTcwS2pNN3lNNzRHZXh2MXRLVHlYTllzZ285LzI4eUd2UW44MzlvRFhOUGg3RmRxZXVUOVAwakpLUDRIc0c2WVAxODgzWnU3WHA5SFdsYlpod3crZGxNNy9uUEo2Zjc0KzNnUVdTT0FKWnNPTTN6YVlpWU91WUk2WWNZb3NSSFQvenpyZmdOMGJSN0J6ZDFpQVNPQUcvWHBNanpjM1hoNzZKWDQrNmpZNjVtT3BodUJlY09TYXp5TGlJakllVWJCbFlpSXVKekpEU0lDamUyeWVzWVV3Z01wY0RERkNMUnMxYld5ZXpIU3pjWjJNUFgwUHBNYmhQZ1lJVmJvdjZPMHdud2hRQ3NXdTB5OW1vSGNkRmtNUHk3ZnpmVDUvOUNsZVYwQy9ielB1cDBHdFlNWTBLTnd3ZXN2ZnQvcWVOd2h0amFaT1JhbjQwczJIY2JYMjROT1Rlc1V1dmJNRVZVbWs0bG5iNytVSExPVlZUdU84ZFJIUzVqODN5c0pEL0psMDc2VFo5MW5nSWExVDY5ZUZPVHZqWmVIaVQxSFUzamhpK1dNdis5eXZEeU5ZVVU1NWp5S1dtc24xMklNZTdUWjdXVG5XZ29kQjJPcGJoK3ZDK09mZ3dkU2pLOFJnVlhiRHhFUkVYR3RDK05mS2lJaVVxMEZlaG5MMHJlcUJSYWJzU3Jod1ZTSVR6VkdPWjJQYkhZNGxXMXNCYm03Z2I4WCtIa2FJWmEvcC9IYy85L0hBVjdnNndrYXJGVTJkMS9WbkpVN2p0SG4wc1o0ZTVidm55MWhnVDVjM2I1Qm9mMC9yOWhEYXFZeEdtdjR6UjJjanAxS3kyYkpwc00wcXgvR21Ec3ZLOU45UE54TlBIOW5aNTc2YUFudUpoUHVKamZTTW5PWjgzTGZJcy9QekxIZzYrV0I2WXloZTB1M0hPSE5XV3VjOXZsNGVmRHFvRzQ4UG5VUm0vYWQ1TFZ2VnZMaTNWMHdtZHdZTW5rQngwNmRNZSsxZ0YySGs3bnh4WitLUE9icFlXTCtxN2VVNmZ1cjdnNmtRSU1RVFJNVUVSRzUwQ2k0RWhHUmM4clRCSTFDalEyTU9sUHhxY1pvcktUc2txODlIMWp0cDR2QkY4Y05JOWp5THliWXluOThJVTlGSERIOVQwNmxsZTBQM00wTjVxL2V4L3pWKzBvOTk1RWIyOUVoMW5tRTFNbVVMSDVhdnJ2UXVja1pPWmpjaW42Ump5UmxBTkN3ZG5DcDkxeTI1VEE3RHAyaVYvc0dOS2dkelBqN3UrUHQ2YzZCNDZrODgvRmYzTjRqanY0OW1oYTY3dldacXptUmtzV1lPenBUciticFlVS2U3a1VYVlFzUDh1VzFRZDE0WXRwaS90NTJsUDh0MnNZOVY3ZmdraWExT1pXZVUrajhISE1lNi9ja0VPRHJTZXRHTll0czA2T1llNTF2a3JJaHd3eVhSRlIxVDBSRVJNVFZGRnlKaUVpVnF1VnZiQjBpSU10eXVpN1drWFNqaVBxRnlBNWtXb3l0Sko0bThQWXdpc1o3dXh1UHZUM0FwOEJqYi9kL2p4ZDRmRDRFWGtjUzAwbEtLeHkyVkZSV0VWUGlEaWRtOFA3Y2pVV2VYemZzOUdxRnMvN2E2WGk4NTZneDcreDRjcWJUZm9BYk8wZmpYV0I2M2FvZHgvaHQ3UUdhUllYVG9IYXdvLzVVM1RCL0FueTltUEhySm1xSCt0R2pkWDNITmF0M0hPUHZiVWVwRStwSGplQ3lyL2pYc0U0d0w5NTlHVCt2Mk1zdC85YS9HdGJ2a2lMUFBYNHFnNEZ2L0VxOUdvRzhmRS9YTXQvamZKUmZsNjZSNmx1SmlJaGNjQlJjaVloSXRlSG5DYzFxR0J2QW9WU0lUek5HWTJXVXZXNzJCY05pQTR2NTdMOTNkN2ZDZ1plUGg3RUNwTHZKT0c1eU14NmIzSXpuK2Z2UGxjOUdYbGRrWGFZekRmdGdNZnVQcC9MVWJSMjV2R1ZrcWVjWE5aMndUZU9hakwyM2NIQXpjc1lTMGdzVVpKOCtmMU9oYy83ZWRwUy90eDExMnZlZlN4bzZCVmZGOGZmMVlzeWRuWG5zL1Q5NDYvdTFSTlVNcEZIZEVDeDVWdDZic3dHQXAyN3JkTlkxcHRyRjFLWmRURzNBV00yd3VGVVRNN0tORU05cXN6dW1SQmJGMTh2RFVTL3JmTFVyMGFneHAybUNJaUlpRng0RlZ5SWlVbTNWRHphMnJ2V040dWduTW96dGVJWlJXK284cS9GK3psanR4dWkxckZKR2RGV2xzb1kxK1RQNVBOMU4rSHFYYnlVOWs4bXR5R3VMbWliWW8zVTluaWhtQk5PTVh6Y3hmL1grTXQzVGttY2x6MnFqWG8wQWJ1c2V5OS9iam9HYkc5bTVGcjc3YXlmSFRtWFN1MU1qbWtTR2tKMXJ3Y1BkaEtmSDJhY3U5NzQ1bi9Uc2t2K2dkeDlKNXRheGM0bzkvdGhON2JqeHNwaXp2bmQxa1c0MnBncGVWci8wYzBWRVJPVDhvK0JLUkVUT0M0RmVFQmdHTVdIRzh6eWJVUi9yUkFZYy8vZXIyVnExZlpUcTZaOTlKN25oaGRtRjl1ZGE4cWdUNnUrMHo5M2tSb0N2c1RUa2ExK3ZaT08rQkdhTnVSRTR1M3BRMCtiOXc1d1ZlNTMyRFptOHdPbjUvTlg3SFVIWWpaZEY4OWhON1l0c2E4YjhUUnhPVEhmYTkwei9Udmo1ZUhKTmgwWms1eG9ySE5qczltSnJkaFZsMTVGa2RoOUpka3h0UEYvdFNqUytOdFEwUVJFUmtRdVNnaXNSRVRrdmVaaU1aZThqVHRlMEppWEhHSTExSWdOT1pCclBSV29FK2RLOVZiMUMreGR0akMveE9uT2VsWndLcHFHWE5Zc2cyTityMk9PcG1XWldiRDlhN0hHQVRmdFBzdVBRS2FkOUZxdFJBRzdvOVcwYys5NmZzNEU5UjFPNDUrcm1qcW1FQUJ2M0pyQmhUd0tkbTlXbFdWUzQwL203anlRN2dycnprZGtLbXhNZ050d0l0MFZFUk9UQ28rQktSRVF1R0NFK3hoYjNiNDJzWE92cDZZVW5NbzBSV2hkcXdYY3BXdi91VFFrSjhLWlgrNGFGanRXdkdVaXVwWEtINmQxeFpaeFRXSFNtN2ZGSnBRWlhZKy90aXVYZkg5em5QMS9HM21PcGhjNngyV3prV3F4c1BaakkweC85UmZNRzRReThxamtkWXV1dzVVQWlYeS9lVG1pQXQxTmY4bGNpOVBjK1AvODVhTGJDM0gvcjVtczFRUkVSa1F2WCtma3ZGUkVSa1RMd2RvZW9ZR01Eb3laV1dpNGtaeHMxc3ZLMzFCelZ5Nm9LT2VhOFVndTA1eCsyV0cxa0Y3RmlZRUdlSHU2TzZYeDVWaHVXUEN0OUxtME1VT1MxVjdhcDd6aFdWQTBzcTgyT2V6VllvakVrd01meHVLZzZXR21adWFSazV2TGtMUjNvMnlXR0QrZjl3L285Q2J6d3hYSStIWEV0anUvZ2pHK2xTV1FvdVJZck5ZTDlLcS96bFNBcDIxaEZjRmVpVWQvcWhxWWFiU1VpSW5JaFUzQWxJaUlYRFRjZzJOdllDdGJEc2RtTmFZV25zcDFEcmZTTGNDWERjK25POGIrVVdsZzgzNXV6MXZEbXJEVWxuak9rZDJ0dTY5NFVnTm5MZHhlNVNtQng1cnpjdDlDK2JITWVmdWZCYUtScDgvN2hqdzBIdWY3U2FPNjV1amtUSHV6Qm1wM0hTRWpKcG5hb3YyTmFvWWZKdVViWGdDdmlYTjZYNmV0YzNtUWgrVkducjRjUldvWDdWdjQ5UlVSRXBPcFUvMytOaVlpSVZES1RHNFQ1R2x0QmVUWkl6amtkWk9XSFd0VjV0Yjd6U2Qzd0FBS3lTazRIVDZabWsyZTFFUkxnalc4cEt4RUcrSjRlTlJVVEVjS05sMFVYT21maCtvUDRlbm5RcldXazAvNmlDcThuSkdkV3VQN1RqRjgzRVZoQ0crblpGVTlIZTNkcXpNR0VOT2F1M012dkd3NHlvRWNjdDNScmd2ZS9yMWVPMlNqZTd1VjU5cXNXbnEyMmRZeXB1WlVwNzk5Vk16UE5zUGtFWEZGNEZxaUlpSWhjUUJSY2lZaUlGTVBEQkRYOWpLMGdzOVY1cW1GK3FKV3JWUTNQeXZ1UFhsM3FPVVBmV2NDK1k2azgzS2N0VjdhTktuUGI3V0pxMHk2bU5wdjNueVF4TlpzcjJ0VEh6YzJObGR1UFVUUFl0OWdWL1BKbFpwczVrWkpGajFiMXkzelBvdXc4ZEFvN1lNbXo0ZUZ1d3NQZGhDWFBpdFZteDh2RGhNbGt3c2ZMQTgreldMSHdUQzBiMXVDOVI2NWk0ZnFEZkRqdkh6NWRzSVdHdFlQbzBzSUk1NUl6akZwV2diNlZ2M3BncDhqU3ozR1ZuVW13NUlBeE12S2FhUENxL0Z4T1JFUkVxb0NDS3hFUmtiUGs1UTUxQW95dElMTVZNdjhkQ2VMNGFuYmVsNU5YTlgyK1dIMjJjQ3M3RDUwNnE5QUxZTlhPWTlqdDRGdk9xWUp4OWNQSXlEWnpiNitXL0wzdENCL08yOFRJV3p0d1Zic0d2UHZ6ZXVhczJNdDdqMXhGbzdvaHBUZFdETHZkN2hoTkJYQjV5MGphTks3Snd2VUhhUmRUeTFIWEt6NGhIVEJxWlJWVjY4dkQzVlJrN2F6cXJ1bS9kZWFYSElEOUthZWZpNGlJeUlWRndaV0lpSWlMZUxrYlc2aFA4ZWZZN0tXSFcxa1c0enlwdVBRc015RUIzazc3dGg1TW90ZXpzeHpQNCtxSDhlNGpWL0gxczlmajQrV096V2JqdTc5MkFmRHJtdjJZODZ3ODBlOFM3dnRQU3diMGlDdlR5S1ZlN1JzNlZqTGM5KzhxZ0ZHMWdvbzlmOHYrazN6OGYxdDQ4TnBXWmY3ZVRpUm5NdkNOWDRzODl2bkNyWVgyUFQ1MVVaSG4zbmxsTSs2N3BtV1o3MXVkTkEwM2lyU3ZPNnJnU2tSRTVFS2w0RXBFUk9RY01ya1pLNkNWdGdxYTJXcHNPWG5HMTl3OFl5cGlidjdqTTU0WFBGZE9TMGpKSXRqZkc3dmRqcHVic2F4ZVNJQTNIV1ByT002SkNEZUd6dFVNTWVhRVRwMjdnYjFIVStqZXFoNXVidkRIaG5qMkhrM2hwWUZkaUt3UmVGYjNUOG5JWWVtV0k0UUdlQk5kTjdqWTgzSXNWclljU0dUdnNaUVNhMklWNU9QbFFaZm1FU1dlYyt4VUp2dVBweEllNUV2VGVxRkZudE9nZHZHQjJ2bWdWVzFZc0JjT3BEZ3Z1aUFpSWlJWEJnVlhJaUlpMVZEKzZLMkFjdFFHUHpQTXlyV0NPUS9TY3NGcUI2dk5HTkdWLzlocVAvMmNNb3owT2xiSnhiZGQ1VVJ5SnBrNUZqSnpMUHl3YkJlM1htNnNPQmdaSHNEVC9Uc1ZPajgxTTVkM2YxN1BrazJIaVFnUFlQak5seERnNjBXRFd0djQ0dmV0UFBMZUg0d2EwSWxMNDBvT2kvTGxtUE9ZOE4xcWNzeDUzSE4xYzB6L3J1cG4ramRBTStmWkhPY2VPbWxNNTZzUjVFdXVwV3pwWTBpQUQ3ZDBpNlYxNDVwRkhzL01OdlA0QjhZb3F5N05JM2k4YjhsMXZjNVhEVU9NOTRxQ0t4RVJrUXVUZ2lzUkVaRUxqTGU3c1ZXVzZlc3FyMjFYMm5vd0NZQkFQeTgrK25VellZRytSWjUzL0ZRbTg5ZnM0K2UvOTVDVm0wZmp1c0dNdSs5eXg0cUNBNjl1VG1RTmY5NzRiZzNQZjc2Y2gvcTBwVi9YSmlYZWU4My90M2ZuMFUxWCtmL0huMG5hTk4xb201WlNvR1d4RHJUVUFsVVlBWlh0OTBWY2dBRkYrMU1zb2dnNDVYeGRFUFc0SURvT09PTU1NT0k0TXZMRjRTaW9MSUxMSUFQSTR2SmxSNVJkb0ZLV3JsSm9TemZhSnZuK0VSdUo2VTZoS2I0ZTUrUzArWHh1N3VlMjVkTkRYcjMzZmIvUDRvMVB2eVhqZEJIOXVyWGp6aHU3dU02MURuSE83UHJMOGgzRXgxZ3ByN1N6K1VBbVJxT0JiaDNEMlgwMHQ4NnZyYUxTeGo5WGZjZUhYeDltMWN0M2VOU29PbE5ZeW91THRyanFXMzI2Tlkyam1XZEpIZGFUdUE1WDNwcTZUcUhPNEVwRVJFU3VQQXF1UkVSRTVMS3FxTFRocUdjTnI2cDJsVFk3NWZXY2llUmpNbUkwR3ZoaXowa0EvdkxRQVA2eWJEdXZmTEFOazlGQTZ4RDNBR3Zyb1V6ZTMzZ0lQMThUWXdiSE0yWnd2RWNRTkxoblI0SXNadjc0L2xaYUJkUThEVzdib1N6ZVhyT1hIN0lLOFBVeGt2SmYzYmh2Y0RlTVJvT3J6YTI5TzdQMVVDYjcwMDl6UEtjUWdJZ1FmOFlONlVsb2tJVkttM01tbGdHRFIvLzV4ZWNCbVBMUFRXU2RLU1kweUkrS1NydHJ2RGFiblRXNzB2bWYxWHM0VjFwQis0Z2dmaitzQng5cytwNTk2YWY1NzM5c1lNaTFIUmwvU3lMaHJhb1A4bHFpVHFGd09BOHl6MEc3aHEzbUZCRVJFUytuNEVwRVJFUXVxNVJYUHlPdnNLeEJyM2wxMlE1ZVhiYWpYbTBuRCs5SjB0V1JiRDJZU1hSRUVMSHRRbm5sd2Y2ODhzRTJkcWZsY2pRem56OHQyVWF2MzBRUkZSYkE5VjNiWXI3RFJLOHVVWVFIV3pBWXdHNjNZM2VBM2U2Z290SkdoYzFPcHphdCtQUDQvcGg5akJ3K2RZWXUwVmFQYTNkdTA0cVM4NVdNNkJ2TDNmMjcwaVlzMEtOTmNJQ1oyWk1HNFhBNHNOc2RHQXk0bGhIYTdRNjJIc29DbkdIV2hZNWw1Wk56dGhodzFxN3FueGpOSXlPdkpjRGlTMkh4ZVQ3ZmZZS1BOaDhoNjR5elRWSnNKTS9lY3oyaFFSYXVqMnZIaG0rUE0zLzFYdFo5YzV5djltWHcvd2QwNWE3K1hUSDd0cndkQlgrcEtxeEt6MWR3SlNJaWNxVlJjQ1VpSWlLWFZhYzJJWVFFK3RYZHNKRkNneXg4dnZzRWRnY002QjREUUZpd2hWY25ER0ROem1PcytOOGpyTjk5Z3ZXN1R6VDZHamNrdE9mRmxINGV4eVBEQW5uM3FkdnEzYy9FMTlaaU1CancvV21XV0c1K0NmbEY1ekVhNExkZG85emFIang1Qm9jRExHWVRqOS9SaTk5MmpXTGpkeWZaZWpDVFhVZHlzUDIwRldWa2FBRDNEMG5nNXVzNnViMStjTStPOU92V25rWHJEN0Q4cThNc1hMZWYxVHVQTWYyK2Z2eW1mZldGMjFzS3N3azYvclJjc0Y5TWM0OUdSRVJFbXBLQ0t4RVJFYm1zL2pTKy95Vy9SbXpiRUQ3YWZKU1IvYTUyT3o2MFYyZUc5dXJNeWR4QzloL1BJN2VnaE55ekpad3VMS1dnK0R6RlpSV2NyN0JSWG1uRFpuZmdjT0Rha2RCZ2NDNUROQmtOL0wrZUhTNTZqQWFEZ1ZZQmZ1eExQKzA2NXV0akpMWnRDR1AvSzRHcjJycFhHcisxZDJmU2N3b1kwZWRxb2xzSFUxRnBZOVcyTk5LeUNnQ0k3eERPaUQ2eERPb1JnOGxrclBhYUZyTVBEOTNhblNIWGRtVHV4N3M1a1Z0SVc2dm5yTENXcUZNb0hNK0h2RklJdjNKV1FZcUlpUHpxR1J5TytsYVpFQkVSRVhFV1o1L0lXODA5akRydFBKeE5yeTVSZFRmMEFuYTdBNXZkam8vSmlNSGdXZHVxSnBsNVJYeTE5eFFEZThSVXV5eXhMdGxuaW9scWd1RHFMU1l5OGJxTDd1YWlsTnRnNGJmUU53WVNJNXQzTENJaUxjV1pVamhiQ3FkTG5NRi9Yb256ZUhpQTg0OEFFUUVRNWc5Vy9VRkFtcEZtWEltSWlNZ1ZxYVdFVmdCR293R2pzZUcxcHRxRkI1RThNSzdSMTIySzBNcGJtRTNRTmdqMjVpaTRFaEdwajAzcFVGd09majdPZ0NveDBobFlnVFBBeWl1RlkvbncvV2tJTk1PQVRyWDNKM0twS0xnU0VSRVJrU3RDbHdqNElsMjdDNHFJMUNhakVOYW1PV3NDZG8yb3ZrMUFDTVNFL1B6ODBHbm5yTmFiWS9YN1ZTNi82Z3NnaUlpSWlJaTBNRjNEblRPdkR1YzE5MGdhSm52WlVvNitPTDI1aHlFaXZ3TGZaTUh1YkJqVHZlYlFxanB4RVhEUE5iQXJFNzdOdm5UakU2bU9naXNSRVJFUnVXSWtSanFEcTd6UzVoNUovWldkT3NtNUEvc3Y2elh6OHZMSXk2czU0U3NvS0NBakl3TnZLWWRiWEZ4TWZuNStrL2VibFpYRmtTTkhtcnhmcWQ2K2Zmc29LU2x4TzVhYm0xdHQyNzE3OTVLZW5uNDVodVhTMHU2TGh2b21DMG9xWUZnWFo4amZVSDQrTUx3cm5Ec1B1N09hZm53aU5kRlNRUkVSRVJHNVlpUzJnYjI1c1Bra0RPL1MzS054bDc5bE02RjkrM2tjdDBUSEVOYTMrdGNVN2Q5UFVFSkNrNDZqb0tDQXNXUEhjdnZ0dDVPYW1scHRtNmVmZmhvZkh4LysvdmUvMTloUFJrWUc3N3p6RG84KytpZ0JBYzdDT09YbDVhU2xwZFZySENhVGlTNWQ2djRoNWVmbjg4QUREeEFmSDgvTW1UUHJiTzl3T0pnMWF4WkJRVUZNbkRnUm83SG12OVcvOTk1N2JOMjZsV1hMbHRWcnpOSjRaV1ZsVEpzMmphRkRoL0x3d3c4RGNPalFJUjU5OUZIKzlyZS9FUjhmNzJwcnQ5dVpQWHMyZ1lHQnZQNzY2eDZiVm56NTVaZjg4TU1QakJzM3puWHM2TkdqVkZSVTFIczhack9aMk5oWTEvT1dkbDgwVkVhaGN4bjFzQ2JvK3FhTzhNbjNFQlVFYmJWc1VDNERCVmNpSWlJaWNzVXdtK0M2ZHJEbEpLVG5RNmZRNWg3UnovWk9HRS9yb2JjUU4ydU8yL0dvdSs2dXR2MnBCZk01K29lWDZQWFptaVlOcjFhdVhFbDVlVGx4Y1hFY1BIalE3WnpWYWlVM041ZTB0RFNTazVNOXpnTkVSMGNUSEJ6TTBhTkgyYkJoQTdtNXVienl5aXRZTEJheXM3TjU1SkZINmpXTzRPQmdWcXhZVVdlNzBOQlErdmJ0eTdwMTY5aThlVFA5K25tR2Y3OFVFUkhCNHNXTCtlR0hINWcyYlJyQndYcDMzZHdzRmd0MzMzMDM3NzMzSGlrcEtRUUdCaElYRjBmMzd0MzU2MS8veXJ4NTgvRDE5UVhBYURReWNlSkVYbmpoQmZiczJVT1BIajNjK3RxNmRTdnIxcTNEWkRLUmtwSUN3UFRwMDJ1Y3ZWV2R0bTNiOHM0Nzc3aWV0N1Q3b3FIV3BqbVhCemFWbTJOaHlUNjR2MmZUOVNsU0U0T2pwYzV6RkJFUmtXYngxaTZZeUZ2TlBRenhJbTh4a1luWE5mY28zQzAvQUVYbHptVXQ0VjZ5alh2Ui92M3NuZkFnU1V1V1k0bUpvZXprU1U2dlcwUFJmdWN5d2FDRUJDS0dETVVTRTBObFFRRmZkMDhnN3EremF3eTJHaU0zTjVjSEhuaUE4dkx5YXMrUEdqV0tvMGVQc25mdjNocjdtRFp0R3YzNzl3ZmdvNDgrNG8wMzNpQXBLWWtaTTJZQWNPTEVpVHJIc1hUcFVuYnMyRkh2TitpNXVibE1uanlac1dQSE1uejQ4SHE5WnMyYU5jeWVQWnVZbUJqbXpadUhqNC9uMyt4bnpacWxHVmVYV0U1T0RuLzg0eDhCNTh5amMrZk9FUjRlRHNEUW9VT0pqNC9uNFljZlp0S2tTVml0VmhZdVhPaDY3ZG16WndrTEMzTTlmLzMxMXdrSkNjRm1zL0hTU3kreFpjc1dKazJheE9qUm96bCsvRGlWbFpVZTE1ODFheFoydTUwbm4zelM3Yml2cnk4ZE9uUUFXdTU5VVYrYjBwMjdydGFucHBYZDRaeE5GZFBLK1VlQTJodzZEVGxGMm0xUUxqM051QklSRVJHUks4NklydkRlWHRoMERBWjI5bzd3S2lnaGdiNmJ0MUZaVU1EUmwxN2sxTnYvUTJCOE40SzdkUU1nYStsU2pyNzBJdEVQUHNUVjAxOWs0UEZUVFhwOXU5M09uLy84WndJQ0FsaXdZQUU1T1RsczNyeVplKys5MTlWbTQ4YU5yRnk1a3FlZWVvckV4RVRtekpuRDNYZmZ6ZFZYWCsxcVU3WDhDV0RreUpHY1BIbVNUWnMyY2VyVUtUcDM3dXkyL0tvbUlTRWhiczlUVWxMcXJHRmxzOWw0NjYyM2VPdXRtb1B6Qng5OGtGR2pSZ0hPVUNRa0pBUzczWTZQancrdnZ2b3FYMzMxbFZ2Nzh2Snk3SFo3dFdIWTNMbmE5WEd5QUFBVFZFbEVRVlJ6NmR5NWM1MWZpOVF1SUNEQUZlajhVcWRPbllpTmplV1ZWMTRoS1NtSnpNeE14b3daVTJOZkZvc0ZjQzZuZS9iWlozbnNzY2Y0NktPUHVPMjIyK2pZc1dPMXIvSDM5OGRtczlYNDc5S2I3NHVtY0tZRWlzdnJGMXJaSExEeEdPUVdPNE9ydXNSRndORXpjTFlVd3J6Z2Q2eGN1UlJjaVlpSWlNZ1Z4Mnh5enJiNjlIdm5ZMkFuNzFrMnVIZkNlSW9PN0tmbkIwczlhbDdsYjluODgva2xUVHNMNk0wMzMyVFBuajA4Ly96elJFVkZjZURBQVZhc1dFSDc5dTBaTVdJRXAwNmQ0dTIzM3lZaElZRWhRNFpRV1ZtSjNXNW41c3ladlA3NjY3UnJWLzMwaTlUVVZKS1RrNG1Nakd6MDJFYU1HRUZwcVh0Ri9YWHIxbEZVVk9RS291cWpxalpRZVhrNVpyT1pQbjM2dU00TkhqellvM2JRaGcwYlNFOVA1OEVISC9Ub3kycTFOdVJMa0JvRUJ3ZGp0OXN4bTgydW4rV2lSWXNvTHkvbm1tdXVBYUJYcjE0QXRHdlhqdm56NTNQNzdiZHovZlhYQTNEeTVFbGVlT0VGbm5qaUNmejgvRno5V2l3V1huNzVaWHg4Zk54Q280Ynk1dnVpS1p3dGN4WlZyMHQyRVh4OXdqbFR0U0g4VE01cktMaVNTMG5CbFlpSWlJaGNrY0w5NGQ1RTU3S1h0V25PSFFldmE5ZTQzYlNhU3ZxY1dSUWQyRS9Ta3VYVjFxMEs3ZHVQcENYTDJaMDhtbE1MNWhNOWZrS1RYRGN2TDQvMTY5Y3pjdVJJQmd3WUFEaURuSU1IRDdKeDQwYUdEUnVHd1dBZ0tpcUtxVk9uQXVEajQ4UDA2ZE9aTTJjT0psUE4zelNUeVhUUmI4N3Z1dXN1ajJQZmZQTU5ack9ac1dQSE5xaXZGU3RXOE1rbm56QnQyalMzV1M2OWV2VnlCU1JWMHRMU3lNcktZdVRJa1kwYnVOU0wzVzVuOGVMRjNIcnJyVmdzRnRhc1dVT2ZQbjFZdDI0ZGRyc2RvOUhJa0NGRE1KbE1tRXdtRml4WVFPL2V2VEVhalh6ODhjZGtaMmZUdW5WcmozNS9lU3c3TzV2MTY5ZHp5eTIzdUpZajFzYmI3NHVtY0xvRUl1cVI2NjFOYzdhN09SYVdObUNUMDRnQTV6V3VDcXU3clVoaktiZ1NFUkVSa1N1VzJRU2p1emxydk96TmhlL3puRE92cm1zSHdlWkxmLzNLZ2dLS0RoNGdLTDRiUGlFaFpDMWJTc3o0aDJvdHRoNlVrRURNK0ljNDlmYUNKZ3V1d3NQRGVlMjExd2dLQ2lJcks0dXlzakpLUzB2cDNiczNpWW1KYk55NGtiS3lNZ1lOR3NUcTFhc3BMQ3gwZTB5ZVBKazc3N3lUZSs2NUI0QWxTNVp3Nk5BaFYvOWp4NDV0OG1WMVpXVmwrUHMzZkJwSGZIdzg3NzMzSG84ODhnaFBQdmtrQXdjT2JOSnhTY01OR3phTVJZc1dzV25USnFLam84bkp5ZUdPTys1ZzNMaHgyTzEyZkgxOUdUSmtDQUQzM25zdnFhbXBiTnk0a1Q1OStyQjI3VnFHRFJ0R216WnRBR2ZOcWgwN2RyajZuajkvdnF2NGZtWm1KZ3NYTHFSMzc5NzFDcTVhNG4zUlVIbWx6dEMrTHNPNmdMVVJzNmJDQTJCLy9XdmlpelNLZ2lzUkVSRnBrTGJtUW1qZ1VnSzVzclUxRndMMUtJalNqQVoyY29aVnV6TGhjSjd6MFNuVXVaVjdSSUN6Y1BHbHNEdjVMb29QSHNDdmZYdDZyMTdMK1l3TVF2djByZk4xb1gzNmt2NjNPVlFXRkxqNkNJenZSdS8vckczMFdHSmlZcGd4WXdhYk5tM3lPR2MwR3JIYjdVUkhSeE1ZR09oNlZPMlVWclVEWEpXeXNqS0tpNHNwTGk3bThPSEREQjgrM1BVR2ZkV3FWY3liTjYvV3NWUlVWTlM1dkt1b3FBaUR3Y0FISDN4UWF6dXoyY3dkZDl6aGVoNGZIOC9jdVhONSt1bW5tVEZqQmxhcmxlN2RtM0E3TldtUWtwSVNpb3VMR1Q5K1BIRnhjYno3N3J2MDdOblQ5YlA5NG9zdlhIWEx5c3JLaUl5TTVQZS8vejNkdTNkbjFhcFZWRlpXY3Z2dHQxTlFVSUMvdno5SlNVbFlyVmJTMHRMWXRtMGJkcnU5empIWWJEWUtDZ3JjamdVRkJXRXltVnJjZmRGUWVTWE9jS2t1alFtdDRPY1pWeUtYa29JckVSRVJhWkR6K0pHSGxYRE9OUGRReEF1Y0pweHlnNlc1aDFFdndlYWZBNnpEcDUyenI5SXZxQWZlTmhnaS9NRjh3ZitRMnprbmNoRHUzN2dsaGhjR1RWVzdCelpFWldFaGlmTVhVSGJxSkpib21JWVA0QmNtVEpoQWNuSXkvdjcrV0N3V0xCWUwvdjcrZlBMSko3ejU1cHY4NjEvL3FsYy85OTkvUHdBSER4N2trVWNlY1R0WFVWRkJXVmtaNDhhTncyeXVmbHJiNXMyYk9YNzhlSzNYT0hmdUhHVmxaU3hldkxqR051ZlBuOGRxdGJvRlYrQ3NsZlRhYTYreGF0VXF1bmZ2enRHalI4bk16UFI0ZlU1T0RoVVZGWHo1NVpmVjl0KzNiMTk4ZlgxckhXZHRzb3VjdTdSZGFZTE0wTXF2N25ZQWE5ZXU1WTAzM3ZBNG5wS1NRbEpTRXYzNi9Wem5iZDY4ZWF4YXRRcHcxcDZxTW1HQ2MrYmg1TW1UWGNzNlAvdnNNN1p0MjFhdk1SdzZkSWpSbzBlN0hYdmpqVGRjTmM5YTBuMGg4bXVrNEVwRVJFUWFKTnpmUUY1NXVJSXJBZUEwRVVRRUdKdDdHQTBTYkhhR1Y5ZTFnM0liWko1elB2SktuTXNKTDdUcnA0OTlZK3EzM0tZMlZjc0R5MDdWdlZ0Z1ZSdExUSXpieDRzVkdCZ0lRR2xwS2JtNXVaU1dsbEpTVXNMaHc0ZHhPQnlzWExuU05VT202bHpWNS9mY2M0OUhqYWphL081M3Z5TW9xUHFwYk4yNmRTTWpJNlBHMXhZWEYxTlNVc0tvVWFOSVRVMnRzVjFxYWlybDVkVlBBYlZhcmFTa3BBRHc3My8vMnhXSVZPZmxsMSt1OXZqeTVjc2J2ZFBiZ1IrZHhhNnZSUDQra05LamZtMXZ1ZVVXYnJqaEJnRGVlZWNkamh3NTR2cCttODFtTm03YzZHcDcvLzMzdTBMSURSczJzSGp4WWhZc1dPQTYzOWlDK1RFeE1Zd2JOODd0V051MmJWMmZ0NVQ3b2pIQ0E1eS8yd0thZnNOQ29QNDF0RVF1aG9JckVSRVJhWkNyVzVzNVV0S0ZMaFZIbW5zbzRnVXlmSDlEMTRpVysxOUtzOG01WkxDNkhRZkxiVDh2Z2FtYWVYV3hvdTRjVGZieVpVVGRkWGV0N2JLV0xTWHF6dEcxdG1tTXA1NTZpc09IRDNzY054cU5PQndPUHY3NFl3SUNBbHdQZjM5L0lpTWo4ZmYzcDFXcnBsc09tcENRUUVJdGRiNk9ISEgrZm9tcEk3QXJMaTRtTEt6NnF0QWxKU1ZzMmJLRi92MzdNM255WkNaTm11UTZWMWxaU1dwcUtrVkZSY3liTjYvR3I2MHhOYmFxZEd2dFhINTFwYzY0cXErcUdVeFZuNXRNcG1vTHJRT0VoWVc1ZnA2aG9jNmJza09IRGhjM1dLQlZxMWIwNzkrL3h2TXQ1YjVvakhCL1o1MnJtRXNVWE5WM0thTEl4V2k1LzhzUUVSR1JaaEVUQXVuQmtldzcwNTFyMk5QY3c1Rm05QjA5c0FTM0p0cTd5MXMxbXRuVWRJRlZsVTZQUDhHT1cyL20wQk9QRXpkclRyVnREazE1aktJRCs0bXY0ZnpGbURKbEN1WGw1Zmo3Kzd1OUVhOWFFclZ3NGNJbXYyWmpiTisrSFlCcnJybW0xblpGUlVVMUJodmJ0Mi9uVDMvNkUzYTduU0ZEaHJndCtYdjMzWGZKenM1bTZ0U3BycUxmbDBMVUphcWQxcExZYkRiWHJMalMwbEpNSmhPbHBhVUFIa3ZtS2lzcktTNHVCcHoxb2dDMzJsU0JnWUg0K0hpK2hUMXo1Z3huejU1dDlCaGJ5bjNSR0JFQmNDeS83bmFOZGJvRVloczNFVTZrM2hSY2lZaUlTSVBkMU5tWERXVmQyVnRpSTVHRzErMlJsbThQaVp3SitBMkRPamUrL3MrdmtTVW1ocVFseTltZFBKcjhyVnZvOVBnVFdLS2pBZWZ5d1BRNXM2Z29LQ0JweWZJbVd4NTRvZGpZV05mbkRvZURrcElTOHZMeXlNL1B4K0Z3c0hQblRsZHg2YXJsZWhkK0xDNHVac3lZTWZUb1VjOTFZclg0N3J2djJMNTlPNk5IajNhYk5WVldWc2E2ZGV0bzM3NTlyVHV5T1J3T2lvcUthcHp4OHZYWFgyTXltZWpiMTcwWWZrWkdCdSsvL3o1SlNVa01IVG9VZ0JNblRqQno1a3ltVEpuaXFuc2tUZVBMTDc5azVzeVpic2RHakJnQndMUFBQdXQyZlBmdTNSN0hMcXhOTlhQbVRIcjM3dTEydnJDd2tELzg0US8wNzkrLzBiT1ZXc0o5MFZoaC92RDk2WXZ1cGtibks4SGFNc29jU2d1bTRFcEVSRVFhWlhCOEdGLzkwSXNOaFRHMHN4MGpndE5Fa05mY3c1Skw2RFRobkNhQ0RPTlZXRUlqR2RTNW50V1p4VTFRUWdLOVY2OGxmYzRzanMzK0srZC9xbW5qMTc0OVlYMzZjdlgwbC9CcFpGMmwya3lkT3BXelo4OVNVbExpZXZ6U004ODhnOEZnY00wNENRd01kSDMwOC9PamJkdTIrUG5WL0hPdnp3NXZWWTRkTzhiU3BVc1pOR2lRMnh2MFpjdVdrWitmejczMzNsdnI2NHVLaXJEYjdkWFdvS3FvcUdENzl1MWNlKzIxSHZXRTVzNmRpNit2TDFPbVRIRWRDdzhQcDZDZ2dKa3paekp2M2p6WDBqYTVlTDE3OTNidHB2ZmtrMDl5MDAwM3VZS3JObTNhOFBubm43dmFkdTdjbWJsejV4SVlHRmh0amF2SXlKOEx6ZGxzTmdDZWUrNDV5c3ZMR1R4NE1EazVPUTBlWDB1NUx4ckw2ZytCWmpoMEd1SWlMcm83TndkL2hGWVdDRzM4aWxxUmVsRndKU0lpSW8xMjAxVituQ3pvd0E5NWJkbGZiTWRzS0NmcmZCT3ZyUkt2ME02dmlQTU9YeUlDalhTTjhMMWlsd2RlTHBhWUdPSm0vKzJ5WHJOSGp4NVVWRlM0dmVtdWVtemR1cFZseTVheGN1VksvUDM5TVJnTUhxOS81cGxuNk5DaEEzRnhjZFgydjJmUEhqNzk5Tk42ejNySnlNakFZREFRL2RPTU0zRHV4clo0OFdLaW9xSVlObXhZcmEvUHpYVlcwcStxaFhTaEhUdDJVRnBhNmxIWDZNTVBQK1NiYjc3aCtlZWZKeW9xeW5VOE1EQ1F4eDkvbk9lZWU0NS8vT01mYnFHV1hKeWdvQ0NDZ29JNGVQQWc1ODZkWStEQWdXNHpuQ29ySzNFNEhLeFlzWUpGaXhZeGJkbzA0dVBqNjZ4eGRlellNY0M1cytUczJiTnAzNzU5bzRLcmxuQmZYS3dCbldEaHQ5QTVGUHpxa1FBOGRHM2RiVW9yWUVjbWpMMzRTV1lpZFZKd0pTSWlJaGNsSmdSaVFxcVdpMmtHenBWTHhYcWEycUVwajFIMml4M0VMTkhSTmRhK3VsaFZPK3hWNStUSms5anRka3dtVTdWdnpoME9CMmxwYVI1dnBxdnFFQzFmdnB5ZE8zZlNzMmRQVncyaWdvS0NHbmRQY3pnYzdOMjdsNWlZR05mc3B1UEhqek50MmpRY0RnZFBQLzIwVzAycTZtemR1aFdBamgwN2VwemJzR0VEUnFPUmZ2MzZBYzRaTHl0WHJ1U2YvL3dudDkxMkd6ZmVlQ01GQlFXY08zZk83ZEd1WFR0V3IxN05qVGZleUc5Lys5dGFyeThOczJqUklxS2lvanlXMCszYnQ0L0t5a29XTFZyRWZmZmRWMmRkc3lxblRwMGlPRGlZVjE5OWxmYnQyemQ2WE41K1h6U1ZtMk5oYlJvTTc5bzAvYTFOYy9ZcGNqa291QklSRVJFUmFRWkJDUWtlZGF4OG1uQ0hzb2FvbWdFemUvWnMrdlhyNS9ZbTNlRndzR1BIRHM2ZVBlc1JPdXpldlJ1QVhidDJjZDk5OXpGbXpCajI3M2ZXdlh2NTVaZnAwNmNQUnFQUjdUV1ZsWlhzMjdlUHRMUTBWMml3YytkT1pzeVlRVkZSRVZPblRuVUxMNnFDckpDUUVNTEN3dkQzOStmSEgzOWsvZnIxV0sxV0VoTVQzZm92TFMxbHk1WXRKQ1ltdXVwZjVlZm5NMy8rZkJ3T0IrdlhyK2V6eno3eitCNFlqVVphdFdxRm41OGZzMmZQWnNHQ0JRUUdCamJxK3ludVZxeFl3ZmJ0MjVrK2Zickh2NGZXclZzemRPaFFKazJhUkhCdy9XZnNQdi84ODJSblo5T3hZMGZHakJsRFlXR2hhL25nNDQ4Lzdyck8rZlBuQVJnK2ZMaEhIMisrK1dhdE01dWErNzVvU3UyQ0lUY0V2am9PTjNsbXZRM3k1WEhuVHF6YWZFQXVGd1ZYSWlJaUlpTE5JSHI4QlBLM2JJWUwzZ3lIOXVsYnl5c3VuUzVkdXZEUVF3K3hjdVZLTm16WTRIRStLQ2lJVWFOR2NjTU5ON2dkdDl2dFJFWkc4dHh6ejlHdFd6Y0F1bmZ2VG5KeU1wOS8vamtmZnZpaFIxOEdnNEhRMEZDU2s1TVpNMllNZVhsNXZQVFNTOWhzTnA1OTlsa0dEUnJrMGI2MHRKVHZ2dnZPVlN2SVlEQncxVlZYOGRoamp4RVFFT0RXZnRldVhaU1hsN3RtV3dGWXJWWlNVbExJeWNuQmFyVVNHaHBLV0ZnWVlXRmhoSWFHRWhvYVNuQndNQWFEZ2YvODV6L01taldMWmN1V01XN2N1TVo5UThWTmFXa3BvMGFONHNZYmIvUTRsNXFhV3Uxc3BycTBhdFhLRlV3bUp5ZTdBcXFHcUs0KzJvV2E4NzY0RkhwR3dlNHMrT1I3NTJ3cFN3UFRnTklLNTB5clRxSFFJNnJ1OWlKTnhlQndPQnpOUFFnUkVSRVJrVitieW9JQ3R0elFCOXU1Y3dDWWdvUHArNzliTDBsaDlrdWxvcUtDc3JLeUJzMlVxYzZ1WGJ1d1dxMjE3aUlJemlWWUZSVVZXQ3lXV3BjU0hqdDJES3ZWV21jd1VSMkh3OEdtVFpzWU1HQ0F4NndZa2Zwb3F2dmlVc2s2NXd5Z3JvK3VmOEgyZ3o4NmExcmRIS3VaVm5MNUtiZ1NFUkVSRVJFUitaWDVJaDNPbFlPZkNTSUNJRHpBK1JIZ2RBbmtsVGcvbnJkQkt6L29mNUZMREVVYVM4R1ZpSWlJaUlpSXlLL1EyVkk0VytZZVZJRjdrQlZtZ1RELzVoMm4vTG9wdUJJUkVSRVJFUkVSRWEra1Jkc2lJaUlpSWlJaUl1S1ZGRnlKaUlpSWlJaUlpSWhYVW5BbElpSWlJaUlpSWlKZVNjR1ZpSWlJaUlpSWlJaDRKUVZYSWlJaUlpSWlJaUxpbFJSY2lZaUlpSWlJaUlpSVYxSndKU0lpSWlJaUlpSWlYa25CbFlpSWlJaUlpSWlJZUNVRlZ5SWlJaUlpSWlJaTRwVVVYSW1JaUlpSWlJaUlpRmRTY0NVaUlpSWlJaUlpSWw1SndaV0lpSWlJaUlpSWlIZ2xCVmNpSWlJaUlpSWlJdUtWRkZ5SmlJaUlpSWlJaUloWFVuQWxJaUlpSWlJaUlpSmVTY0dWaUlpSWlJaUlpSWg0SlFWWElpSWlJaUlpSWlMaWxSUmNpWWlJaUlpSWlJaUlWMUp3SlNJaUlpSWlJaUlpWGtuQmxZaUlpSWlJaUlpSWVDVUZWeUlpSWlJaUlpSWk0cFVVWEltSWlJaUlpSWlJaUZkU2NDVWlJaUlpSWlJaUlsNUp3WldJaUlpSWlJaUlpSGdsQlZjaUlpSWlJaUlpSXVLVkZGeUppSWlJaUlpSWlJaFhVbkFsSWlJaUlpSWlJaUplU2NHVmlJaUlpSWlJaUloNEpRVlhJaUlpSWlJaUlpTGlsUlJjaVlpSWlJaUlpSWlJVjFKd0pTSWlJaUlpSWlJaVhrbkJsWWlJaUlpSWlJaUllQ1VGVnlJaUlpSWlJaUlpNHBVVVhJbUlpSWlJaUlpSWlGZFNjQ1VpSWlJaUlpSWlJbDVKd1pXSWlJaUlpSWlJaUhnbEJWY2lJaUlpSWlJaUl1S1ZGRnlKaUlpSWlJaUlpSWhYVW5BbElpSWlJaUlpSWlKZVNjR1ZpSWlJaUlpSWlJaDRKUVZYSWlJaUlpSWlJaUxpbFJSY2lZaUlpSWlJaUlpSVYxSndKU0lpSWlJaUlpSWlYa25CbFlpSWlJaUlpSWlJZUNVRlZ5SWlJaUlpSWlJaTRwVVVYSW1JaUlpSWlJaUlpRmRTY0NVaUlpSWlJaUlpSWw1SndaV0lpSWlJaUlpSWlIZ2xCVmNpSWlJaUlpSWlJdUtWL2c4N0lDQ2c4aHg4WXdBQUFBQkpSVTVFcmtKZ2dnPT0iLAoJIlRoZW1lIiA6ICIiLAoJIlR5cGUiIDogIm1pbmQiLAoJIlZlcnNpb24iIDogIiIKfQo="/>
    </extobj>
  </extobjs>
</s:customData>
</file>

<file path=customXml/item3.xml><?xml version="1.0" encoding="utf-8"?>
<s:customData xmlns="http://www.wps.cn/officeDocument/2013/wpsCustomData" xmlns:s="http://www.wps.cn/officeDocument/2013/wpsCustomData">
  <extobjs>
    <extobj name="C9F754DE-2CAD-44b6-B708-469DEB6407EB-1">
      <extobjdata type="C9F754DE-2CAD-44b6-B708-469DEB6407EB" data="ewoJIkZpbGVJZCIgOiAiMzMxOTUwODI5MTA4IiwKCSJHcm91cElkIiA6ICIxNTQxNzUxMzIiLAoJIkltYWdlIiA6ICJpVkJPUncwS0dnb0FBQUFOU1VoRVVnQUFCSzRBQUFLbUNBWUFBQUJrR2RZb0FBQUFBWE5TUjBJQXJzNGM2UUFBSUFCSlJFRlVlSnpzM1hsWWxPWCtCdkI3aG0yQUFRZFFka1ZsRVJGM1ZGeHlONWZVM0Vxek5JNm1udXgzTEJQVExETXp0VFQxcEtWV2JwMnlVaXcxdHdyRlhYRlBCUkVGV1dTWFpZQUJobGwvZnlDVEk4TU9NdUw5dVM2dTRIMmY5MzIvUTJQSnpmTjhINEZXcTlXQ2lJaUlpSWlJaUlqSXlBZ2J1Z0FpSWlJaUlpSWlJaUpER0Z3UkVSRVJFUkVSRVpGUlluQkZSRVJFUkVSRVJFUkdpY0VWRVJFUkVSRVJFUkVaSlFaWFJFUkVSRVJFUkVSa2xCaGNFUkVSRVJFUkVSR1JVV0p3UlVSRVJFUkVSRVJFUm9uQkZSRVJFUkVSRVJFUkdTVUdWMFJFUkVSRVJFUkVaSlFZWEJFUkVSRVJFUkVSa1ZGaWNFVkVSRVJFUkVSRVJFYUp3UlVSRVJFUkVSRVJFUmtsQmxkRVJFUkVSRVJFUkdTVUdGd1JFUkVSRVJFUkVaRlJZbkJGUkVSRVJFUkVSRVJHaWNFVkVSRVJFUkVSRVJFWkpRWlhSRVJFUkVSRVJFUmtsQmhjRVJFUkVSRVJFUkdSVVdKd1JVUkVSRVJFUkVSRVJvbkJGUkVSRVJFUkVSRVJHU1VHVjBSRVJFUkVSRVJFWkpRWVhCRVJFUkVSRVJFUmtWRmljRVZFUkVSRVJFUkVSRWFKd1JVUkVSRVJFUkVSRVJrbEJsZEVSRVJFUkVSRVJHU1VHRndSRVJFUkVSRVJFWkZSWW5CRlJFUkVSRVJFUkVSR2ljRVZFUkVSRVJFUkVSRVpKUVpYUkVSRVJFUkVSRVJrbEJoY0VSRVJFUkVSRVJHUlVXSndSVVJFUkVSRVJFUkVSb25CRlJFUkVSRVJFUkVSR1NVR1YwUkVSRVJFUkVSRVpKUVlYQkVSRVJFUkVSRVJrVkZpY0VWRVJFUkVSRVJFUkVhSndSVVJFUkVSRVJFUkVSa2xCbGRFUkVSRVJFUkVSR1NVR0Z3UkVSRVJFUkVSRVpGUlluQkZSRVJFUkVSRVJFUkdpY0VWRVJFUkVSRVJFUkVaSlFaWFJFUkVSRVJFUkVSa2xCaGNFUkVSRVJFUkVSR1JVV0p3UlVSRVJFUkVSRVJFUm9uQkZSRVJFUkVSRVJFUkdTVUdWMFJFUkVSRVJFUkVaSlFZWEJFUkVSRVJFUkVSa1ZGaWNFVkVSRVJFUkVSRVJFYUp3UlVSRVJFUkVSRVJFUmtsQmxkRVJFUkVSRVJFUkdTVUdGd1JFUkVSRVJFUkVaRlJNbTNvQW9pSWlJaUlua1ZGNmp5a0ZON1JPK1pxNVFOTEU5c0dxb2lJaU1qNE1MZ2lJaUlpSW5xQ0xtYnV4NldzL1lqTnYyend2TDlrQU5yYkRVUTNoeGVmY0dWRVJFVEdSNkRWYXJVTlhRUVJFUkVSVVdOM1V4cUdmWW1ya0tOSXFkSjRPM05Ydk5KcUdieHN1dFZ6WlVSRVJNYUxQYTZJaUlpSWlPclpIeWtic1QzbW5TcUhWZ0NRbzBqQnh1anB1Smk1djg3cjBXcTFVQ2dVcU94MzJDcVZDa3Fsc3RiUDAyZzBrTWxrMEdnMEZZNExDUWxCU0VoSXJaOUh4dXRKdlBjV0xWcUVyVnUzVnVzYXVWeGU2ZnV6THVYazVDQWxwZXIvUFNCNmxqRzRJaUlpSWlLcVIzK2tiTVJmS1p0cmZQMHY4WXZyUEx5S2pJekVDeSs4Z0h2MzdsVTRidlhxMVhqNzdiZHIvYnk0dURpTUhUc1cwZEhSbFk2TGk0c0RBS2pWYXFTbHBlbDk1T2ZuSXo4L3Y4engwbytxQkIwM2I5N0V1SEhqc0dEQmdscS9McXErSi9IZVMwcEtRa1pHUnBYSGF6UWFCQWNIWS9YcTFiVU9yd29LQ3JCbno1NUtnN2tmZi93UjgrZlByOVd6aUo0VjdIRkZSRVJFdFJJZUhvNVR4NDhoTmpZR3RsWVcrRHNxdHFGTG9uclFzYTBuOGd1TDRlbmxoUUdEbmtlM2JseStWaFUzcFdHMUNxMUsvUksvR1BZV3JyVmFOaWlWU25VL3pOKy9meDhBa0pDUUFMVmFYZTQxK2ZuNUtDNHV4cDA3L3pTUjkvSHhRV0ZoSVhiczJHSHdHazlQVHd3Y09CQ0ZoWVd3dGJXRlFDQXdPRTRtazhIQ3dnSm1abVlHeno5NDhBQlRwa3pST3paNjlHaFlXbHBpMTY1ZEJxL1p2SGt6UEQwOXkzMDkwZEhSK09DREQyQm5aNGVyVjYvaTY2Ky94dXpaczh1dGtlcEdYYjczNm9OUUtNVE1tVFB4d1FjZndOemNISFBuemtWY1hCeG16cHhacGV2TnpNeHcrUEJoQU1DeFk4Znd6VGZmSUNVbEJYUG16S21YZW9tZU5ReXVpSWlJcU1iV3J2NE1hbWtTT25uWVluejd0dkIwa1FEbzB0QmxVVDJKVFpVaU5rV0tZNy90d05sVHgvSE92UGNhdWlTanR5L3g4enE4MXlvRXQ2djVNcnF3c0RCczJyUko3OWpLbFN1cmRPMWJiNzJsK3p3ME5CUWFqVWEzekNrbUpnWkNvUkN0VzdjR0FOamIyK1BpeFl2NCtPT1BzV3ZYTHRqYjI1ZTVuMXF0eHRpeFl6RjM3bHlNR0RHaXdtZHYzNzRkRGc0T1dMTm1EUURnMVZkZnhiaHg0d0NVQk9mZmZ2c3R0bTNiQmdCbzBxUkp1ZmM1ZWZJa3Z2amlDM2g1ZVdIRmloVTRkZW9VMXE1ZGk2eXNMTXliTncvVzF0WlYrbDVROWRYbGU2KytkT2pRQVo5ODhnbTJiTm1Dek14TUFFQndjTERlbUtLaUlnZ0VBb2hFSXQyeGMrZk80ZEtsUzdxdlI0OGVqY2pJU0J3NGNBRFcxdGFZUG4wNlB2dnNNNXc5ZTFidlhrcWxFbXExR3FOR2pTcFR5OEtGQzlHN2QrKzZmSGxFVHpVR1YwUkVSRlFEV256NjRYdG83eXpFaXdNN05IUXg5SVI0dWtqZzZTTEI4MTJCdldkajhObVNCVmk0OURNQW5LMWl5TVhNL2NoUnBOYjRlanR6RjczclU0cWljVEZ6UDdvM3JkbHVnNk5IajhidzRjTUJBTGR1M2NMQ2hRdng1WmRmb2xXclZ1VmVzMmJOR2lRbEpXSGR1blY2eDhWaU1UNzk5Rk1Bd0l3Wk0vRENDeTlnekpneHV2T1AvNUJlbVlTRUJLaFVLdVRuNXdNQVltTmpkYk54TEN3c1lHbHBDUk1URXdBbHZZOWVmLzExZlAvOTk3QzB0SVJRS0RRWWpwVlNLQlRZc1dNSFFrSkMwTGR2WDh5Y09STUNnUUJEaHc1Rmt5Wk44TmxubjJIV3JGbFl1SEFoL1AzOXExVTNWVTFkdnZkU1UxTXJuUWtsbDh1Um5wNk9jK2ZPbFR2RzF0WVdPM2Z1aEZ3dXgrVEprekZqeGd3TUh6NGNYMy85TmM2Y09ZTmx5NVpoNmRLbENBd00xRjJ6ZnYxNlhMOStIVnUyYk5ITjBrdFBUOWNMcm9DU3dDczlQUjM3OXUzRGlCRWpNSFRvVUhUb29QLy95ckN3TU55N2R3OXZ2UEZHbWRvcW1qVkk5Q3hpY0VWRVJFVFZ0bmJWWitqZ0xNVG9udnpMOWJOcWJHOHY3RDE3RjErdVdZVzM1N0ZYa0NHbjBuK284Yld1bGo1NHkzY2JidVljeHkveGkzWEhJNlJoTlE2dVRFMU5ZV3BhOHRkL0N3c0xBTUNLRlN2S1hhb0hBTm5aMlhCemM0T2xwYVhCODFsWldZaVBqMGYzN3QxclZGT3BSWXNXSVRNelU5ZGY2T0xGaXhnL2ZqeUFraGxkbVptWnlNdkxnMWdzUm01dUx1UnlPV3h0YmFGU3FYU3Z5WkFyVjY1Zy9mcjF5TWpJd015Wk16RisvSGo4KzkvL2hydTdPeFl2WG96QXdFQnMyclFKeTVZdHc5eTVjOUczYjE5TW16WU5ibTV1dFhvOXBLOHUzM3MyTmphWU9uVnF1ZGVkT0hFQ2QrN2NnVWFqUWE5ZXZlRGw1V1Z3WEdrZFdxMVd0eXl4Vk8vZXZSRVFFSUJQUC8wVTY5ZXZSK3ZXclJFWEY0ZERodzRoT0RpNDBxV2xabVptK1Bqamo1R1ZsUVVYRnhlNHVMaWdjK2ZPZW1OaVkyT1JtcHBhNll4REltSndSVVJFUk5VVWZ2NGMxTGxKR0Qyb1kwT1hRZzFzYkc5dmZCWnlEWmN1WGtTM1dnWVhqVTJST2c4cFJYY3FIMmhBYVdobGFXS0w3azFmeEtXc2ZZak52d0lBaUpBZXI4c3lNWExrU0RnNU9aVjcvdmZmZjlmN2dmNXhwMCtmaHB1YkcxeGRYV3RWeDg2ZE82SFJhREIrL0hqMDdOa1Q3NzMzSHRMUzBoQVNFb0xseTVkRElCQkFvVkRBMWRVVlVxa1UxdGJXTURVMWhWd3Uxd1VRajRxSWlNRE9uVHR4K2ZKbCtQcjZZdW5TcFdqWnNpVUFJQ2dvQ0V1V0xNR1BQLzZJS1ZPbXdNWEZCUnMyYk1DdnYvNktIMzc0QVdmT25FRmdZQ0NHRGgyS3dNQkFDSVhjejZvKzFQUzlKeGFMOGRKTEx4bThKams1R1R0MjdOQUZZdkh4OFZpd1lFRzEveDBLQkFJc1dMQUFzMmZQeHIxNzk5QzZkV3RzM0xnUjN0N2VHRHg0Y0pYdUlaRklJSkZJY1BQbVRSdzhlTERNK2Vqb2FPVGw1UmxjTXRtbVRSdmRjbGdpWW5CRlJFUkUxWFRxK0ZGMDhpaS9qd3c5V3pxMWxPQmsyRjhNcmg2VFhGang3bm5sZVRTMEFvQ2Y0ejdVaFZhbHNoWEpzRGV2bXhsQlhsNWU4UER3S1BmOHlaTW5LOXlkN2VqUm8vRHo4OE9EQnc4QWxEUzVkbkJ3MEoxWEtwVlFLQlM2M2Y1S3Z6YTBjOXV0VzdjZ2s4bktITisrZlR1YU5XdW0rd0UvTnpjWEVva0VRTWtPYm8vM3B2cjU1NSt4YmRzMlNDUVN6Smt6QnkrODhJSmVjTkdyVnkrTUdUTUc0ZUhobURScEVzek16R0JpWW9LWFgzNFovZnYzeHc4Ly9JRFEwRkFrSmlhaVc3ZHVESzdxU1czZmU0WjgrZVdYNk4yN04yN2Z2ZzF2YjIvRXhNVGd0OTkrdzRRSkU2cDhqMzM3OXVIcnI3L1dmZjM1NTUvajg4Ly82VlgzL1BQUFF5UVM0Y0NCQTJXdVBYZnVuSzVtb1ZDSTBhTkhRNlZTb2FDZ0FFREpzbFZ6YzNNQWdMdTdPOXpkM1hYblNrVkVST2lXeFJKUkNRWlhSRVJFVkMyeHNmY3d2b05mUTVkQlJzTExWWUo5VjI0M2RCbFBEVmRMSC9SMW1vSjk5eitIWEMwcmMrN3gwT3BTMXU5bDdwRmRuRkpud2RYNzc3OWY2Umh2YjIrRHg2T2lvaEFkSFkzbzZHaGQwMndiR3h2ODl0dHZ1akd2dmZhYTNqWHo1czByOXprWEwxNEVBTnkrZlJzaElTRjQ3cm5uREk3THpjM1ZOV0hQenM3V2hWaWxoZzBiQnBWS2hRa1RKcUN3c0JENzl1MHJjdzhIQndmMDdkdTNUUGd3WnN3WXpKczNENis5OWhvS0N3c3JYTXBHdFZPYjk1NGh1M2J0d3ExYnQ3QjkrM2JNbXpjUHBxYW1tRGx6SmxhdVhJbXVYYnRXMkUvcmNTS1JTTmZEN1hGbnpwekJIMy84WWZEYzRjT0hjZjM2ZGFoVUttZzBHb3dlUFJxZE8zZEc1ODZka1pHUmdUZmZmQk5EaHc3Rks2KzhBaHNiRzV3N2R3N3IxcTNENXMyYmRZRnZVRkFRTndvZ2VneURLeUlpSXFvV0d5dUxoN3NIRWdGZWJuWVFXNW8zZEJtMWxpSXJ3SjBzS2U1a1MzWEg3bVRsSUY5Uk1sTm9TZC91Y0JYWDdvZEpPM01YWFREbFp0VUdYMGRQMDRWWFZRMnQ2dHJhdFdzci9JSCt2Ly85cjI3M3dNZnQyclVMQURCa3lCQk1uVG9WbHk1ZHd2YnQyd0dVTEhWYXRHaVJibXg2ZWpxMmJ0MktvS0FndUxxNlFxdlZsbGtpZGVIQ0JiUnExUW9XRmhiNDMvLytwK3NqWktqSFZWeGNIR2JObW9XTWpBeG90VnJNbWpVTEFQQi8vL2QvYU4rK1BhWk1tUUlBU0V4TXhPN2R1eXY5UHVUbDVVR3BWR0xVcUZFUUNvVVZMbUdycWg4am9uRXFJYm5XOXpGRy8rcm9oNTd1enJXNlIyM2VlNCs3ZHUwYXRtM2JodG16WjZOWnMyYTY0NzE3OTBhblRwM3cwVWNmWWVQR2piQ3hzYW5TL1V4TVROQ3hvK0hsOEhGeGNlVmVWeHAyaFlTRVlNdVdMWHJubWpWcmhsbXpabUhidG0wNGZQZ3czbnp6VFZoWldVRXFsZW8ySWdDQW5Kd2NpTVhpS3RWSjlLeGdjRVZFUkVUVmN2MzJQUUJkRzdvTU1pTFhvKzQxZEFuVmxpSXJ3TW1FWkZ4SnpVQjBsaFNwc29JeVk3enRKYkF4TjRPTmVkMEVjem1LVk56TU9ZN3VUVitFbTVVdjNtcXpEVjlIVDRPOXVXdTFRaXQ3aStyM2s5Sm9OQWdMQzlOOW5aU1VCQUM0ZWZNbTB0UFR5NzN1d1lNSHlNL1B4OUdqUjNYSFdyVnFoZUxpWXB3OWV4WmlzUmlXbHBad2RuYld6WUlDZ0taTm0yTEFnQUc2cjJOalk3RjE2MVowNmRJRmJkdTJCUUE0T2pycW1xRGZ2bjBiMmRuWjZOYXRHd0JnN05peGtNdmxBRkNteDFYSGpoMTFEYnUvL2ZaYjlPblRCMzUrSmJOQUh3MHRnSklBN1pkZmZxbndlNU9Sa1lIcDA2ZGp5SkFobkdGVlJRcU51dkpCRDlYMWUrL3hIZmNTRXhQeDZhZWZJakF3RUMrK1dIYmpndURnWU15YU5RdWZmUElKbGk5ZnJsdXE5eVFkT0hBQUowK2V4T3V2djQ0ZE8zWmcxNjVkY0hkMzF5MHJmSFJwWUVoSUNMUmE3Uk92a2NpWU1iZ2lJaUlpb21mRzVkUU0vQko1QnljZXpvUnhGbHNod01VUlB2WSs2T3JpaURZT2RUT2IwTTJxamNIanBUc0Vsb1pYd2UxQ1lHbGlVK1hRU21RaXJ0RXlRYlZhclpzTlZVb2lrV0Q3OXUyd3RyWXVzelJKbzlFZ016TVRJcEVJdHJhMmV0ZU9HalVLQ29VQ0hUcDBLSGRteUMrLy9JSzh2RHpNbkRtejNKcXVYNytPQ3hjdVlQcjA2Zmo5OTkvUnUzZHZLQlFLQU1EQWdRT1JscFlHNEo4ZVYyRmhZYkN3c0lDZm54LzgvUHh3NTg0ZEtKVktUSmd3QVQ0K1BsWCtYcHc3ZHc1ZHUzYlZOWFZmdjM0OXJLMnRLNnkxSmw3emI0UFgvQTIvRDU0bGRmM2VlelM0U2tsSndYdnZ2UWNiR3hzRUJ3Y2JmTDVFSXNIQ2hRdXhjT0ZDZlBEQkIxaTJiQmxFSWxHRk5SY1VGR0RVcUZFR3oxVzJrNlVoUFhyMFFIUjBOSUtEZzlHcFV5ZTg4ODQ3Y0hGeDBjM2VlclNlaGdqV2lJd2RneXNpSWlJaWF2UXVwMmJndTJ1UnVKS2FBYkdaR1daMGJvZkovbTFnWTE0L00yd3NUV3poYXVsamNHZkJSOE9yUjBPb3Fpd1A5TExwVnFONnpNek1zSFBuVHQzWEtTa3ArUGpqaitIaTRvSlBQdmtFRW9rRUlTRWgrUG5ubjNVOXFuYnQyb1VmZnZnQmt5Wk5Ldk5EdkVhandmRGh3L0hWVjE4WmZGNU1UQXh5Y25JcXJDa21KZ1lGQlFXUXlXUTRjZUlFVnExYWhjT0hEeHNjbTVpWWlJeU1ERXlhTkVsMzdNeVpNd0NBUFh2MjZDMUxOS1N3c0JCQ29SQlNxUlFyVjY2RWw1Y1hsaTFiaGl0WHJ1RENoUXRZc21RSnJLMnRrWkdSQVZ0YjIwcUREYXE2dW43dlBYcWYrZlBuUTYxV1krWEtsUlV1QSt6Y3VUT0NnNE94YXRVcUxGaXdBRXVYTGkzVEc2MlVqWTBOUEQwOUVSUVVoRTJiTnFGbHk1WVlQbnc0VnExYWhlZWVldzQ5ZS9hc2R2TjBSMGRIQkFjSFkvejQ4Zmo1NTU5MXN4UFQwOU5oYm03T25sWkVsV0J3UlVSRVJFU04ycytSZDdBbS9CcWN4VlpZMHJjN1JubFh2VWx6YmZSMW1xSUxxUjczYUhnRlZMMm5sYjlrWUszck9udjJMRmF2WG8xT25UcmgvZmZmMTgwOFVxdlZ1dDMvQUdEaXhJbHdkbmJHNTU5L2pzdVhMMlBtekptNnBYMUNvYkRNc3J5YXNyUzBoSitmSC96OS9jc05ydkx5OHJCMTYxYjQrZm1oUTRjT2tNbGtPSGp3SUlSQ0lZcUxpOHVNTHlvcXdydnZ2b3ZwMDZjaklDQUFiNzMxRm54OGZQRCsrKzlqeFlvVldMUm9FWUtEZy9INTU1OWo4K2JOOFBUMGhGS3B4TnR2dncxZlgxOTg5TkZIdWg1YlZIZnE0cjBIbEN3dFhieDRNUlFLQlZhdlhnMFhGNWRLbnoxa3lCRGs1K2RqMDZaTm1EbHpKaFl1WElndVhicVVHVGRvMENBTUdqUUlHbzBHSzFldVJJOGVQUkFZR0FoemMzTjRlSGdnTURBUUFMQjA2VktNSGoyNjB1ZCsvLzMzMkxObmo5Nng4K2ZQQTRCdWg4M0h3em1SU0lTUWtKQks3MDMwckdCd1JVUkVSRVNOVXI1Q2lUWGgxM0R3Ymh4R2VyZkV2TUF1OVRiRHlwRHVUVi9FbnlrYmthTklOWGgrMy8xVnNMZHd4YVhNL1ZVS3JUeHR1dXFDcnBxSWlZbkJ0OTkraTcvLy9odWpSbzNDbjMvK2lRa1RKdWpPcTFRcXFGU3FNajlFOStqUkE0bUppUWdLQ2tLUEhqMHdhZElrK1B2NzE3aU94NW1ZbU9ERER6K3NjRXhtWmliTXpNenczWGZmWWNPR0RmanBwNThnRkFyUnYzOS9YUytzMjdkTGRyZjA5ZlhGK2ZQbkVSTVRZM0RaVmZ2MjdiRnMyVElzV3JRSUd6ZHV4UHZ2djQ4TEZ5NUFwVkpoeG93WldMbHlKYjcvL25zRUJRWFYyV3Q4MXRYbGV3OEFGaTVjQ0hOemM2eGV2UnFwcWFuNDZLT1A5SzdMeWNsQmRuYTIzZ3c5b0dRSnE0Mk5EZGF1WFl1VksxZGkyN1p0NVM3NysvUFBQNkhSYUhSQjFlT3VYTG1pNjYxV2tjREFRSU1oYjNaMk5yNy8vbnYwNmROSDE5dXRWSFdYSWhJMWR2d1RRVVJFUkVTTjBxeERZYmlUTGNXN1BUcGpzbi9WZXlEVnBURXRGbUI3ekRzR3o4blYrZGdZUGIzcTkycStvTVoxeU9WeWZQTEpKekF6TThPYU5Xdmc2K3VMdm4zNzZvMEpDd3REYUdpb2JtZTBVazVPVG5Cd2NNQ3Z2LzZLWDMvOUZScU5SdS84d1lNSGNlVElFV2cwR2xoWldkV29Qa1BMdHZMeThnQUF5NVl0UTFSVUZQcjE2NGV6WjgvcTZsaTBhQkZ1M0xpaEM2NGlJeU1SR2hxS3paczM0K1RKazNCd2NDZzNZT3ZVcVJOV3JGZ0JiMjl2QUNVellNNmVQWXVRa0JCRVIwZGo1ODZkYU5XcUZmcjE2MWVqMTBQL3FPdjNYdHUyYlRGNDhHQzgrT0tMdWwwb1gzNzVaYjNyZHU3Y0NTY25Kd3dlUExoTVBVT0dESUdUa3hPc3JhMWhZMk9Eb3FJaXZmTmFyUlpIamh6QlYxOTloVGZmZkJQMjl2WUFTbVpCWGI1OEdkN2UzcmgxNnhhS2lvcmc1dWFHbUppWWNsOTdjWEV4L3Zyckx3d2VQRmkzS1FFQXlHUXkzZkxXeE1SRURCOCtITjI3ZDYvQ2Q1UG8yY1RnaW9pSWlJZ2FuWTlQWGNTZGJPa1RYUnBvU0h2SlFMellmRDcyMzE5ZHEvdE1hcmtNYmxhK05iNWVKQkpoM2JwMWFOS2tpVzQyUjhlT0hmWEdSRVZGd2NURXBNeHhYUTJUSnVHbGwxNHEwOStuVzdkdUdEbHlKQ0lqSTNIbzBDSGRjYTFXQzdXNlpQZTVSLzlaK25sbFRwOCtEYUJrZDdtVksxY2lJQ0FBbHk5ZnhxZWZmb3FYWDM0Wi9mcjF3NDBiTjNUanBWSXBKQklKTWpJeUVCNGVqcGRmZmhsQ29SQkFTWitseDVjVWR1clVTZmQ1ZEhTMExsaVlNV01HSWlNanNXN2RPZ1FFQkxEL1VDM1Z4M3Z2blhmK0NZTTlQRHpnNGVHaE4zN2Z2bjFvM3J3NXhvMGJaL0IrSFRwME1Iajg2TkdqMkwxN054UUtCVDc2NkNPOTJWYWpSNC9HbGkxYmNPblNKUWlGUXZUbzBRUGR1blZEWkdSa21UOFRoWVdGMEdnMG1EMTdObEpUVXpGMDZGRGR1UXNYTHVDcnI3N0Nnd2NQTUd2V0xKdytmUm9mZlBBQnVuYnRpbG16WnFGVnE0Yjc3eFdSc1dKd1JVUkVSRVNOeW9tRVpCeThHNGNabmRzMWFHaFZxcC9URkFDb2NYZzFxZVd5V2kwUkxPWGc0SUFwVTZZZ1B6L2Y0SG1GUWdHbFVva3hZOGFVZTQ4MzMzeFQ3NGR3b0dSV1RHQmdJSm8yYlFxVlNxVTdmdlBtVFF3Yk5reHY3Tnk1Yy9XKzd0eTVjN25QR2pac0dCSVNFakIvL256WTJOamcyclZyV0xGaUJVYU1HSUhwMDB0bXFsbFpXU0U2T2hvblRwekF5Wk1uOGR4enorSEFnUVBRYXJVWU1XS0U3bDR0VzdiRW1UTm5zR2ZQSGpnNE9PZzlKeW9xQ2pFeE1SZzdkaXlBa21WYUgzNzRJWEp6Y3hsYTFaSDZldS9WTlhkM2QvenJYLzlDang0OWRLRm5xWEhqeG1IczJMSFl2Mzgvek16TVlHcHFpdDkrK3cxSGpoeEJpeFl0ZE9NMEdnMU9uVG9GQUxDd3NNREdqUnZoNE9DQXc0Y1A0K0RCZzdoNzl5NWNYRnl3YXRVcWRPalFBUk1tVE1EUm8wZXhaY3NXekpvMUM4T0dEVU5RVUpCdXBoY1JNYmdpSWlJaW9rWm1UZmcxZU50TE1LdEwzZlZocXExK1RsTmdiK0dHZlltZmw5dno2bkd1bGo1NHBkV250WnBwOWJpMzMzNWJMMXlxcnRhdFc1ZTVYK2xzRXk4dkwzaDVlUUVBeG93WlUyNXZvRko3OSs2dDhMeWJteHMrK2VRVEFDVTlydGFzV1lOWnMyYnBoUmNEQnc1RWFHZ29saTlmam1iTm1tSGt5SkVRaThYdzh2TFNhOWc5YmRvMFpHVmxZZHUyYlhwTndJR1NYZVRHalJ1bnQ2ek0yZGtaenM3T0ZkWkgxVlBYNzczNjRPdGI4WjgxZ1VDQXc0Y1BJeTR1RGtESlRMN1dyVnZyelFBVENvVm8wNllOQWdJQ01HUEdEUHp4eHgvWXNHRUROQm9Obkp5Y01IdjJiSXdZTVVMWG1CNEFCZzhlako0OWUyTEhqaDNZdjM4L05Cb05nb09ENitkRkVqMkZCRnF0VnR2UVJSQVJFZEhUWThpUUlRajk3S1dHTG9PTXlKQ0ZJUWdORFczb01nQUEzMXlOd0hmWElyRjV4QUFFdURnMmREa0dYY3pjandocEdDS2t4dzJlOTVjTWdMOWtZSjNNc21wTXRGb3RkL29qbzZIUmFDQVFDQXkrSnpVYWpXN0dsbHd1eDQ4Ly9vanUzYnZEMzkrL3pFeXV4OTI5ZXhldXJxNmM3VWYwQ002NElpSWlJcUpHNCtEZGVIUnhibWEwb1JWUXN0dGdhU2dWazM5SmQ5elN4S1pPWjFjMU5neXR5SmhVRkVBOWVrNGtFdUdOTjk2bzhuMUxOd3dnb244d3VDSWlJaUtpUnVIQTNUaWt5Z293TDdEOHZrbkd4c3VtVzBPWFFFUkVaTlFxbnFkSVJFUkU5QVJFSldiaCtyMk1LbytYeXVTNGZpOERLVm15ZXFsSG85RkFyZFpVNjVxaVlpV2tNbm05MUZNVGFyVUdhZGt5Wk9VVlZUNjRrVGg0Tng3T1lpdjA5M0JyNkZLSWlJaW9qakM0SWlJaW9nYjM2VS9oQ1A3MlpKWEgzNGg3Z09CdlQrSkFlR3k5MUxOdzIya00rK0JYUEpBV1ZtbDhmcUVDNzM1ekF1OXNQbzZNS2w1VFhRVkZDdVRrVnowWWU1QmJpQ21yanVEakg4N1ZTejNHSmtWV2dDdXBHVWF4aXlBUkVSSFZIUzRWSkNJaW9rWkhvOUVnSzYvaWtNZk1WQWlKV0ZRbno3TVdtY0t0cVJnbmJ5Umg3dWJqV0RPelA1enRTeHJyenZ2MlJJM3UyZHZQRmVQNitBQUFNbklLOFA3Mk16QTFFV0R0ckFHd0ZwblZTZDJOeVluNFpBREFLQjhHVjBSRVJJMEpneXNpSWlKNm9vb1ZLbXo5ODZiZXNmd2lCUUJnNDRGclZicEhTbFlCQU9EdjJBeTlhMW8wczhYSVFFL2tGeWt4K2JOREZkNmpuWWNEL3Z2bVFQeHlJZ3BxdFJhdkR2S3JjTHhLcmNHdWs3ZlIxTllTUXdQMHd4R2hVSWlGRTN0QXJsRGp3dTFVek45eUV2Lzk5d0E0MkZyaXhyMEhWWHBOajJ2cFpLdjczTmJhQXVhbVFzU2tTUEhSLzg1aTViK2VnN21aQ1FCQXJsREIwQ2JSeFVvMUFFQ2oxYUtvV0dud0dRS0JBQ0x6eHZIWHdTdXBHWEFXVzhGVnpKMjRpSWlJR3BQRzhUY1ZJaUlpZW1vbzFScnNQUnRqOEZ4NXg4c1RreUpGVElwVTkzV0Fqek5HQm5yQ3dzd0VVd2IvRTBTRm5McURKdGJtZUw1clM5MHh4eVpXQUlCZno5eUZVcVdwTkxoU3F0VFk4VmNrZkp2Ymx3bXVBTURVUklqRmt3TXhmOHRKbUFpRk1CRUtrRmRRak4rWGpqRjR2d0s1RXBibXBoQUs5WGRLT3gyUmpOVWhsL1NPaWN4TjhXbFFIOHpaR0lZYjl4NWcrYy9oV1BKYUx3aUZBc3o4NzE5SXpTNG90KzQ3U1RrWXZXU2Z3WE5tcGtJYy9uUjhoYS83YVpDdlVPSmtZakltdGZOcDZGS0lpSWlvampHNElpSWlvaWRLYkdsZUpzeDVZOTFmeUpBV2xodnlQTzVzWkFvKzMzMFJZM3A1WWRwUWY5MXhrNGRia0l2TVRURjFjRHNBUUZaZUVYNDRlZ3NqdXJmU0hhdExaeUtTY1B0K05vWjA4WUNIVXhPc25OWVhGbVltaUUvTHhZS3RwekN4bnk5ZTd0ZW16SFdmN2JxSWRHa2hQbndsRU83TmJIVEh6VXdNdHlCMXNMWEU4cUErZUdmemNaeTdsWUlmdzI1aDZ1QjI2T3J0aEd3RHZhL2tDaFd1eG1SQWJHbUdEcTJhR2J5bmFUblBldHFjU0VnQ0FQYTNJaUlpYW9RWVhCRVJFZEVUWjJsUk56MmFURTJFbGQ3cjZ0MTBBRURIY3NLYjJycHdPeFYvWEk1SDJ4WU84SEJxb3VzLzVXSnZEYkdsT2I0N2NnTk9kbGJvMTZHNTdwcUx0MU54N2xZS25PMnMwTFNKWlpXZjFkSzVDWmE4MWhQN3o4ZGkvTVArVjIrUDdXcHdiRnEyREZOV0hZRjdVeHNzbmRxN0ZxL1ErSlV1RTJ6aklHbm9Vb2lJaUtpT01iZ2lJaUlpUFlWS0ZSUWFEVlJxRFJRYU5aUnFEWlFhRFpScURSUnFkYjArdTd3bGJiVngrVzRhVElRQ2RQUjByUE43VjhUYTBod2ZUZzdFZjc0K2hpLzJYRWFMWmpabzVTS0JVcVhHVjcrWDlPV2EvMUwzYXZlWTZ1emxoTTVlVGdCS2RqUFVHT2h2QlFDeW9wSytWbXFORnJrRnhlWGV6OUxjVk5jdjYybDFJaUVaL1QzY0dyb01JaUlpcWdjTXJvaUlpSjRTQlVvVlpBb2xDcFJLeUJSS3lCU0toOGNVRDc5V29rQ2hoRXgzL3VHSHN1UzRpOWdhQ3JVYUtvMEdpb2VoVkVrNHBVR2hVbFhsT3V6cThUVSsycGVxSWducGVUaDFNNm5TY1FxbEd1ZWpVdEhKMC9HSjdzU25WSlY4YjkyYml2RlNYeCtjdTVVS0NBUW9LbFppOTZsb3BHWVhZRVQzVnZCMms2Q29XQWxURXlITVRLc2ZIcjIrK2pEeWl3dzNYaTkxTnprSEU1YjlYdTc1Lzd6WUdhTjdlbFg3MmNiaVJFSXlaQXExTEpwaEFBQWdBRWxFUVZRbCtudTROM1FwUkVSRVZBOFlYQkVSRVRXZ3JDSTUwbVNGU0M4b1JKcXNFSmxGUlVqT2t5R3JTSTc4aCtGVVNWaFY5V0NwUERueThtZmRHSXVxOXFBNmRmTitsWUtyaTlHcEtDcFdvWmVmSzlScWplNjRRQ0FvMHhTOUxtMCtkQjIvbjQvVk96Ynp2My9wZlgzNFlod09YNHdEQUl6dTZZbi92TmpGNEwyK08zd0RTWm41ZXNjV3ZOd2RWaUl6REExb2hhTGlrdmVHUnF1RlVGRDExM1FuT1FkM2szT2VhS0JYSDM2T3ZBT3htUmxuWEJFUkVUVlNESzZJaUlqcWlWeWxSbksrVEJkS3BSZjhFMUNsRlJRaVhWWUlwVVpUK1kyZUlhTSsybHVsY2VvcWZ0OE9YYndIQU5pdy94bzI3TCttTys3dFpvZU4veG1zKzdwQXJzUzRwZjhzVXl4OEdBYk4vUEl2MUNiZTZ0bldGVTJzemNzOW4xdWd3UG1vbEFydmNTUHVBVzdmejlZN3Bud1l3czE2b2FQdTJOZS9YME5NaWhSVEIvdnBsaElDd04reEdiZ1drNEhBdGk1bzI4SkJiL3pkNUJ5SUxjdXZ6OWhGWjBseEpUVURNenJYZmROOUlpSWlNZzRNcm9pSWlHcEFwZFVpL1pFQXFpU1FLdEFMcG1TS2lwZHdVVm1ET3JXbzByalViQm11eG1SVU9PWitSaDR1MzNuWW1MMTFNM2c0MlFJQWpsMUwxQnZuS0xHQytXUEw5T1JLTmRRYUxVVG1wbnF6bUNwYmx2ZTRWd2I0Nm9WRmo0dEt6S28wdUZyMmVtOG9WU1ZCMWVMdnp5QTJOYmZNR0kxR2cyS2xHcEVKbVhodnl5bjRlVGhneWlBL0JQZzRJeUkrRXo4ZGo0S2QyRUt2bHRLZENLMHRuczYvRGtablNUSHJjQmpFWm1hWTdGOTIxMFlpSWlKcUhKN092NmtRRVJFOUlWb0FTWGt5eEdSTEVaT1RxL3ZuL1R4WnVVMnhxZWJlR1dkNGg3ekhuYnA1djlMZzZ0Y3pkM1dmOSt2Z2psR0JKWDJjU25jWkxQWDEvdzNHNDk3YmNoTFhZakt3L3MyQmFDYXhBZ0FVRlN2cnBYbDhaU1Jpa2U1elEzMnc4Z3FLSVMwb3hydmpBekNtbHhlK09YUWRWMk15OE5IL3ptTDd2R0gvekJoN2JPcVl0NXNkaXBWcU5HMWlWWC9GMTRNcmFROXdKeXNIMzF5TkFMVEFOeThNaEkzNTA3M2NrWWlJaU1ySDRJcUlpT2loM0dJRm9yTnlFSk9kaTVnY0tXS3ljM0V2SnhmeWV0NUo3MW56ZldnRU1uT0w5STdsRlpiMDMxcXo1MUtWN3BFdUxRUUFYTG1iWHVhYVFaMDk0Q1N4d2grWDR5QXlONEZjVVRmLy9pd3R6UEQ3MGpIVjZpUDFKR3crZEIzSHJpWGdoUjZlbURyWUQ1Ky8wUStYb2xPUklTMkNrNTIxYmxtaHFWQ29kOTJrL3I1MVhrdkExbDExZnM4eXRDV0JjaXVKTGJhUEhzelFpb2lJcUpGamNFVkVSTStjWXJWYUw1d3FuVW4xTkRRdmJ3eE9SeVFqSVQzUDRMay9Mc2RYNjE1eGFibUlTOU5mT3VmcElzR1JTM0ZRYTdTWTFNY0hPOE9peXIxZW9WUkRWcVNBbGNnTUl2UEsvMXFrMFdoUnBGVEJ4RVFJVXhOaHBlTy9PM0lETmhYMGtNb3ZVbFI2ajhxTTZONGFDUmw1T0JBZWk2UFhFakNwbnkvRzkvR0d4Y1BYSTFlVTlPc3lONnYrcm9YVjFkL0RIYm5GOWZ2blNLUFJJaVluRi9HNWVWZ1RmZzBmOSsxZXI4OGpJaUtpaHNYZ2lvaUlHcjJrZkJsdXBHZmhSa1ltcnFkbklpWmJDaTd5YXpqZnZ2MDh0STh0czN5UVc0VDN0cHhFYW5ZQmdpZDB3K0RPSmIydVVyTUxrRitrUUF0SFc0ak1URkFnVitLZHpjZHgvMEUrM2h6WkNTLzI5Q3h6ZjZGUUFMT0xjY2lRRmlMQXg3bkM0T3JVelNSOHZ2c2lncDV2aDFjSCtsVmErK1pEMS9ISDVYaXMrL2NBK0xkc1d1bjQ2UHZaMEFKUXFqUXdmUmgyS1ZVbC9iUE1UWVVRQ29VUW1adkNyQW9oV0huOFd6YkZWMjhOUXVqVkJIeHo2RHEyL3hXQmxrNjI2Tld1WkplOUhGbEpMeXNieS9xZm1mVEY0TjcxL294U0g1KzZnSU4zUzNabFpIaEZSRVRVZURHNElpS2lSa1doMWlBcU0xc1hVdDFJejBRMloxSVpGYUZRZ0VjYkxpV2s1K0tESFdlUW5sT0lhVVA5TVRTZ3BlN2NqdEFJbkx5UmhQV3pCNkp0Q3dmWVdsdGd4YitldzM4MkhzT21nMzhqTlZ1R21TTTZsT245OUVLUDF1amIzZzBKR2ZsUDZtWHA4VzF1RDFtUkFxOFA4Y2U1VzhuNDV0QU5CRThJd0tET0h0aXcveXArUHgrTHI5NGFoRll1a2hvL1E2dlY2bVpUQWNCei9tN28yTG9aUXE4bW9MT1hJNHFLU3hySkp6NzhIa2pFSXQyeFI1bWFDQTMyempKMkgvZnRBUjk3TzZ5OWNBMGp2VnNpd01XeG9Vc2lJaUtpZXNEZ2lvaUlubXJaOG1MOG5mWUFOOUl6Y1QwakU3Y3pjNkRVYUJxNkxLcWlNeEZKV0JWeUNVWEZLcncrcEIxZUdkQzIwbXVjN2EyeGJ0WUFMTmg2Q3Z2T3hlRDZ2UWQ0ZTB3WHRIdHNCcFNObFFXQWhnbXVoblJwaVNGZFNnSzRldzkzQVd6aGFGdnUrSWk0QjlqNlp3VGVHTmEreXM5SXp5bkFsRlZIREo3N1BqU3l6TEU1RzhNTWpwMDhvQzMrTmRTL3lzODFKcFA5ZmZCVFpEUyt1eGJKNElxSWlLaVJZbkJGUkVSUERZMVdpN3ZadVhxenFWSmtCUTFkRnRWQWZtRXhOaDI4anRDckNSQUtnRmJPVFpDZVUxQ20wWHIwL1d3QXdNL0hiNk9KdFg2dnFOSWdLQzR0Ris5c1BvNCsvbTU0NlRrZitIbFV2b1R2U1pISzVEZ2RrUXc3c1FVOFhacVVPMDZ1VkNNaVBoT3hxZElLZTJJOVNtUnVpbDUrcmhXT1NjMHVRRnhhTGh4c0xkSEczYzdnR0ErbjhnTzFwOEVvNzFiNDdsb2tVbVFGY0JWYk4zUTVSRVJFVk1jWVhCRVJrZEdTS1pXNG1aNkZ2OU1mNEdaR1NZOHF1WW83L05VM2tZa0p6RXlFTUJNS1lXNWlBbE1USWN5RndvZkhUSkJjaTN0ck5CcnNQeCtMSDQ1R0lyOUlDVWVKRlQ1NHBRZCtENC9GaVJ0SlpjWXJsQ1ZMNGE3Y1RZTlFXTFlQMUpkdkRzQzVXeW5ZR1JhRk14SEpPQk9SakxkR2RjS1kzdDU2NDY3ZXpkRHRMcGhmcElTbFJmMzNlNUlyVlBoODkwWElGU3BNSGV5bnE3OTBWMEtGNnArWmdmY2ZsTXdNYTJwcmlXSmwxZDdqRXJFSTQvdjRvRVByWmdiUEZ4UXBNR2RUeVN5clhuNnVtRE9tUzQxZml6RWI1Vk1TWEoySVQ4WmtmNStHTG9lSWlJanFHSU1ySWlJeUtqRTV1VGlkbUlKVGljbUl5TWhpRS9WSG1BZ0VFSnViUVd4dUJodHpjOTNuSlIrUGZHMW1CaHNMYzkzbll2T1NyMVB5WlRBVGxvUlNKVUhVUDUrYm1nZ2hNcWxhbjZNaEd6NnY4V3NRQ29WSXl5bUFUSzdFNko2ZW1EYTBQYXhGWnVYT2t2cjBwL000ZVNNSlg4enNqN1l0SEF5T2FlMGl3YUJPTGZEOTBVaWtaaGRnVkdEWmh1MW5JcE54SnZLZnlNMVJZbFhqMTFBVmw2SlQ4ZldCdjVHY0tVTXZQMWVNNy9OUG9OS3NTY216VisrNWhMYk43YUZRYVhEdVZncUVRZ0g4UEJ4d0xTYWowdnNyVldwOGMrZzZmajF6QjRlV2pTdlRveW83cndnZi8zaGUxOS9xUUhnc1lsSnlNSHRrSi9pVzgzMThXcm1LcmVGdEw4SEJ1M0VNcm9pSWlCb2hCbGRFUk5UZ3ppZWw0Y3o5Rkp4TVRFYWFyTENoeTNuaW5Ld3Q0V1J0QldleE5WekYxbWhxYlFsbmF5dllXNG9lQ2FyTVlHbGF1Lzl0MjRzczZxamkycGsxb2dOR2RHc0ZENmZ5bDg1Vmw0dURHQXNuOW9CR296RTRNMnY2c1BZWTFLbGtwOEo1MzU0b2MxNnQwVUx4eUV3bmphWWtNbFdxTmZySHRSVkhxUmR1cDJMYm56ZHhMelVYWnFaQ1RCbnNoOWNHK2oxc1NGOWllTGRXQ0wrZGdzajRUQ1NrNXdFQW1qYXhSTkNRVHBDSVJWQ3BTMlppQ1I1cFlGOUtXbEN5MGNDNzM1eEFhbllCSkdJTEtGVWFYWENsVm12dzU1VjRiRGx5QS9sRlNyZzFGZVBOa1IzeHk0bG9STVJuNGo4Ynd6Q2tpd2VtRDJzUEIxdkxDbC9MMDJTVWR5dXN2WEFOK1FvbGJNenJmellkRVJFUlBUa01yb2lJNkltVHlvdHhLakVGcCsrbklEd3BEVVVxVmVVWFBhWHNSUlp3RWx2cGdpbG5hNnRIdnJaQ1UwdVJidW5ZczBJb0ZDSzNvQmlyZGwrc2RPenRoejJ1Zmp4MkMwMnNLdzdlekUxTjhNNjRyZ2JQV1l0TTBlemhMQ3NmZHp0WW1PblBVUHJoNkMzOGNQUldtZXRlWDIyNCtYbDVXam5ab3JCWWhkRTlQZkZ5M3pad3NpdmJjOG5HeWh4clp3MkFWcXVGUnFPRlFBQmQyS2JSYUJGK094VkFTWmoxcUxoVUtkSnpTbnE2cFdZWG9HOTdkOHdaMHdWV0lqUGtGUlRqNkxWRTdEdDNGNm5aSldNNmV6cGkwU3M5SUJHTDBNUFhGV0YvSitDN0l6Y1JlalVCcHlPU01hbGZHN3pVdHczTXpaNitIUVVmMS9WaFkvWVRDVWtZNWQycWdhc2hJaUtpdXNUZ2lvaUlub2k3MmRLU3NDb3hCWkVQR3NjU1FMR1pHWndmaGxDUGhsRk8xbFp3ZnZpNXFZSFpQd1NrWkJYZzJOK0pWUm9yRkFwdytXNTZwZU1zelUzTEJGZU9UU3dSOUh3NytEYi9aM25jaDVONzZqNlhpQzNRenFQcVMrZVNzMlNReW9yTFBlOW9aNDBmM2h0UjVmdk4vUEl2Q0FRQ21Ka0lJUlFLa0NFdGhGUldES0VBNk43R1dXOXMxUDFzYUxXQXlOd0VjOGNGb0hzYlp4eS9maC9oVVNtNGNqY2Q2b2V6eEJ3bFZuaDlTRHM4MzdXbDN2VURPM21nbDU4YmZqeDJDM3RPMzhHTzBFZ2N1UnlISmEvMWdyZWI0Y2J0VDRzMkRoSTRpNjF3SWo2WndSVVJFVkVqdytDS2lJanFoVktqd2FXVWRKeEtUTUdaeEJTa0ZUeTlTd0ROaEVKNDJqV0JsNzBFM3ZaTjRHMHZnYStESFd3dHFyYjdHNVUxckZzckRPdFcvd0dEbzUwMVhoM29WKzc1QUI5bkJQZzRsM3YrY1d2MlhNSWZsK1Byb2pRSUJBTFlXbGtnSWo1VGQ4ek1WQWhQbHlhWU9yZ2RXcnRJOU1ZUDc5WUs4ZW01R0Izb0JmZG1ObENxMURoMElSYXhxYmtBZ0xZdEhEQTYwQk1ET2phSGlZbmh3RlJrYm9vM2huZkFrQzRlV0wvL0doSXo4dUJpM3poMjR1dnY0WTVmSXU4MGRCbEVSRVJVeHdSYWJTWE5Hb2lJaUtwSUMrQkthZ1lPM1kxSFdQeDlGQ2lmdmlXQWpsYVc4SEdRUEF5cFNqNDhtdGpBNUJsYnpsZVJJVU9HSVBTemx4cTZqRVpGbzlGQ3JkSEExRVFJUVRYZWF5bFpNcHkrbVlUK0hac2JYSlpZbWJUc0FqalhRWEExWkdFSVFrTkRhMzJmMnJpY21vRi9IejZPTHdiM1FYOFB0d2F0aFlpSWlPb09aMXdSRVZHdHhVbnpjUEJ1SEk3RUpDQ2pzS2loeTZrU2tZa0pXdHMxMFF1cDJqaElJRFpqWTJkNjhvUkNBWVRDNnZlYWNuVVFZMkovM3hvL3R5NUNLMk1SNE9JSXNaa1pEdHlKWTNCRlJFVFVpREM0SWlLaUdzbVdGK053VER3TzM0M0huV3hwUTVkVEtXZHJLM1IwYW9vT1RrM1IwYWtwZk93bHoxeFRkS0xHN2hWL0gzeDNMUklwc2dLNGlodFBLRWRFUlBRc1kzQkZSRVJWSmxlckVSYVhoTU14OGJpWWtnNk5rYTQyRndvRThMR1hvT1BEa0txemN6TTBzN0tzL0VJaWVxcU44bW1GNzY1RjRzQ2RPTXpxNHQvUTVWUlpXc2h1eUNJajRmWHgwb1l1aFlpSXlPZ3d1Q0lpb2dwcHRGcGNURW5Ib2J2eE9KNlFCTGxLM2RBbGxXRnRab3IyamsxMVFWVUh4NllRbVZaLzJSVVJQZDFjeGRibzE4SU5QMGZld1dUL05yQXhmenFXL3NxVDdpUC9WdVFUZldaV1ZoWUF3TUhCOEs2YXVibTVrTWxrY0hWMXJWYmZ0ZnBTVUZBQXBWSUppVVJTK2VCcVNFMU5oVXdtZzdlM2Q1M2VsNGlJNmc2REt5SWlNaWc2UzRyRE1mSDRNellCbVVYeWhpNUhqNHZZR2gyZG1xTFR3NlYvWG5aTnVPeVBpQUFBODNwMnh1aGRCL0ZUUkxUUnpicVNuajhIU2M5ZVpZNkwzSnZEcnFmaGEyU1JrUkMzYTFlbmRlVG01bUxxMUtsNDRZVVhNSHYyYklOakZpeFlBRk5UVTN6MTFWZmwzaWM1T1JuLys5Ly84UGJiYjhQS3lnb0FvRkFvRUJzYlc2VTZURXhNNE9QalUrazRxVlNLZi8zclgyamJ0aTFXckZoUjZYaXRWb3MxYTlaQUxCWmo1c3laRUFvTjc3SUpBRC85OUJQQ3c4TVJFaEpTcFpxSmlPakpZM0JGUkVRNktvMEdmOTVMeEMrUmR4Q1ZtZFBRNWVoWW1KZ2d3TVVSdlp1NzRMa1dibkFSV3pWMFNVUmtwRnpGMWhqcDNSTGZYWXRFZnc5M3RIR28yeGs2dFhGenhuUTBHem9Ndm12VzZSMTNmdWxsZytPVHRuNkhtRStXSXVEd24zVWFYdTNkdXhjS2hRSyt2cjZJaW9yU08yZHZiNCtNakF6RXhzWmk0c1NKWmM0RGdMdTdPMnhzYkJBVEU0T3dzREJrWkdSZzVjcVZFSWxFU0V0THc1dzVjNnBVaDQyTkRYNzc3YmRLeDBra0V2VHMyUk9ob2FFNGQrNGNldlVxRy80OXJtblRwdGk1Y3lmdTNidUh4WXNYdzhiR3BrbzFVZjJKaUloQWVIaDRqYStmTm0xYWhTRWtFVFZlREs2SWlBalo4bUtFM0xxTFg2TmlrQzB2YnVoeUFBQnVOdGJvM2R3VnZadTdvSnVMRTh4TitKZFZJcXFhZVlGZGNDSStHY0ZIeitDbnNVT05ac2xnNTExN2NIUEdOTWp2MzRlb2VYUEk3OTlIWnVpZmtFV1dMQk1VdDJ1SHBrT0dRdFM4T1ZTNXVZajVaQ2w4djFoYnA2RlZSa2FHYm5iUnlwVXJ5NXdmTzNZc1ltSmlBQUM3ZHUzQ3JsMjd5b3hadkhneCt2YnRpMzc5K2lFbkp3ZGZmLzAxUHZyb0l5eGZ2aHd1TGk3WXZIbHpwWFhzM3IwYmx5NWRxbkxkUVVGQnVIVHBrbTZKWTBVRUFnR0Nnb0xnNHVLQ3RXdlhZdTdjdWRpOGVUTk1UZm1qVDBPNmQrOGU5dS9mYi9DY1hDNkhVQ2lFdWJsNXVkZFBtemF0dmtvaklpTW4wR3FOdExNdUVSSFZ1K2dzS1g2OGVSdWhjZmVoMG1nYXRCWlRvUkJkbkp1aGQzTVg5Rzd1aXBaTitOdHhZelZreUJDRWZ2WlNRNWRCUm1USXdoQ0Vob1kyZEJsNm9yT2tlSFhmbi9DeGwrQ2JGd1lhVFhnRkFLcmNYTVQvZHgyU3RtMkJkVnMvMlBqNUFRRHliOTFDUWRRdHVFOTdBMTVMUHE3ejUybzBHc3lmUHgrSmlZbllzR0VEMHRQVGNlN2NPVXllUEZrMzV2ang0L2o2NjYveDNudnZvWDM3OWxpM2JoMWVmdmxsZUhsNTZjWllXVm5Cek95ZjcrZUdEUnR3NHNRSmZQSEZGMmpWcWxXVmF0bTRjU09PSGoycW0zRTFaY29VU0tVVjcxQ3JWcXRoWWxKeC84SnAwNlpoN05peHVxL0R3OE9oMFdqUXExY3ZyRnExQ3FkUG45WWJyMUFvb05Gb0lCS0p5dHhyL2ZyMVZYNDlWSE5hclJiRGhnM0RzR0hETUhmdTNJWXVoNGlNRUgvdFFFVDBqRkZwdFRnV2R4Ky9STjdCell6S2YzTmRuNXlzTGRITHZXUldWUTgzSjFqeXQrRkVWRWZhT0Vpd3BHOTNyRGwvRGFOMkhjQTNJd1lhemJMQm16T21RM1lyRXAxKzJWMm01NVgwL0xsL3p1K3EyNzVMbXpadHdvMGJOL0RoaHgvQzJka1p0Mjdkd20rLy9RWTNOemVNSGowYVNVbEoyTFp0RzlxMWE0Y2hRNFpBcFZKQm85Rmd4WW9WMkxCaEExeGRYUTNlZC9iczJaZzRjU0ljSFIxclhOdm8wYU5SVkZTa2R5dzBOQlF5bVV3dmlLcE1hYzhzaFVJQmMzTnpCQVlHNnM0TkhEaXdURSt0c0xBd3hNZkhHNXpOWTI5dlg1MlhRRFVrazhtZzBXaGdaMmZYMEtVUWtaSGlUd2hFUk0rSTNHSUY5a1RGWUU5VURCNFVGbFYrUVQwd0VRalF3YWxweWF3cWR4ZDQyeHZIRDVGRTFEaU44bTRGSDNzN3pEdDZHcS91K3hQekFqdmpsWGFWTndPdlQvSHIxa0IyS3hLZGQrMHh1QVJRMHJNWE91L2FnMnNUSnlCcDYzZHduejZqVHA2YmxaV0ZZOGVPWWN5WU1lalhyeCtBa2lBbktpb0t4NDhmeDhpUkl5RVFDT0RzN0l6ZzRHQUFnS21wS1pZc1dZSjE2OVpWT05QSnhNU2tWcUVWQUx6MFV0bFpuRmV2WG9XNXVUbW1UcDFhclh2OTl0dHYrUDMzMzdGNDhXSjRlbnJxamdjRUJDQWdJRUJ2Ykd4c0xGSlRVekZtekppYUZVNjFscG1aQ1FDMWZnOFJVZVBGNElxSXFKRzdKODNEanpkdjQ0L1lCQ2pVRGJNY3NLTlRVd3ozOU1EenJWdkExcUw4L2hWRVJIV3RqWU1FUDQ4ZGhubWhwN0VtL0JxK3VScUJ5ZjV0OEVvN255ZXlmRkNWbXd0WjFDMkkyL3JCdEVrVHBJYnNSdlBwYjFUWXQwcmNyaDJhVDM4RFNkdTIxbGx3NWVEZ2dDKy8vQkppc1JpcHFhbVF5K1VvS2lwQ3QyN2QwTDU5ZXh3L2ZoeHl1UndEQmd6QWtTTkhrSmVYcC9meDFsdHZZZno0OFhqbGxWY0FsUFMvdW4zN3R1NytVNmRPcmZObGRYSzVISmFXbHRXK3JtM2J0dmpwcDU4d1o4NGN6SjgvSC8zNzk2L1R1cWh1SlNZbUFnQ2FOMi9ld0pVUWtiRmljRVZFMUFocHRGcWNTRWpHTDVGM2NEWHRRWVBVMEZKaWkrR2VIaGpoMVpLN0FEWXlIWDFiTjNRSlpHU00vVDFoWTI2R2IxOFlpTXVwR2ZnNTRnNit2UnFCbnlLaTBkL0RIUUV1anZDMmw5VGJNc0pyRTE5Q1FkUXRXTGk1b2R1UnYxQ2NuQXhKWU05S3I1TUU5a1Q4ZjlkQmxadXJ1NGQxV3o5MCsrT3ZHdGZTdkhsekxGKytIQ2RPbkNoelRpZ1VRcVBSd04zZEhkYlcxcnFQMGgwRXJhMnQ0ZXZycXhzdmw4dFJVRkNBZ29JQzNMbHpCNk5HamRJRlY0Y09IYXEwUWJ0U3FZU1ZWY1gvYjVESlpCQUlCUGpsbDE4cUhHZHVibzV4NDhicHZtN2J0aTNXcjErUEJRc1dZUG55NWJDM3QwZUhEaDBxdkFmVnI2Q2dvSEliNjZ0VUtnREErKysvRDRGQVVPRjlYbi85ZFV5WU1LSE82eU1pNDhiZ2lvaW9FWkVwbGZndEtoYTdvKzRpVFZiNHhKL2YxRXFFWWEwOU1NekxBNzRPN0ZYUldPVVhGU00yVlFwUEZ5NzFKQ0FtT1FleVlsVkRsMUVsQVM2T0NIQnhSSXFzQU45ZWpjQ0orQ1FjdkJzSEFCQ2JtNkdOZ3gyNnV2eXpYTW5HM0F3K0QvOWIxdFc1V1kyZStXalFWTHA3WUhXbzh2TFEvcnV0a0NmZGg4aTk5ak5TWnN5WWdZa1RKOExTMGhJaWtRZ2lrUWlXbHBiNC9mZmZzV25USm16ZnZyMUs5M245OWRjQkFGRlJVWmd6WjQ3ZU9hVlNDYmxjanFDZ29ISjNpVHQzN2h3U0VoSXFmRVorZmo3a2NqbDI3dHhaN3BqaTRtTFkyOXZyQlZjQTRPcnFpaSsvL0JLSERoMUNodzRkRUJNVGc1U1VsRExYcDZlblE2bFU0dFNwVXdidjM3Tm5UNzFHOU5XUkxTL0d2WnpjR2wxcjdBSmNxcmVzYitqUW9TZ29LREI0N3VEQmc1QklKQmcwYUZDbDkzbThSeGtSUFJzWVhCRVJOUUp5bFJyZjM0akN6b2hvRkNxZjdBK1ExbWFtR05peU9ZWjdlU0RBeFJIQ1NuNWJTazgvVDA4dnhLWXd1S0lTTVNsU2VIbDVOM1FaMWVJcXRzYkhmWHNBZllFVVdRR3VwR1lnT2t1S0s2a1orUFpxaE1Gck5vOFlVTzBmMWg5WHVqeFFucFJVNmRqU01hS0h5NmRFZGJTTXl0cmFHZ0JRVkZTRWpJd01GQlVWb2JDd0VIZnUzSUZXcThYZXZYdFJXRmlJZ29JQzNiblN6MTk1NVpVeVBhSXE4dUtMTDBJc0Zoczg1K2ZuaCtUazVIS3ZMU2dvUUdGaEljYU9IWXZaczJlWE8yNzI3TmxRS0JRR3o5bmIyMlBLbENrQVNzS1JRNGNPbFh1ZlpjdVdHVHkrWjg4ZU5HblNwTnpyS3ZMUmlYQ0VKNmZWNkZwak42MlRIMlozYlYvbDhhVkxUQjkzLy81OTdOcTFDME9IRHNVYmI3eFJWK1VSVVNQRDRJcUk2Q21tMUdnUWNpc0cyNjdmZ2xSZS9NU2VheW9Vb2s5ekZ3eno5RURmRm00d054RStzV2RUd3hzd2VDaU83ZnNCejNkdDZFcklHRnhKa0dIWVU3eDB4MVZzRFZmdlZoaGxJSHZMVnlnUm5aVURvUG96VE1yalBINEMwdmFFd1BtbGx5c2NseHF5Rzg3ajYvNzcrdDU3NytIT25UdGxqZ3VGUW1pMVd1emZ2eDlXVmxhNkQwdExTemc2T3NMUzBoSzJ0cloxVmtlN2R1M1Fyb0krWDNmdjNnVlFlZCtqZ29LQ2NuZWpLeXdzeFBuejU5RzNiMSs4OWRaYm1EVnJsdTZjU3FYQzdObXpJWlBKc0huejVuSmZXMDE2YkpYNnBIOWdvNTF4NWQvTW9VN3VVeG9tOXVuVEJ4a1pHUWdPRGtaUVVCQUdEaHhZSi9jbm9zYUJ3UlVSMFZOSW85WGljRXdDTmwrOStVU1hCSFoyYnFacnNpNStBazJOeVRoMTY5WU5aMCtmeE41ejl6QzJsM0gzTnFMNnRlZjBYZGc2dDBiWHJvMHp4YlF4TjZ1endLcFV5N256Y0duNDg3ZzlieTU4MTZ3ek9PYjJ1KzlBZGlzU2JjczVYeHZ2dnZzdUZBb0ZMQzB0OVFLcTBxV0NPM2JzcVBObjFzVEZpeGNCQVA3Ky9oV09rOGxrYU5HaVJibjMrT3l6ejZEUmFEQmt5QkM5Slg4Ly9QQUQwdExTRUJ3Y0RDY25wN29yL0JIMklndlkxL0g3cHpHUlNxWDQ4ODgvMGFKRkM3UnYzeDdKeWNsSVRVMHRkMGtoRVQyN0dGd1JFVDFsVGlRa1k5T1ZtNGg5UXIvRjliSnJnbUZlSG5qQnF5V2FXZFg4TjgvVXVMenpiakErVzdJQWU4L2V4ZGplVDljeU1hb2JJYWVqY1MvWEhBdVd6RzNvVXA0cW91Yk4wWG5YSGx5Yk9BSFM4UE5vT1hjZVJPN3VBRXFXQjhhdld3TmxiaTQ2NzlwVFo4c0RIK1hwNmFuN1hLdlZvckN3RUZsWldaQktwZEJxdGJoOCtiS3U2WHJwY3IxSC8xbFFVSUJYWDMwVkhUdDJySFV0MTY5Zng4V0xGekZod2dTOVdWTnl1Unlob2FGd2MzT3JjS2RDclZZTG1VeFc3bXlwTTJmT3dNVEVCRDE3NmpmRFQwNU94czgvLzR6T25UdGo2TkNoQUVwMnRsdXhZZ1hlZmZkZDlsRjZRdGF2WHcrWlRJYTVjNnYyMzVDMHREUTRPenZYYzFWRVpJd1lYQkVSUFNWdVptUmgxZmtyaU1yTXFmZG5DUVVDREd6cGpzbitiZERCc1c2V0ExRGpzM0RwNS9oeTdXcDh0dWM2T25uWXdzdFZBaTgzTnVWdnpHS1NjeENUSXNXVk9DbHNYYnl3WU1tOGhpN3BxU1J1MXc3ZGp2eUYrSFZyRUxmMkN4US83UFZrNGVZR3U4Q2U4RnF5RktZMTdLdFVrZURnWU9UazVLQ3dzRkQzOGJqU25kMUtaMkpaVzF2ci9tbGhZUUVYRnhkWVdGaVUrd3lOUmxQbGV1TGk0ckI3OTI0TUdEQkFMN2dLQ1FtQlZDckY1TW1USzd4ZUpwTkJvOUVZN0VHbFZDcHg4ZUpGZE9uU3BVeWZyZlhyMThQTXpBenZ2dnV1N3BpRGd3TnljM094WXNVS2JONjhHU0tScU1xdmc2cnYrUEhqT0gzNk5McDI3WXErZmZ0VzZab1pNMmJnK2VlZngzLys4NTk2cm82SWpBMkRLeUlpSTNkUG1vY3ZML3lOczBtcDlmNHNhek5UakduamljbitiZUJremRsVlZMbTMzNTJQUzVjdTRlVHhvOWgzSlJwaVMzTmNqNHB0NkxLb0huUnE2NG44SWdXOHZMMHg3T1VKalhaNTRKTWlhdDRjdm12LyswU2YyYkZqUnlpVlNyMHdxdlFqUER3Y0lTRWgyTHQzTHl3dExTRXdzTkhHKysrL2p4WXRXc0RYMTlmZy9XL2N1SUVEQnc1VTJMdnFVY25KeVJBSUJIQi9PT01NS05tbGNPZk9uWEIyZHNiSWtTTXJ2RDRqSXdNQUlKR1UzU2ppMHFWTEtDb3FLaE9LL1BycnI3aDY5U28rL1BCRHZkazcxdGJXbUR0M0xqNzQ0QU5zM0xoUkw5U2l1blh1M0Rtc1dyVUs5dmIybUQ5L2ZwV3VLZDJwMHRTVVA3NFNQWXY0SjUrSXlFaWx5UXJ4MWVYcitDTTJzZDZmNVNxMnhxUjJQaGpUcGpXc3pQaS9CcXFlYnQyNm9WdTNiZzFkQnRGVDUvYTc3MEQrMk01NkluZjNjbnRmMVZicERudUczTDkvSHhxTkJpWW1KZ1pESzYxV2k5allXTDJRQ1NoWjFnZVU3TDUzK2ZKbGRPclVTUmN1NU9ibWxydXJvRmFyeGMyYk45RzhlWFBkN0thRWhBUXNYcndZV3EwV0N4WXMwT3RKWlVoNGVEZ0F3TVBEbzh5NXNMQXdDSVZDOU9yVkMwREpUTEM5ZS9maW0yKyt3WWdSSTlDblR4L2s1dVlpUHo5Zjc4UFYxUlZIamh4Qm56NTkwTDE3OXdxZlQ5VjM3Tmd4ckZxMUNwYVdsbGkrZkRrY0hQNloxVjM2Nzl2UVRNRDA5SFFBcUxkK1pFUmszUGpUQ1JHUmtaSEtpL0hOMVFqc3ZSMExsVlpicjgvcTZOUVVrLzNiWUlDSEc0UUdmbEFoSXFMNkkyN1hya3dmSzlNNjNMbXZPa3A3WDYxZHV4YTlldlhTQzYrMFdpMHVYYnFFbkp5Y01yMnRybDI3QmdDNGN1VUtYbnZ0TmJ6NjZxdUlqSXdFQUN4YnRneUJnWUVRQ3ZWM25sV3BWSWlJaUVCc2JLd3VUTHQ4K1RLV0wxOE9tVXlHNE9CZ3ZhYnNwVUZXa3laTllHZG5CMHRMU3p4NDhBREhqaDJEdmIwOTJyZHZyM2Yvb3FJaW5EOS9IdTNidDlmMXY1SktwZmp1dSsrZzFXcHg3Tmd4SEQ1OHVNejNRQ2dVd3RiV0ZoWVdGbGk3ZGkyMmJ0MEthMnZyR24wL1NWOTJkalkyYnR5SWt5ZFB3c0hCQVN0WHJpelR2NnhwMDZhd3NWQTFrTklBQUNBQVNVUkJWTEhSemZxenNySUNBS2pWYXZ6MTExOEFnRFp0Mmp6eDJvbW80VEc0SWlJeUVuS1ZHdHV2MzhLUE42TlJyRmJYNjdPZWI5MENyL3EzUWJ0bTl2WDZIQ0lpS3AvNzlCbVFuajhIUEJJU1NRSjdWbkJGL2ZIeDhjRWJiN3lCdlh2M0lpd3NyTXg1c1ZpTXNXUEhvbmZ2M25ySE5Sb05IQjBkOGNFSEg4RFB6dzhBMEtGREIweWNPQkZIang3RnI3LytXdVplQW9FQUVva0VFeWRPeEt1dnZvcXNyQ3dzWGJvVWFyVWFpeFl0d29BQkE4cU1MeW9xd3ZYcjEzVTl0QVFDQVZxM2JvMTMzbmxIRjNDVXVuTGxDaFFLaFc2MkZRRFkyOXRqeXBRcFNFOVBoNzI5UFNRU0NlenM3R0JuWndlSlJBS0pSQUliR3hzSUJBTDg4Y2NmV0xObURVSkNRaEFVRkZTemJ5anBLSlZLekprekIrbnA2UWdJQ01DQ0JRc01MdThVQ29WWXNHQUJObTdjaUsrKytncmFSMzU1WjI5dmo2Q2dvQ292UXlXaXhrV2cxZGJ6ci9PSmlLaFNvWEgzc1RiOEdoNFVGdFhiTThUbVpoamJ4aE9UL1gyNE95QVJrUkZRNWViaWZPOUFxUFB6QVFBbU5qYm9lVGE4WGhxejE1ZlMza00yTmphMXVzK1ZLMWRnYjI5ZjRTNkNRTW5TUktWU0NaRklWT0ZTd3JpNE9OamIyeHRzM0Y0WnJWYUxFeWRPb0YrL2ZtVm1pMUhOWExod0FUS1pESU1HRFdyb1Vvam9LY1RnaW9pb0FTWGx5ZkRwbVV1NG5KcFJiODl3dHhXWDlLL3lhUTJScVVtOVBZZUlpSWlJaUtpdWNha2dFVkVES0ZhcjhkMjFTUHg0TXhxcWFtd2RYaDF1TnRhWTBka2ZJN3c4MkwrS2lJaUlpUDZmdlRzUGk3THEzd0IrejhvTTZ3QWlxd3ZnZ2h2dWl2dVNacHFpYVlzdGxpMXEyYS9GMUN4YnpMUXdlODF5eThxdHhkS3M5OVZVTkRYTVhWRXpkMUFFUlVSWmgyMlkvWm5mSDhUa3lEb3dLTXY5dVM0dW5lZDV6bm5PQUk3TXpUbmZRMVFuTWJnaUlyckw5bDVOd2FLanAzQkxVM0xYSEVkbzVLekFDNTNhWVV6ckVFaTV4SUdJaUlpSWlPb3dCbGRFUkhkSmFvRUdIeDg4Z2FNM2J0VkkveDVPY2p3VDNnYmoyN1dDWE1MQWlvaUlpSWlJNmo0R1YwUkVOY3hnRnJEbTlBVjhlL29pakRXd0xOQlpKc1dUN1Z0alFvY3dPTXY0c2s1RVJFUkVSUFVIMytFUUVkV2dJeW0zOFBHaEU3aFpvSEY0MzA0U0NSNXAwd0xQZG1vTER5ZTV3L3NuSWlJaUlpSzYxeGhjRVJIVmdGdWFRaXc4ZkJMN2sxTWQzcmRVSk1MbzFpR1kxTGs5R2prckhONC9FUkVSRVJGUmJjSGdpb2pJd1g2NW1JRFBZLytHem1SMmFMOGlBTU5iTk1QVXJ1SHdjM1YyYU45RVJFUkVSRVMxRVlNcklpSUh5ZFRxTUhmL01SeEpjWHp4OVlITkF2Ri8zVHVpdVllYncvc21JaUlpSWlLcXJSaGNFUkU1UU16VkZIeDRJQllGQnFORCt3MVd1ZVBkdnQzUjBiZVJRL3NsSWlJaUlpS3FDeGhjRVJGVlE0SFJpQVdIVG1EbmxXU0g5cXVVU2pHbFMzczgzcjRWSkNLUlEvc21JaUlpSWlLcUt4aGNFUkZWVVd4cUd1YnNPNGFNUXExRCt4MGEzQVRUZTNWQkl5VUxyeE1SRVJFUlVjUEc0SXFJeUU1NnN4bGZ4SjdHenhjdU83VGZaaDV1ZUtkdmQzVHg4M0ZvdjBSRVJFUkVSSFVWZ3lzaUlqdkVaYW54ZHN4aFhNOHJjRmlmQ29rRUwzUnVoNmZDd3lEbHNrQWlJaUlpSWlJckJsZEVSSlZnc2xpdyt0UjVyUG43QXN3V2k4UDZIZFE4Q0cvMjZnSWZaNlhEK2lRaUlpSWlJcW92R0Z3UkVWVWdPUzhmYjhjY1JueFdqc1A2OUhkMXdldyszZEFyeU05aGZSSVJFUkVSRWRVM0RLNklpTXF4SitrNjV1dzdCcjNaN0pEK25DUVNQTnV4RFo0T2J3TzVST3lRUG9tSWlJaUlpT29yQmxkRVJLVXdXeXhZZlBRVU5qaXdBSHZiUmw2WVB5Z0NUZDNkSE5ZbkVSRVJFUkZSZmNiZ2lvam9EbXFkSHROM0g4Q1o5Q3lIOUNjUmlmQjg1M1o0dmxOYlNGaDhuWWlJaUlpSXFOSVlYQkVSM2VaY1JqYW03ejZBTEszT0lmMDFjWGRGMU9EZUNQUDJkRWgvUkVSRVJFUkVEUW1ES3lLaWYyeThjQm1MajU2Q3lVRzdCajdXdGlWZTdkRVJUaEtKUS9vaklpSWlJaUpxYUJoY0VWR0RaekFMZU8vUEkvamphb3BEK3ZOeFZtTHVnSjdvRWVEcmtQNklpSWlJaUlnYUtnWlhSTlNnM1Nvb3hPdTc5aU5CbmV1US9vYUZOTVhiZmJ2QlZTWnpTSDlFUkVSRVJFUU5HWU1ySW1xd2pxV21ZZGFlUXlnd0dxdmRsNnRjaHZmNzljRGc1a0VPR0JrUkVSRVJFUkVCREs2SXFBR3lBUGptMUhsODg5YzVPS0thVmZjQVg4d2JHSUZHU29VRGVpTWlJaUlpSXFKaURLNklxRUhSR0UyWXVlY2dZbFBUcXQyWFFpTEJLejA2NHJHMkxSMHdNaUlpSWlJaUlyb1RneXNpYWpEU05GcE0zYkVYMTNMenE5MVhrSnNyRmczdGkxQlBEd2VNaklpSWlJaUlpRXJENElxSUdvUXI2bHhNM2ZFbnNyUzZhdmNWRWVpSEJmZjFaZ0YySWlJaUlpS2lHc2JnaW9qcXZaTzNNakJ0MTM0VUdrM1Y3dXVGVG0weHBXc0hpQnd3TGlJaUlpSWlJaW9mZ3lzaXF0Zit2SFlEYi8xeENDWkw5Y3F3dThpa21EK3dGL28xRFhEUXlJaUlpSWlJaUtnaURLNklxTjc2NVdJQ0ZodytXZTErbW5tNDRZdjcreVBJM2RVQm95SWlJaUlpSXFMS1luQkZSUFhTRjdHbjhmM1p1R3IzMDdkSkFLSUc5NEpTeXBkTElpSWlJaUtpdTQzdnhJaW9YakZiTEhobjd4SHNTYnBlclg1RUFLWjJDOGV6SGRzNFptQkVSRVJFUkVSa053WlhSRlJ2NkV4bXZMSDdBR0pUMDZyVmo2dGNoay92NjRQdUFiNE9HaGtSRVJFUkVSRlZCWU1ySXFvWDFEbzlYdDd4Snk1bDUxU3JueENWTzc0WU5nRCtyczRPR2hrUkVSRVJFUkZWRllNcklxcnpVdklLOE9LT3ZiaFZVRml0Zm5vRStPS3pvZjJna0VvY05ESWlJaUlpSWlLcURnWlhSRlNueFdmbDRLVWRlNUduTjFTcm53ZENtMkh1Z0o2UWlFUU9HaGtSRVJFUkVSRlZGNE1ySXFxenptVms0YVhvUDZFMW1hclZ6N01kMitEbGJ1RU9HaFVSRVJFUkVSRTVDb01ySXFxVDRyTFVEZ210M3V2WEhhTmJoVGhvVkVSRVJFUkVST1JJREs2SXFNNUpVT2ZpeGUxN3F4VmF5Y1JpUkEzdWpZSE5BaDA0TWlJaUlpSWlJbklrQmxkRVZLY2txSE14ZVhzTUNvekdLdmZoS3BOaHlRTURFTjdZMjRFakl5SWlJaUlpSWtkamNFVkVkY2JWbkR4TTNoNVRyVUxzaloyVldERmlFSnA3dURsd1pFUkVSRVJFUkZRVEdGd1JVWjF3UGE4QUwxUXp0R3JtNFlhdkhoeU1Sa3FGQTBkR1JFUkVSRVJFTllYQkZSSFZldGZ6Q3ZEQ3RqK1FvOU5YdVk4T2piMnhkTmdBdU1wbERod1pFUkVSRVJFUjFTUUdWMFJVcTZVV2FQREN0aitRcGRWVnVZOEJUUU1STmJnMzVCS3hBMGRHUkVSRVJFUkVOWTNCRlJIVldta2FMVjdZV3IzUTZyN21RWWdhM0J0aWtjaUJJeU1pSWlJaUlxSzdnZE1QaUtoV3l0VHE4TUsyUDVCZXFLMXlIL2MxRDhMSERLMklpSWlJaUlqcUxBWlhSRlRyRklkV053czBWZTZqZjlNQWZEeTROeVFNcllpSWlJaUlpT29zQmxkRVZLc1VHSTE0Y1hzTVV2SUtxdHhILzZZQldEaWtMME1ySWlJaUlpS2lPbzdCRlJIVkdtYUxCZE4ySGNEVjNQd3E5OUVyeUE4TGgvU0ZsS0VWRVJFUkVSRlJuY2ZnaW9ocWpYa0hZbkhxVmthVjIvY0s4c05uUS9zeHRDSWlJaUlpSXFvbkdGd1JVYTJ3NnRSNWJMdDh0Y3J0dS9rM3htZEQrMEVtNXNzYUVSRVJFUkZSZmNGM2VFUjB6KzFLVE1iS3Y4NVZ1WDAzLzhiNFlsaC9obFpFUkVSRVJFVDFETi9sRWRFOTlkZXRETHovNTlFcXQrL2syd2hmRE9zUEo0bkVnYU1pSWlJaUlpS2kyb0RCRlJIZE05ZnpDakJ0MTM2WUxKWXF0ZS9rMndqTEhoakkwSXFJaUlpSWlLaWVZbkJGUlBkRWprNlBsM2JzaGNab3FsTDc0dEJLSVdWb1JVUkVSRVJFVkY4eHVDS2l1MDVuTnVQL2R1N0RyWUxDS3JWdjd1R0d6NGYxWjJoRlJFUkVSRVJVejBudjlRQ0lxR0VSTEJiTTJuTUljVm5xS3JYM1VqaGh4WWhCY0pYSkhEd3lJaUlpSWlLNlczUTVSdWh6QmVpeVRkQ3BpejRBUU9FcExmcndra0x1SVlGU3hkaWlvZU4zQUJIZFZWR0hUdUpReXMwcXRWVklKVmd4WWhBYU95c2RQQ29pSWlJaUlycGJiaHpKaDdGUWdFUXVnc0pMQ3E4d0pSU2VSZkZFY1lpVmw2eUgyV0NCekZtTXdGNXU5M2pFZEMrSkxKWXFWa1VtSXJMVGorY3U0Yk5qcDZyVVZpd1NZZWtEQTlBendOZkJveUlpSWlJaW9ydWg0SllCMS9mbHc2K2JDenhERlpWcW83Nml3NjIvTkdqYTN4MHV2bHgxMFJBeHVDS2l1K0t2V3htWXNqMEdWWDNCK2FCL1Q0eHMyZHloWXlJaUlpSWlvcnNqNDJ3aE5HbEdOQm5nQm9uTXZuTGJacjJBNVAxNWNBMlF3NmVkY3cyTmtHb3JGbWNub2hxWHJkTmp4cDZEVlE2dEpuUUlZMmhGUkVSRVJMV0dScVBCcFV1WHlqeWZtWm1KUFh2MlZLb3ZuVTRIUVJBY05iUUtxZFZxcEthbTNyWDdBVVdobFZGblJ2TWhIbmFIVmdBZ2NSSWplS2dLeGdJek1zNVZiWU1ucXJ0WTQ0cUlhcFRaWXNFYnV3NGdUMitvVXZ1QnpRTHhhbytPRGg0VkVSRVJFUkZnTkJxaDBXaVFsNWVIL1B4ODVPWGxJUzh2RDJxMUdtcTFHaHFOQmpObXpDalJMam82R2w5Ly9UVysvUEpMdEdqUm9zVDVEUnMyWU11V0xYQnpjMFBQbmozTHZMOGdDSmd4WXdhYU5HbUNtVE5uUWl5dSt0d1NqVWFESFR0MllOeTRjUkNKUkdWZTk4TVBQK0RvMGFOWXYzNTlsZTlsajRKYkJtalNqR2creEtQYWZRWDBkRVBTN2h3NCs4aTRiTEFCWVhCRlJEVnFTZXhwbk12SXFsTGI5ajdlaUJyY0cyWC90MHRFUkVSRWRZMVdxOFUzMzN5RGhJUUVMRm15cEVidmxabVppUlVyVmtDbjAwR3IxVnIvMUdnMDBHZzBNQnFOSmRxNHVyckMzZDNkK2xGUVVBQlhWMWZyZVVFUXNIbnpablRyMXEzVTBBb0FYbmpoQlJ3L2Zody8vL3h6dWNHVldDekc1TW1UOGM0NzcwQXVsMlBhdEdsSVNrckM1TW1USy9YOFpESVpvcU9qQVFCLy9QRUh2dnJxSzZTbXB1TFZWMSt0VlB1NzRmcStmTFFhNittdy9wcjBkMGZDYjJxRVBlTHRzRDZwZG1Od1JVUTE1dUQxVkt3L0YxK2x0bjZ1emxneXJEOWsxZml0RXhFUkVSSFZIanFkRGp0MzdzUlBQLzJFN094c2hJV0YxZmc5dmJ5OElKVks0ZVhsQldkblp6ZzdPME9wVkVLaFVHRGJ0bTFJVGs3R0s2KzhnbzRkTzhMZDNSMXVibTRWem5yNjQ0OC9rSjZlamc4KytBQUFzRzdkT216ZnZyM0VkVHFkRHZuNStYamtrVWRzanJ1N3UyUDE2dFhXeCtIaDRmand3dyt4YXRVcVpHWm1Ba0NKV1Y1YXJSWWlrUWdLeGI4RnpROGZQb3pqeDQ5YkgwZEdSdUw4K2ZQWXVuVXJYRnhjOFB6enoyUEJnZ1U0ZE9pUVRWOUdveEZtc3htalJvMHFNZWEzM25vTGZmcjBLZmY1MitQR2thSkM3SlZhSG1nQkVuZmx3TlZmanNiaFpkZXhranFKNGR2WkJUZU81aU13Z3JzTk5nUU1yb2lvUnR3cUtNVGJNVWVxMU5aTkxzT1h3d2ZCM1VudTRGRVJFUkVSMGIwUUV4T0R6ei8vSEZxdEZpMWJ0a1IyZHZaZHVhOVlMTWJzMmJOdGptVmtaQ0FxS2dySnljbDQ5TkZITVd6WU1NaGsveTQ3MCt2MStQbm5uekZxMUNpb1ZDcWJ0b0lnNEtlZmZzS0FBUVBRc21WTEFFQ25UcDNnNHVKaXZlYmd3WVBJemMzRm1ERmpJSmVYL0huV3lja0pRRkd3OWNRVFQyRFNwRWtZUG53NGxpOWZqb01IRDJMZXZIbVlPM2N1SWlJaXJHMldMRm1DMDZkUFk5V3FWZFpsZ0dscGFUYkJGVkFVZUtXbHBXSHo1czBZTVdJRWhnMGJodkR3Y0p0clltSmlrSmlZaUJkZWVLSEUyRUpEUTh2K1pOcEpxemJCV0NoVWF2ZEFpeGxJT1p3SGJhWUpydjRWdndmd2JLRkE3bFU5ZExrbUtEd1lhOVIzL0FvVGtjTVp6QUplMzdVZldwUEo3clpTc1JoTGhnMUFFM2ZYaWk4bUlpSWlvanJoNXMyYjhQSHh3V09QUFlZZVBYcVVtSVYwTjFnc0Z1ellzUVBmZlBNTmZIeDhzSFRwVXJScTFjcm1tbXZYcnVHamp6NUNVbElTeEdJeG5uenlTWnZ6MGRIUnVIbnpKajc2NkNNQXdNeVpNOUc1YzJjODhjUVRBSXJDcE8rKyt3NkJnWUY0OU5GSHJZR1lWcXVGVXFrc01aNzgvSHpvOVhycnNUNTkrcUJidDI2WVAzOCtsaXhaZ3BDUUVDUWxKV0g3OXUyWU1XTkd1YldyZ0tLbGd4OTg4QUd5c3JMZzcrOFBmMzkvZE83YzJlYWFLMWV1NE9iTm14Z3hZb1FkbnozN0dmTE1rTWdyTHZwUm1HSEN6ZGg4R0RUMkZhaVh5RVhRNTVvWlhEVUEvQW9Ua2NNdE9Id0NDZXJjS3JXTkd0UUxIUnB6dlRvUkVSRlJmVEp1M0RockNKU2JXN1dmRTZ2ajNMbHpXTDE2TlJJVEUvSE1NODlnOU9qUmtFZ2tBQUNEd1lEYzNGd2NPSEFBcTFhdGdxdXJLK2JQbjEraU5sVnViaTdXclZ1SHNXUEh3dC9mSDRjUEg4YmZmLytOUVlNR0FTZ0tvajc3N0RNQXdEdnZ2R01OcldKaVlyQnMyVElzWDc0Yy92Nys1WTVUSkJKaDFxeFptRHAxS2hJVEV4RVNFb0lWSzFhZ1pjdVdHREprU0tXZXEwcWxna3Fsd3Rtelo3RnQyN1lTNStQajQ1R1hsNGVvcUtnUzUxcTNibzJ4WThkVzZqNFYwV1dib1BDcU9ISkkzcGNMcFpjVVRRWjRJR0ZyNVdmaUtieWswR1diNE5IVXFUckRwRHFBd1JVUk9kVE9LOWZ3MjZXa0tyVjl0bU1iREdvZTVPQVJFUkVSRWRHOWRudHRwcnR0OGVMRjFnTG1vYUdoMkxkdkg2S2pvMUZRVUlEOC9Id1lEUC91Zm4zLy9mZGp5cFFwY0hkM0w5SFB4bzBia1p1YmkydlhybUh1M0xtNGVQRWlXclZxaFFjZWVNQjYvcSsvL3NMYmI3K05KazJhV051MWI5OGVScU1SVVZGUldMeDRzVFV3dTlQbXpadXhmUGx5NitOUFB2a0VuM3p5aWMzWUZBb0Z0bTdkV3FMdDRjT0hrWjZlRHFCb2VXUmtaQ1JNSmhNMEdnMkFvbkN1ZU5saVVGQVFnb0tDck9lS25UdDNyc3l4VllWT2JZSlhtTExDNjVvUFVVR2hzdisrQ2k4cHN1TzBWUmthMVRFTXJvaklZYTdtNUdIdS90Z3F0ZTNRMkJzdmRlM2c0QkVSRVJFUlVVUFhwVXNYWExod0FiNit2bENwVlBEMDlJU0hoNGQxUjc3RXhFUTBiZG9VcjczMkd0cTFhd2V6MlZ4cVA2MWJ0MGE3ZHUwZ0VvbVFsSlFFdFZxTitmUG5ReXdXNDhpUkkxaTdkaTNHakJtRFFZTUdRYS9YUTYvWFE2ZlRRYS9YWS9EZ3dZaU9qc1pQUC8yRXA1NTZxc3l4S2hRS3pKOC92OVJ6Qnc4ZXhNNmRPMHM5RngwZGpkT25UOE5rTWtFUUJFUkdScUp6NTg3bzNMa3owdFBUOGRKTEwySFlzR0Y0L1BISDRlYm1oc09IRDJQeDRzVll1WElsdkwyTFZqdE1uRGpScGxaWGRlblVKaWc4SzQ0Y3FoSmFBWURDVXdxZDJ2N1NKRlQzTUxnaUlvY29OSnJ3K3E0RE1BcjJyVTBIQUMrRkUvNHpwQy9FRmF6Wkp5SWlJcUthWjlRSTBLbE4xbERBVUdDRzhiYjZRMjVCY25oWFlpWk5iVEZnd0FBTUdEREErbGdRQk96Y3VSTnIxNjZGMld6R3l5Ky9qRkdqUmtFaWtTQXFLZ28zYnR6QWh4OStDQzh2cjFMN3ljbkp3WFBQUFlkeDQ4YWhSWXNXaUkrUHgvdnZ2dzhBMkw1OU96WnYzbHptV05hdlg0OCtmZm9nT0RpNDFQTVNpUVFkTzNZczlWeFNVdG1yR29yRHJrMmJObUhWcWxVMjUzeDhmREJseWhTc1diTUcwZEhSZU9tbGwrRHM3SXljbkJ5YmtFNnRWc1BWbFhWbXFmWmhjRVZFRGpGNzcyR2s1QmZZM1U0RTREOUQrOEZiZWUrbWp4TVJFUkUxWklMQkFuV2lEcG8wSTNScWswMUlCUlROaUJITHhmOCtyc1FzbXRycXdJRURXTHQyTFRJeU1qQjY5R2lNSHovZUpxd1pPWElrM252dlBienl5aXVZTjI4ZVFrSkNTdlR4K2VlZnc4UERBeE1uVGdSUU5CUHJ1ZWVlUTZOR2pmRDMzMzlqMTY1ZG1EbHpKbHhkWGJGbXpScDRlSGhnNXN5WnlNek14UFRwMDdGdDJ6YTg4c29yZCtYNWJ0MjZGZnYyN2NNenp6eURkZXZXWWVQR2pRZ0tDckl1Szd4OWFlQ21UWnRnc1ZnY2R1L2lHVkV5WmMzc0ZGN1pHVjFVOS9HclRFVFZ0djVjUEE1ZXYxbWx0aTkxN1lCd0ZtTW5JaUlpdXV1TUdnSHBaelRJU1N6YTFVN21Jb2FMcnd3S1Q2bjF6L3JnMXExYk9ISGlCTFp0MjRha3BDUU1IRGdRTTJmT2hGS3BSRXBLQ3JSYUxiUmFMWFE2SGJSYUxYcjM3bzNkdTNkajJyUnArT0NERDJ4MjVmdmYvLzZISTBlTzRQUFBQMGQyZGpaU1VsSWdsOHZ4K09PUEF5amFQVkdoVU9EKysrOEhBUHo4ODg5UUtwWHc4L09EbjU4ZmxpNWRpcFl0VzVZNVZvMUdnMUdqUnBWNnptUXlRU3ExNzJ2U3MyZFB4TWZIWThhTUdlalVxUk5lZi8xMStQdjdXMmR2M1Y1N3JMZ0dscU1VQjFkdUFUVVVYRld5K0R2VmZmd3FFMUcxWE03T3daTFkwMVZxR3hIb2gyYzd0WFh3aUlpSWlJaW9QRWFOZ0pzbkNwQ2ZZb0JZSm9JcXhBbU53MTBnY3hGWDNMZ09XclpzR1k0ZE8yWjlIQk1UZzVpWUdKdHJSQ0lSbkp5YzRPenNES1ZTaWREUVVHUmxaV0gyN05tWU5Xc1dCZzRjaU9Ua1pLeGN1Uklpa1FodnZQRUdUS2FpcFpUang0OUhlSGc0QUNBckt3c2VIaDVsanFWVnExWmxubk56YzBOb2FDZ21UcHlJTDcvOEVzMmJOOGZ3NGNPeGNPRkM5T3ZYRDcxNjliSzdlSHJqeG8weFk4WU1qQnMzRGovOTlKTjFiR2xwYVpETDVRNnRhWFVuaFpjVWVjbjZHdXRmbTIyQ3FqbDNGR3dJR0Z3UlVaV1pMQmE4SFhNWTVpcE1LZlp4VmlKcWNHK3dxaFVSRVJIUjNhTkpNeUo1WHg0QXdLZURNeHFGS1NHVzErK2Z5SjU4OGttMGJ0MGEzdDdlY0hGeGdhdXJLMXhjWE9EczdJd0RCdzVnM2JwMStPOS8vMXVpdmxOV1ZoYmVmdnR0bkR4NUVnTUhEb1NYbHhjNmR1eUlKazJhb0duVHBtalNwQW1DZ29MZzQrTmpiWk9jbkl5QWdJQXFqZk8rKys3RGZmZmRCMEVRRUJVVmhaNDlleUlpSWdKeXVSek5talZEUkVRRUFHRHUzTG1Jakl5c3NMOXZ2LzBXdi96eWk4MnhJMGVPQUNqYVpWQVFoQkt6dXhRS0JUWnQybFNsOGQvSnlVTU1zOUZ4U3cvdkpCZ3NrSHM0YmhkRXFyMFlYQkZSbFgzejF6bGN6YzIzdTUxRUpNSm5RL3ZCVFM2cmdWRVJFUkVSVVdteTRyUzRkVklEaFVxQ3BnTTk2dTBNcXp1MWFkTUdiZHEwd2RHalI3RjA2Vks4OGNZYkNBc0xBd0NiR1VjV2l3V2Zmdm9wQU9ERkYxK0V0N2MzbGl4WllsMU81K3JxaW9VTEY5cjBiYkZZa0oyZERXOXZiK1RuNXlNdUxnNFBQL3h3bVdNNWYvNDhqaDQ5aWtjZWVRUXlXZWsvQy8vKysrOFFCTUVhVk4zcDVNbVRhTnUyNGxVTEVSRVJOcUZhc2V6c2JIejc3YmZvMjdjdnVuZnZiblBPM3FXSTVWR29aSkFweFZCZjBjRXoxTEgxYkxNdjZ5QjNFMFBod1VpakllQlhtWWlxNUhKMkR0YjhmYUZLYmFmMTdJUTJqVHdkUENJaUlpSWlLc3V0RXhwa3hXdWhDbkdDZjFmWFdqM0w2c1NKRTlpOGVUTm16Wm9GTnpjM2gvVDU4ODgvWTlXcVZRZ0xDMFBUcGsxTHZVWWtFcUZyMTY1WXVuUXBZbU5qTVhYcVZBd2VQTmptbXB5Y0hNVEZ4ZGw4QkFjSFkvSGl4ZGk0Y1NOTUpoUDY5T2xUNWpoU1UxT3hZY01HREJ3NHNNVE1MSXZGZ2gwN2RtRFpzbVY0NmFXWHJMc2FLaFFLbkRoeEFpMWJ0c1NGQ3hlZzFXb1JHQmlJaElTRU11K2oxK3V4YTljdURCa3lCRzNhdExFZUx5Z293T3pac3dFVXpRNGJQbnc0ZXZUb1VmNG5yeG9DZTduaDRxWXN1QWZKSVhHcU9DaHQrM2lqQ3E4eDZRU2tuOVlnN0dIV3lXMG9HRndSa2QyTWdvQzNZdzZqS2hOLyt6VU53UGgyWmEvdEp5SWlJaUxIeXI5dXNJWldnYjBjRXdUVnBNTENRdnoxMTE5NDlkVlg4ZEZISDFWNTZSMVFGRFF0V3JRSVI0OGV4ZWpSby9IaWl5L2F6Q3E2Y3hlOSsrNjdEKzNidDhlQ0JRc1FGUldGQXdjTzRQWFhYNGVIaHdlKyt1b3I2OUk3ZDNkM3RHdlhEbzgvL2ppNmRldUd2WHYzWXRPbVRlamR1N2QxTmhkUUZJYVp6V2JyWTdWYURRRHc5ZlcxdWUrZVBYdnc4ODgvdzJBdzRQMzMzN2VaYlJVWkdZbFZxMWJoK1BIakVJdkY2Tm16SjdwMzc0N3o1OCtYcUhsVldGZ0lRUkF3ZGVwVTNMeDVFOE9HRGJPZU8zYnNHSll0VzRhTWpBeE1tVElGQnc0Y3dEdnZ2SU91WGJ0aXlwUXBDQTRPcnVxbnVWeE4rN3NqZVg4ZWdvZXFITkpmOHI0OE5CM2c3cEMrcUc0UVdSeTUzeVVSTlFoZnhKN0c5MmZqN0c0WDVPNktIOGNNZzdPTW1Ua1JFUkhSM1NBWUxJamZuQTI1aXhpaEQ5YWRHZTluenB6QisrKy9ENWxNaGdVTEZpQTBOTlR1UGhJVEV6RnIxaXpvZERxODhjWWJHRFJvRUlDaTJWY2lrUWd5bVF6UjBkRklTVW5CdG0zYklCYi9PeU5JRUFTc1hic1dHelpzUUZCUUVMNzU1aHZFeGNVaFBqNGVuVHAxUWtoSUNFUWlFZFJxTmI3NzdqdHMyN1lOb2FHaCtQVFRUMjFtaVMxWXNBQkhqeDdGaXkrK0NJdkZnaDkvL0JFV2l3VS8vUEFEdEZvdElpTWo4ZkxMTHlNc0xBeHF0Um85ZS9hMEdVY3hpOFdDTFZ1MlFDYVRRU3FWSWljbkJ4czNib1MvdnorV0wxOXVIZk9rU1pPUW5KeU1saTFiNHMwMzM0UzN0emNPSERpQWJkdTI0ZkxseS9EMzk4ZU1HVE9zeGVUMzdObURWYXRXSVRzN0d3ODg4QUFtVHB4b25lbmxTQm5uQzJFc01DT2daL1dDMDlSaitaQzdTZENvcmJPRFJrWjFBZDg5RXBGZExtYXFxeFJheWNSaUxCN2FqNkVWRVJFUjBWMTA4MlFCQktNRlRRZVd2ZE5kYlJRZUhvNm9xQ2k4OWRaYjJMRmpCLzd2Ly83UDdqNmFOV3VHQVFNR0lESXkwbVo1WUd4c0xFNmZMdG9WMjhQREExT25UaTBSRm9uRllqei8vUE1JRHcrSHM3TXpwRklwMnJkdmovYnQyMXV2c1Znc2VQZmRkM0hwMGlVTUh6NGNVNmRPdGRiREtqWisvSGdrSkNSZzBhSkZBQUNWU2xYcWM3bDlsbFpwUkNJUm9xT2prWlNVQkFDUXlXUUlDUW5CNjYrL2JqUG0xcTFibzF1M2JwZzBhUkoyN3R5SnBVdVhRaEFFK1ByNll1clVxUmd4WWdTY25QN2RpVy9Ja0NIbzFhc1gxcTFiaHkxYnRrQVFCTXlZTWFQY3NWU0ZUenRuWkp3clJOTHVIRFRwN3c1cEpaWU4zczZrRTVDOEx3L3VUZVFNclJvZ3pyZ2lva3JUbTgxNDdOZWRTTWt2c0x2dGpJak9YQ0pJUkVSRWRCY1pOUUl1YmM2R2Qyc2wvTHE1Vk55Z0ZycCsvVG9DQXdOTG5ZVlVIUmFMQlJhTHBkcjkzcmh4QXpxZHJrb3p3cXBLRUFTSVJDS0lSQ1hybEFtQ1lIMU9PcDBPUC96d0EzcjA2SUgyN2R0WCtGd3ZYNzZNZ0lBQW00TDFqcVpKTStMNi9qejRkbmFCWjR2S0ZXelB2cXhEK21rTm1nNXdoN01QTjNkcWlCaGNFVkdsL2Vmb0tXdzRmOG51ZGgxOUcySFZ5UHRRZTB1QUVoRVJFZFUvTjQ3a0krKzZBYTNIZU5YcVl1elU4Tnc0bWc5RGdRQ3BYQVNGbDdUb3c3Tm9aWVpPYllJdTJ3UnR0Z21Dd1FLNW03amFTd3lwYnVPYUhTS3FsTk5wbVZVS3JlUVNNZVlQN01YUWlvaUlpT2d1RWd3VzVGMDN3TDJKbktFVjFUcUJFVzdRNTVxZ3l6VkRsMjFDZHB3V09yVUpBS0R3TEFxeVZNMmRJUGVRUU9IQjJLS2g0M2NBRVZWSWF6TGhuYjFIcXRSMldzL084SGZsT25RaUlpS2l1eWt2eFFEQmFJRjNtUEplRDRXb1ZFNGVVamg1U09IUjFLbmlpNmxCWTNCRlJCWDZJdlkwYm1rSzdXN1gwYmNSSG1uVG9nWkdSRVJFVlBkcHpYbElMYlNkelJ6ZzNBcEtDYmQ1cCtyTGlpdUVRaVd4THI4aUlxcXIrQ3BHUk9VNmNUTWR2MXhNc0x1ZFFpckIvSUc5YW1CRVJFUkVkVnRzNWhZY3o5cUNLL2tuU2ozZlhqVUlIVHdIbzd2MzZMczhNcW92akJvQk9yVVpmbDNyWmtGMklxTGJzVGc3RVpXcDBHakN3NzlFSTcxUWEzZmJkL3AydzBPdDc5N3VLa1JFUkxYZDJad1liRTVlQ0xVaHRWTFhlOG9EOEhqd1BMUnc2Kzd3c1Znc0ZoaU5Sc2hrc2xKM0ppdG1NcGxnc1ZnZ2sxVnZKeTlCRUZCWVdBaG5aK2R5ZHpiYnRHa1RBT0NSUng2cDF2MGF1cHhFNVNibVpBQUFJQUJKUkVGVVBXNGN5VWZvQ0JWblhCRlJuZWZZUFVXSnFGNzU4dVRaS29WVzNmd2JNN1FpSWlLNnpjN1VGVmliOEhxbFF5c0FVQnRTc1NMK2VjUm1ibkg0ZU02ZlA0OEhIM3dRaVltSjVWNzM2YWVmNHJYWFhxdjIvWktTa3ZEUVF3OGhQajYrd3V1U2twSUFBR2F6R2JkdTNiTDV5TS9QUjM1K2Zvbmp4UjlHbzdIQ3NadzlleFpqeDQ3RnJGbXpxdjI4YXF1ODYzcklYTVFNcllpb1h1QXJHUkdWS2tHZGk0MFhMdHZkVGlHVllON0FpQm9ZRVJFUlVkMjBNM1VGZHFXdXJITDdEVmZmQXdEMGFGUzlwWU01T1RsSVQwOEhBRnkvZmgwQWNPM2FOWmpONWpMYjVPZm5RNi9YNDlLbGYydHh0V3JWQ29XRmhWaTNibDJwYlVKRFF6RjQ4R0FVRmhiQzNkMjl6QmxkQlFVRmNISnlLbk0yVjBaR0JpWk1tR0J6TERJeUVrcWxFaHMzYml5MXpjcVZLeEVhV3ZZdnorTGo0L0hPTysvQTA5TVRmLzMxRjVZdlg0NnBVNmVXTyt1c3JoRU1GdVNuR09EZG1rWFppYWgrWUhCRlJLV2F1LzhZaENxc0pKN1pxd3Q4blBtREVsRkRjdlRvVWV6Zit3ZXVYRW1BdTdNVC9yNTQ1VjRQaVdwQXh6YWh5Qy9VSTdSRkN3eTY3MzUwNys3NDVXdjEwZG1jbUdxRlZzVTJYSDBQWGs0QjFWbzJHQk1UZ3krLy9OTG1XRlJVVktYYXZ2enl5OWEvNzk2OUc0SWdJRFcxYVBaWVFrSUN4R0l4UWtKQ0FBQmVYbDZJalkzRkJ4OThnSTBiTjhMTHk2dEVmMmF6R1E4OTlCQ21UWnVHRVNOR2xIdnZ0V3ZYd3R2Ykc0c1dMUUlBUFBua2t4ZzdkaXlBb3RlZnI3LytHbXZXckFFQWVIaDRsTm5Qdm4zNzhKLy8vQWN0V3JUQXh4OS9qUDM3OStPenp6NURWbFlXcGsrZkRoZVgrbEVQU3BOV05PdE1GY3FkMm9pb2ZtQndSVVFsYkwyY2hJdVphcnZiZGZOdmpOR3RRbXBnUkVSVVczMzI2UUtZYzFMUXFaazd4blZvZzFCL0ZZQXU5M3BZVkVPdTNNekJsZFFjL1BIZmRUaTBmeTllbi83bXZSNVNyYmM1K1JNSDlyVVFNOXB0cW5MN3lNaElEQjgrSEFCdzRjSUZ2UFhXVy9qaWl5OFFIQnhjWnB0Rml4WWhKU1VGaXhjdnRqbnU2dXFLK2ZQbkF3QW1UWnFFQng5OEVHUEdqTEdlUDNUb2tGMWp1M2J0R2t3bUUvTHo4d0VBVjY1Y3NjNEVjM0p5Z2xLcGhFUWlBVkJVZCt1Wlo1N0J0OTkrQzZWU0NiRllYR280VnN4Z01HRGR1blhZdEdrVCt2ZnZqOG1USjBNa0VtSFlzR0h3OFBEQWdnVUxNR1hLRkx6MTFsdG8zNzY5WGVPdWpmSlM5QkRMUkZ3bVNFVDFCbC9OaU1oR3ZzR0lMNDc5YlhjN0Y1bVVTd1NKR2hRTDVyLzdKanI0aVRGNmNQaTlIZ3pkSmFIK0tvVDZxM0IvVitCL2h4S3dZTTRzdkRWM0FZRDZzOHpLa1dJenQwQnR1Rm5sOXA1eWY1djJxZHA0eEdadXFmS1NRYWxVQ3FtMDZNZC9KNmVpMlRnZmYveHh1WVhYczdPekVSZ1lDS1d5OU5uVVdWbFp1SHIxS25yMDZGR2xNUldiUFhzMk1qTXpJUWdDQUNBMk5oYmp4bzBEVURTakt6TXpFM2w1ZVhCMWRVVnViaTUwT2gzYzNkMWhNcG1zejZrMEowK2V4SklsUzVDZW5vN0preWRqM0xoeGVQSEZGeEVVRklUMzNuc1BFUkVSK1BMTEx6RnYzanhNbXpZTi9mdjN4M1BQUFlmQXdNQnFQWjk3UlRCWWtIZmRBUGNtOG5zOUZDSWloMkZ3UlVRMmxoMC9qUnk5d2U1Mk0zdDE1UkpCb2dia3M0VUxFTzRuUm1RdmJzVFFVRDNVcHdYK2QrZ3l2bGkwRUs5TnI3OUZycXRqZjlyM1ZXNGJvR3lGbDhQVzRLeDZyN1hHRlFDY3k0bXBkcTJyMjQwY09SSyt2cjVsbnYvdHQ5K2cxK3ZMUEgvZ3dBRUVCZ1lpSUNDZ1d1Tll2MzQ5QkVIQXVISGowS3RYTDd6NTVwdTRkZXNXTm0zYWhJOCsrZ2dpa1FnR2d3RUJBUUhJeWNtQmk0c0xwRklwZERxZE5ZUzczYmx6NTdCKy9YcWNPSEVDWVdGaG1EdDNMcG8zYnc0QW1EaHhJdWJNbVlNZmZ2Z0JFeVpNZ0wrL1A1WXVYWXBmZi8wVjMzLy9QUTRlUElpSWlBZ01HellNRVJFUjVlNkNXTnZrcFJnZ0dDMVFoU2p1OVZDSWlCeUd3UlVSV1NXb2MvRnJuUDIxYVRyNk5zTElsczFyWUVSRVZCc2RQWElZNXR3VVJON1g4VjRQaGU2eGgvcTB4SUpOcDNBOE5oYmRxem5qcHI3Um12T1FxcjFVOFlXbEtBNnRsQkozOUdnMEdzZXpOdU5LL2trQXdMbWN2WTRjSmxxMGFJRm16WnFWZVg3ZnZuM1dndTZsMmJObkQ5cTJiWXVNakF3QWdGZ3NocmUzdC9XODBXaUV3V0N3N3ZaWC9MaDRadFh0TGx5NGdJS0NnaExIMTY1ZEN4OGZIMnM5cnR6Y1hLaFVLZ0NBUnFNcFVadnFwNTkrd3BvMWE2QlNxZkRxcTYvaXdRY2Z0QW1mZXZmdWpURmp4dURvMGFNWVAzNDhaRElaSkJJSkhuMzBVUXdjT0JEZmYvODlkdS9lamVUa1pIVHYzcjNPQkZlQ3dZTDBNeG80TjViQnhiZnNXWFJFUkhVTmd5c2lBZ0JZVUZTUXZTcmU2OHNDdlVRTnlmNjllOUNwV2RrRmtLbGg2ZFJjaFgweHV4aGMzZUZHWVh5VjJ0MGVXZ0hBVDBudldrT3JZdG1HRy9DU08yWXAyOXR2djEzaE5TMWJ0aXoxK01XTEZ4RWZINC80K0hqczNyMGJBT0RtNW9iLy92ZS8xbXVlZXVvcG16YlRwMDh2OHo2eHNiRUFnTGk0T0d6YXRBbjkrdlVyOWJyYzNGeHJFZmJzN0d4cmlGWHNnUWNlZ01sa3dzTVBQNHpDd2tKczNyeTVSQi9lM3Q3bzM3OC90bTdkYW5OOHpKZ3htRDU5T3A1NjZpa1VGaGFXdTR5eU5oRU1GaVR0eVlGUkl5Q3dsOXU5SGc0UmtVTXh1Q0lpQU1DdkZ4T3FWSkI5YkZnb21xdmNhMkJFUkZSYlhibVNpSEhoYmUvMU1LaVdhQkdnd3VhVGNmZDZHRFhHcUJGZ05nZ09LM1Fkb0d5Ri9yNFRzUG42SjlDWkMwcWN1ek8wT3A3MVc0aytzdldwRGd1dVB2dnNzM0tMczMvKytlZlczUVB2dEhIalJnREEwS0ZEOGZUVFQrUDQ4ZU5ZdTNZdEFLQjE2OWFZUFh1MjlkcTB0RFNzWHIwYUV5ZE9SRUJBQUN3V1M0a2REWThkTzRiZzRHQTRPVG5odSsrK2cwaFVWRHV0dEJwWFNVbEptREpsQ3RMVDAyR3hXREJseWhRQXdQLzkzLytoUTRjT21EQmhBZ0FnT1RrWlAvLzhjNFdmaDd5OFBCaU5Sb3dhTlFwaXNiamM1Wk9WWlNvUWtKOWE5akpMUjVESXhTak1NaUh2dWg1bWd3V2hJMVFzeWs1RTlRNWYxWWdJQlVZamxwODRZM2M3WjVrVXIzVG5VaUdpaHNiTjJlbWYzUU9KZ0JhQm5uQlYxdDFDMElMQkFrMjZFVHExQ1pvMEk4d0dBVHExdWNSMXpZZDRWSHY1bGFmYzN4cE1CVHEzeHZMNDU2emhWV1ZEcTZvU0JBRXhNVEhXeHlrcEtRQ0FzMmZQSWkwdHJjeDJHUmtaeU0vUHg1NDllNnpIZ29PRG9kZnJjZWpRSWJpNnVrS3BWTUxQejg4NkN3b0FHalZxaEVHREJsa2ZYN2x5QmF0WHIwYVhMbDNRcGswYkFFRGp4bzJ0UmREajR1S1FuWjJON3QyTFpuRS85TkJEME9sMEFGQ2l4bFhIamgydHhlSy8vdnByOU8zYkYyM2JGb1hwUGo0K051TnYzYm8xTm16WVVPN25KajA5SGM4Ly96eUdEaDNxMEJsV2w2UFZFSXdXaC9WWEpwRUZFaWN4QW51Nk1yUWlvbnFKcjJ4RWhGVi9uVWUrd1doM3V4ZTdkSUNidkc1TW9TY2l4emtkbHdpZzY3MGVCdFVpcHk4bTN1c2gyTVdvRVpBVnAwWGVkVDJNbW45ckxUazNsa0htSW9GYjBML0Z2aVZ5RVJTZVVpZ2RFQWlvRFRkeFZyMFhQUnFOUnFCekdGNXV2UWJMNDUrRGx6ekFydERLeThuK1F1aG1zOWs2RzZxWVNxWEMyclZyNGVMaVVxSk9sQ0FJeU16TWhFS2hnTHU3dTAzYlVhTkd3V0F3SUR3OEhLNnVycVhlYjhPR0Rjakx5OFBreVpQTEhOUHAwNmR4N05neFBQLzg4L2p0dDkvUXAwOGZHQXhGRzhRTUhqd1l0MjdkQXZCdmphdVltQmc0T1RtaGJkdTJhTnUyTFM1ZHVnU2owWWlISDM0WXJWcTFxdlRuNHZEaHcramF0YXUxcVB1U0pVdmc0dUpTN2xpcm92bGdEeFJtbWh6YTU1MU1XalAwZVdabzBveTRjYXdBY25jSnd5c2lxbmY0cWtiVXdOMHNLTVNHOC9ZWGp3MTBjOEZqN1VxdmVVRkVSRlFiNmRRbVpNVnBrWk5ZdEh6TExVZ083ekFaRko1U2h4ZXpEblJ1WGVyeDRoMENpOE9yR2UwMlFTbHhxM1JvcFpDNFZtbVpvRXdtdy9yMTY2MlBVMU5UOGNFSEg4RGYzeDhmZnZnaFZDb1ZObTNhaEo5KytzbGFvMnJqeG8zNC92dnZNWDc4ZUl3YU5jcW1QMEVRTUh6NGNDeGJ0cXpVK3lVa0pFQ3RMcjhFUVVKQ0FqUWFEUW9LQ3ZEbm4zOWk0Y0tGaUk2T0x2WGE1T1JrcEtlblkvejQ4ZFpqQnc4ZUJBRDg4c3N2TnNzU1MxTllXQWl4V0l5Y25CeEVSVVdoUllzV21EZHZIazZlUElsang0NWh6cHc1Y0hGeFFYcDZPdHpkM2FGUVZIOVhQbVVqS1pTTjdzN2JMYU5HUVBLZnVVamFuWXZnb1I0TXI0aW9YcWtiVzJRUVVZMzVJdlp2bUN6MlQyTi9wMjkzU1A2cFBVRkVSRlNiQ1FZTGJoekp4NVhvSE9SZE44Qzd0Ukt0eG5paDZRQjNlSWNwYTJRSE5xWEVIUUhLMG1jQmJiajZIbUl6dHdBQXZPU0JkaTBQYk9GVy9RMVJEaDA2aEtsVHB5SWdJQUNmZnZxcHRiaTUyV3kyN3Y0SEFJODk5aGhtenB5Skw3LzhFblBtek1HTkd6ZXM1OFJpY1lsbGVWV2xWQ3JSdG0xYnRHL2Z2c3hyOHZMeXNIcjFhcHc1VTFUYW9LQ2dBTnUyYllOWUxJWmVYN0tPbEZhcnhVc3Z2WVFUSjA0QUFGNSsrV1VzWHJ3WWZuNSsrUGpqajVHUWtJQVpNMmFnVTZkT1dMbHlKZnIyN1F1ajBZalhYbnNObjN6eUNTeFYrTm5vWHBLNWlCRThWQVdKWElSYkp6WDNlamhFUkE3RktKNm9BWXZMVW1OUDBuVzcyL1Z0RW9BZUFkVXZXa3BFUkZUVGpCb0J5ZnR5b1ZPYjRkUEJHWTNDbEJETDc4NHZYdnI3VHJET3NMclQ3VE92Z01yWHRHcXZHbHpsOFNRa0pPRHJyNy9HMzMvL2pWR2pSdUgzMzMvSHd3OC9iRDF2TXBsZ01wbEt6SzdxMmJNbmtwT1RNWEhpUlBUczJSUGp4NDh2TjJTeWwwUWl3YnZ2dmx2dU5abVptWkRKWlBqbW0yK3dkT2xTL1Bqamp4Q0x4Umc0Y0tDMUZsWmNYTkVtQVdGaFlUaHk1QWdTRWhJZ2w1ZXN2OWFoUXdmTW16Y1BzMmZQeG9vVksvRDIyMi9qMkxGak1KbE1tRFJwRXFLaW92RHR0OTlpNHNTSkRudU9kNE5ZTG9JcVJJR01zNFV3YWdUSVhEaEhnWWpxQndaWFJBM1lna01uSzc3b0RsS1JDRE42ZGE2QjBSQVJFVG1XSnMySTVIMTVBQnhUWE4xZVBScU54dStwSzZBMjNDejEvT2JyQytIbEZJRGptVnNxRlZxRnVuVzFCbDMyMHVsMCtQREREeUdUeWJCbzBTS0VoWVdoZi8vK050ZkV4TVJnOSs3ZG1EOS92czF4WDE5ZmVIdDc0OWRmZjhXdnYvNEtRUkJzem0vYnRnMDdkdXlBSUFod2RuYXUwdmlLWjMzZExpK3Y2R3MzYjk0OFhMeDRFUU1HRE1DaFE0ZXM0NWc5ZXpiT25EbGpEYTdPbnorUDNidDNZK1hLbGRpM2J4Kzh2YjNMRE5nNmRlcUVqei8rR0MxYkZwVTlPSExrQ0E0ZE9vUk5telloUGo0ZTY5ZXZSM0J3TUFZTUdGQ2w1M092TkFwVElpdE9pNnlMV3ZoMWM2bTRBUkZSSGNEZ2lxaUIycE4wSGVjeXN1eHVONzU5S3dTNWxWNklsWWlJcUxiUXFVMUkzcGNIdVlzWVRRZDYzTFBaSjJPYXpzTGFoTmRMUGFjejUyTkYvUE9WNzZ2SnJDcVBRNkZRWVBIaXhmRHc4SUJVV3ZRV29HTkgyNTJCTDE2OENJbEVVdUo0c2ZIangrT1JSeDZCUkNLeE9kNjllM2VNSERrUzU4K2Z4L2J0MjYzSExSWUx6T2FpSFJwdi83UDQ3eFU1Y09BQWdLS2REYU9pb3RDdFd6ZWNPSEVDOCtmUHg2T1BQb29CQXdaWWx3NENRRTVPRGxRcUZkTFQwM0gwNkZFOCt1aWpFSXVMdnU0eW1hekVrc0pPblRwWi94NGZIMi9kN1hEU3BFazRmLzQ4Rmk5ZWpHN2R1cFVvWEYrYmllVWl1UGpLa0plaVozQkZSUFVHZ3l1aUJzZ29DUGc4OW0rNzI2bWM1SmpVMlhGTEE0aUlpR3FDWUxCWVoxb0ZEMVhkdGFXQnBlbWdHb3pSVFdaaXkvVlBxOVhQK09iekVPZ2NWcTArdkwyOU1XSENCT1RuNTVkNjNtQXd3R2cwWXN5WU1XWDI4ZEpMTDJIWXNHRTJ4M3g5ZlJFUkVZRkdqUnJCWlBwM0Y3MnpaOC9pZ1FjZXNMbDIyclJwTm84N2R5NTdGdmNERHp5QWE5ZXVZZWJNbVhCemM4T3BVNmZ3OGNjZlk4U0lFWGorK2FMQXo5blpHZkh4OGZqenp6K3hiOTgrOU92WEQxdTNib1hGWXNHSUVTT3NmVFZ2M2h3SER4N0VMNy84QW05dmI1djdYTHg0RVFrSkNYam9vWWNBQUZLcEZPKysreTV5YzNQclZHaFZ6TDJKRS9KVEROQ3BUU3pTVGtUMUFsL0ppQnFnTGZHSnVGVlFhSGU3VjNwMGhJdU1MeHRFUkZTN3BaOHBxdkVUT3VMZWhsYkZCdmhPQUlBcWgxZmptOCtyOGhMQk83MzIybXMyNFpLOVFrSkNTdlJYUEFPclJZc1dhTkdpQlFCZ3pKZ3hpSWlJS0xldi8vM3ZmK1dlRHd3TXhJY2ZmZ2lncU1iVm9rV0xNR1hLRkp2Z2JQRGd3ZGk5ZXpjKyt1Z2orUGo0WU9USWtYQjFkVVdMRmkzZzcrOXZ2ZTY1NTU1RFZsWVcxcXhaWTFPQUhnRGMzTnd3ZHV4WURCa3l4SHJNejg4UGZuNSs1WTZ2dG5JUGt1TUdnTHpyQmdaWFJGUXZpQ3gxYmNzTUlxb1dveUJnNUlhdHlOTHE3R29YNXUySkg4YmNYME9qSXFLNlpPalFvZGk5NEpGN1BReXFSWWErdFFtN2QrKysxOE1BVUZTTS9kTG1iS2hDbkJEWXkrMWVEOGZHMlp3WWJFNytwTXlhVjNjS1VMYkM0OEh6cXozVHFyNndXQ3dRY1VmalNrbmFuUXZCS0NCMGhPZTlIZ29SVWJVeGdpZHFZSDYrY05udTBBb0EzdTdUclFaR1EwUkU1RmpwWnpRUXkwVHc3MXI3NmpGMlVBMUdCOVZneEdadXdibWNHSnpMMlZ2cWRlMVZnOUJlTmRoaHM2enFDNFpXbGVmZVJJNWJKelhjWFpDSTZnVUdWMFFOaU41c3hwcS9MOWpkYmxoSVU3VHo4YXFCRVJFUkVUbU9ZTEFnSjFFUDc5YktXckZFc0N3OUdvMjJobElKK2NldHg1VVNOODZ1SW9kd2IrS0VXeWMxeUx1dWgzZVk4bDRQaDRpb1doaGNFVFVnUDUyN2hGeTl3YTQyQ29rRTAzcVdYVGlWaUlpb3RzaU0wd0lBdk52VW5UZnFMZHk2MytzaFVEMGtjeEZEb1pJZ1A4WEE0SXBxTFYyT0VmcGNBYnBzRTNUcW9nOEFVSGhLaXo2OHBKQjdTS0JVTWJabzZQZ2RRTlJBYUUwbXJEdDkwZTUyRXp1MlFTTm5SUTJNaUlnSXVKYVdpMnZwZVFnUDlvSEt0ZUxYbXV3OExRd21NNXlkWkhCM2NhcjBmUVRCQXJHNFptZmdhUFZHNkkzbVNqMlB1OEZzRnBDUld3aVpWQUp2OTRieHhqVW5VUWZueGpJdWpTSUNvQXBWY0xrZzFWbzNqdVREV0NoQUloZEI0U1dGVjVqU3VwbEFjWWlWbDZ5SDJXQ0J6RmxjNjJvVzB0M0ZWekNpQnVMN3MvRW91R01YbllyNHVpanhkSGliR2hvUkVSR3c3MndLNXEwL2ltdnBlUlZlbTZiV1lNTENhRXhZdUFQYll4TXJmWTlkSjYvaXFVKzI0MnhTUm5XR1dxNzhRZ1BlK09wUHZMNXlMOUp6N04rMXRUSTBXZ1BVK1pXdlVaaVJXNGdKQzNmZ2crOFAxOGg0YWh1ZDJnU2pSb0JuYU8wSURvbnVOYytRb244TFdSZTE5M2drUlA4cXVHWEF4WTFaY0c0c1EvUDdQTkNrbnp0ODJqbkRMVUFPbVZJTW1WSU10d0E1Zk5vNW8way9kelMvendQT2pXVzR1Q2tMbWpUNzNzdFEvY0VaVjBRTlFJSEJpTy9PMkQvYmFsclB6cEJMbUc4VFVlM3cxZmJUTUpnRUFNQXZCeTVoWk05UXVEbkxLMnlYbWF0RlJxNFd5MzQ3aFM5ZkdRS3grTi9YTlkzV2dMbnJqOWcxampsUDlvS0wwdmErTGdvcEFodTVZdCtaRkV4YnVSZUxKZytFbjVjTEFHRDYxMy9hMVgreFBtMERNTFp2S3dCQXVscUR0OWNlaEZRaXdtZFRCc0ZGSWF0U24vVlp6aFU5QU1BOXFPTHZDYUtHUUN3WFFSWGlCSFdpRG8zRG5XdDEzVGRxR0RMT0ZrS1Raa1Nyc1o2UXlDci9Ic016VkFIM0lEbVM5K2ZCOVo5UWl4b1dCbGRFRGNDNk14ZWhNNW50YWhPaWNzZVE0Q1kxTkNJaUl2c2NqNytKQStkdXdNMVpqaTR0R21QZm1SUjhIWDBhMHgrdXVEN1F1TDR0OGR2UkJDVGV6TVh1djVJeHJGdHo2em1UWU1HcGhIUzd4bUlTTENXT2ljVml2UFZZVCtnTVpoeUx1NG1acS9iaDh4Y0h3ZHRkaVRPSlZadnAxZHpYM2ZwM2R4Y255S1ZpSktUbTRQM3ZEaUhxMlg2UXl5UUFBSjNCQkl1bDVKajB4cUxYZmNGaWdWWmYrbStwUlNJUkZQTDY4ZU5nWG9vZWJrRnl2amtudW8wcVJJR2NSRDB5NDdSb0hNNDMrL1BuejhmbzBhUFJvVU9IS3ZkaE5wdHg2ZElsdEdsVCtxb0VrOG1FTDc3NEFqMTc5a1Rmdm4xeDVzd1pCQVVGd2N1cjdJMk9kRG9kNUhLNXpTOVdhcEphcllaV3EwVkFRTUJkdVI5UUZGb1pkV1kwSCtKUnBmWVNKekdDaDZxUWVpd2ZHZWNLNGRPZTM4OE5TZjM0U1lXSXlwU2pOK0RIYy9GMnQ1dmNwWDBOaklhSXlINVplVm9zM0ZTMDg5clVrWjBRMGNZZlp4SXpzUFBFVllRSCsyQm8xK2JsdG5lU1MvSDR3RGI0WnNjWjVHdjFwVjdqNytXQ3RkTWZLTGVmWnhmdHhNMXNUWm5ucFJJeDNuc2lBak5YN1lORUxJWkVMRUtlUm8vZjVvNHA5WHFOemdpbFhGcWk5dGFCY3pmdzZhYmpOc2NVY2lubVQreUxWMWZFNEV4aUJqNzY2U2ptUE5VYllyRUlrei9mVmU2NExxV29FVGxuYzZublpGSXhvdWVQSzdOdFhXSFVDREJxQkhpSGNTWWEwZTFjZkdWUWhUZ2hLMDZMUm1HMWU3Zk51K0hBZ1FPSWlJaW9WbkMxWWNNR2ZQdnR0M2p1dWVjd2Z2ejRFdWZGWWpGMjd0d0pkM2QzOU83ZEcxOSsrU1hTMDlNeGZmcDA5TzdkdThUMWdpQmd4b3daYU5La0NXYk9uRm10OEVxajBXREhqaDBZTjI0Y1JLS3l2OVkvL1BBRGpoNDlpdlhyMTFmNVh2WW91R1dBSnMxWTVkRHFkZ0U5M1pDME93Zk9Qaks0K1BJMXY2RmdjRVZVejYzNSt6d01ac0d1TmszY1hURzRlVkFOallpSXFQTE1aZ0ZSRzQ0aHAwQ1AzbTBETUtSTE13REFHK082NGIxdkQySHgvMDRpeU1jTmJacDZsOXZQaUI3QjZOcytzTndpNVpMYmxrWnI5Y1pLejBZNmVDNEZjZGV6TWJSTE16VHo5VURVYy8zaEpKUGc2cTFjekZxOUg0OE5DTU9qQTFxWGFMZGdZeXpTY2dyeDd1TVJDUEw1dCtpc3JJd2wydDd1U253MHNTOWVYN2tYaHkrazRvZVlDM2g2U0R0MGJlbUw3RkpxWCtrTUp2eVZrQTVYcFF6aHdUNmw5aW10Sjh2Qjg2Ny9zMHl3U2VVTDloTTFGSTNEWFpDVHFFZktrWHcwSGVCZWNZTWFZckZZc0d2WExtemZ2aDFKU1Vrd204MW8xcXdaUm93WWdaRWpSNVlidEZSVlRrNE8vdmpqRDR3YlZ6S2dQM3o0TUp5Y25IRGp4ZzBzWDc2OHpEN2MzZDJ4YWRNbTYrTkhIMzBVU1VsSldMMTZOYTVkdTRZMzNuZ0RNdG0vQVlwWUxJWlVLb1hKWklKWUxNWm5uMzJHUllzV1ljNmNPWGpqalRjd2ZQaHdtLzdGWWpFbVQ1Nk1kOTU1QjNLNUhOT21UVU5TVWhJbVQ1NWNxZWNvazhrUUhSME5BUGpqanovdzFWZGZJVFUxRmErKyttcWwydDhOMS9mbG85VllUNGYxMTZTL094SitVeVBza2ZMLzc2ZjZnOEVWVVQyV3FkWGhsNHNKZHJlYjJMRU54RFh3d3dNUlVaNUdqL0ZSMjZ5UHpmOHN1NXUxYXI5MTV0R29pRkM4TkxJVExCWUwvdlBMQ1p4T3pJQy9sd3RtUHZMdnNzQ0lOZ0dZZUg4N3JOdDFIclBYSHNESHovYXpDYTlPWExxRi8veGlPMnZwZGkwRFBUSHZtYjZsbmpPWkJVVE8yUXdQRnlmODhsNWtoYy9wV054TjdEeHhGVzJhZXFPWnI0ZTEvcFMvbHd0Y2xYSjhzK01NZkQyZE1TRDgzK1hYc1hFM2NmaENLdnc4bmRISW8vSTcvalgzODhDY3AzcGh5NUVyR1BkUC9hdlhIdXBhNnJXM3Nnc3dZZUVPQkRWeXc5eW4rMVQ2SG5WUlRxSU9DcFdFTzZjUmxVTG1Jb1pmVnhmY09xbEIrcG5DZTdaa2NQbnk1ZGl5WlF2OC9mM1JwMDhmRkJZVzR0U3BVMWl5WkFuaTQrTXhZOFlNaDk5VHA5UGhxNisrUW1ob0tEcDE2bVE5TGdnQ1ZxeFlnYTVkdXlJNE9CZ1dpd1hUcDA4djBmN3c0Y000ZS9hc3pUR1pUSWJaczJmRHhjVUZ1M2Z2eGtNUFBZUldyVnJaWE9QazVBVGpQNXNpS1pWS3ZQdnV1K2pTcFFzR0R4NXNEYlJ1bjFrVkhoNk9Eei84RUt0V3JVSm1aaVlBbFBoOGFMWGFvbCtvS1A3ZGdPTHc0Y000ZnZ6Zi8rc2lJeU54L3Z4NWJOMjZGUzR1TG5qKytlZXhZTUVDSERwMHlLWXZvOUVJczltTVVhTkdsWGpPYjczMUZ2cjBjZHovR1RlTzVNT3ZtMHZsYWxwWmdNUmRPWEQxbDVmN2ZTcDFFc08zc3d0dUhNMUhZQVIzRzJ3SUdGd1IxV00vbkltemU3WlZJNlVDRDdZTXJxRVJFWkU5TEdiQUlsaGdFVzc3MDJ5QnhmTFA0OUxPVy8vODU5cmJqZ25ta25XUTdqYXBSSXllcmYydGowOG5waU5mYTBUYlp0N3djQzZhTFZOYzIybjViMzlqejZscmNKSkpNT2VwWG5DOW95RDZrNFBiNGtabUFYYi9kUTF2cnRxUE9VLzFRcmRXZnVYZVg2czNvVkJ2UW1PVm9jeHJpdXRGVlRlL2QxSEs4ZTRURVhobCtSLzR6eThuME5USERjSCtLaGhOWml6NzdSUUFZT1lqUGV5dU1kVzVoUzg2dC9BRlVMU2JvVkJLZlNzQUtOQVd2V2t5Q3hia2FrcGZJZ2tBU3JuVVdpK3JMaElNRnVqVVp2aDFkYm5YUXlHcXRiekRsTkNwVGNnNFd3aVJDUERwY1BmRHF4czNibURXckZrWU1tU0k5Vmg2ZWpwZWZmVlYvUDc3NzRpTWpDd1JBRldYbjU4ZnVuVHBnbzBiTjlvRVYzLysrU2V5c3JMd3hCTlA0TWlSSXhDSlJCZzJiRmlKOW1scGFTV0NLNkJvbHRTMGFkTXdac3dZQkFjWC9keXMxV3FSbloyTjdPeHNpRVFpeE1mSDQ1dHZ2b0ZhclVaV1ZoYlVhalZXcjE2TnZMdzhMRnUyREsxYnQ0Wk9wOE1UVHp5QlNaTW1ZZmp3NFZpK2ZEa09IanlJZWZQbVllN2N1WWlJaUxEZWM4bVNKVGg5K2pSV3JWcGxuWjJXbHBabUUxd0JSWUZYV2xvYU5tL2VqQkVqUm1EWXNHRUlEdyszdVNZbUpnYUppWWw0NFlVWFNqeTMwTkJRT3o3RDVkT3FUVEFXVm02M1Y0c1pTRG1jQjIybUNhNytGVyt5NGRsQ2dkeXJldWh5VFZCNE1OYW83L2dWSnFxbmRHWXovaHQveGU1MnozUnNBeWxuV3hGVnlLeXp3R3dRWURaYUlCZ3RFRXdXV013V0NPYWlnTWhpTGo2RzI4NFZuUy83M0QvSGpQYytZS29wemdvWjVrd29xdkZoTmdzWU4rODNBTUF6UTl1aFkwaGpBRVV6bmhiK0hJdmRmMTJEUkN6Q25LZDZJVFNnOUNVR014N3VCckZZaE45UFhNWHN0UWZ3MklBd1BETzBIYnExOHNPRzJiYS9TUllFQWYrM1BBYVhiNmpSdjBOZ21XTXNuZ1ZXblZkQ284a01rMWxBVUNOWFBOSy9GUTVmdUFtSVJORHFqZmg1Znp4dVptc3dva2N3V2dhcW9OVWJJWldJSVpQYUh4NDk4MmswOHJYbGJ3OSsrWVlhRC8vemVTN05LNk03STdKWEM3dnZYVnVvRTR1V1NiTFdDVkg1QW5zVnpVeEpQMU8wczF2VC91NTN0ZWJWckZtem9GS3BiSTQxYnR3WUkwZU94TGZmZm9zTEZ5NDRQTGdDZ1B2dnZ4OVJVVkZJVFUwRlVGUmMvZnZ2djhmSWtTUGg2K3RyVjErQ0lPRHk1Y3RvM2JwbytYZHdjREN5czdQeHpEUFBRS2V6WGJLZGxKU0V3c0pDZUh0N3c5dmJHNkdob2ZEeThvSzN0emY4L0lwK3lXS3hXSkNmbncrOS90OWZMdlRwMHdmZHVuWEQvUG56c1dUSkVvU0VoQ0FwS1FuYnQyL0hqQmt6S2x4U0taUEo4TUVISHlBckt3disvdjd3OS9kSDU4NmRiYTY1Y3VVS2J0NjhpUkVqUnRqMS9PMWx5RE5EVW9udnNjSU1FMjdHNXNPZ3NlOFg3aEs1Q1BwY000T3JCb0JmWWFKNjZyOFhyNkRRYUxLcmphdGNob2ZDSFBkYkZxTGF5bUlHekVZQlpvTUZnc0VDczhFQ3MxR3crZnUvNS80SnAyNDdaN0Z2azA0cXcvbHJXZERvYkVNWG5jR0VkOWNkeE9uRURJakZJc3g2dEFlNjN6WkQ2MDVpc1JqVHgzV0R1N01jbS9aZndvWS80NkRSR2ZEcW1KTEw1MzQ3Y2dXWGI2alJ0TEU3eHZSdVdXYWZ3ai9CMVoxRjArMnhjdnRwL0hiRTlwY0hrei9mWmZNNE9qWUowYkZKQUlESVhxSDdRU2hoQUFBZ0FFbEVRVlI0WlhTWFV2djZKdm9NVWpMemJZN05lclFIbkJVeURPc1dESzIrNkxWZXNGanNXdVo5NllZYWwyK29yVXNiNjZxc09DMmNHOHVnOE9TUHRVUVZDZXpsQmhkZk9XNGN5VWRDdEJxTncxMmdDcms3dGVIdURLMkt1YmdVelphOHZVNlVJL1hwMHdkUFAvMDAzTnlLZ2p1RHdZQ0lpQWc4L3ZqamR2ZTFlZk5tckZ5NUVrOCsrU1FtVEpnQXNWZ01UMDlQUFB2c3MvRHk4cklHVXg5OTlCSGMzTnp3eVNlZjJIMFBrVWlFV2JObVllclVxVWhNVEVSSVNBaFdyRmlCbGkxYjJzeFdLNDlLcFlKS3BjTFpzMmV4YmR1MkV1Zmo0K09SbDVlSHFLaW9FdWRhdDI2TnNXUEgyajN1MHVpeVRWQjRWZnphbkx3dkYwb3ZLWm9NOEVEQzF1eEs5Ni93a2tLWGJZSkhVOVkzck8vNFB6eFJQU1JZTFBqK2JKemQ3WjdxRUFhRnBPNHVGNkdHVFRCYVlOSUtNT2tFbUhTV29qK3Rqd1dieHd5ZWFvZUQ1MU9zZnhjRUMxSXk4aEhrNDRiQVJxNjRrSnlGZDUrSXdJN2pTZGgwNEZLRmZVMGEzZ0V0QWp6eC9aN3plSHBJdXhMbnI2WGxZdFhPb3VVZXI0M3BVbTVSY3VNL1M2d2RVYmk4VjVzQWVMaVV2ZVFoVjJQQWtZdXA1Zlp4SmlrRGNkZHRmNUF2SHVPVUJ6dGFqeTMvN1JRU1VuUHc5SkMyMXFXRUFQRDNsWFNjU2toSFJCdC9tenBneTM4N2hjczMxQ1dXWU5ZbEdXY0xZZFFJMXBra1JGUXhWWWdURko0U0pPL0x3NDBqK1VnL280Rm5xQUxlcmUvTnJvUEZTL0dhTld2bThMN3o4L09SbnA2TzNyMTdJejA5M1hycy92dnZSMVpXRnZMemkzNHBJQWdDbm56eXlSTHROUnFOVFMycXlNaElYTDE2RlQvODhBUE9uajJMMmJObnc4dkxxMFRRbzFLcGtKMWQrUUNtMk9iTm0yMEt4WC95eVNjMjRkZjk5OThQaFVLQnJWdTNsbWg3K1BCaDYzTVVpOFdJakl5RXlXU0NSbE8wNjZ6QllJQmNYdlI2SHhRVWhLQ2dJT3U1WXVmT25ZUEVnZThGZEdvVHZNSXFydVBZZklnS0NwWDk5MVY0U1pFZHA2M0swS2lPWVhCRlZBL0ZYRTFCUnFGOUwrSktxUlJQdEhQODlHeWk2akxrbTJIU0NqQVdoMUJhQzh6RlFaUmVnTEZRZ0tuUXZxbmxkTytaelFMMm5yNE9KNWtFZXFNWlgyeitDM21GQml4LytUNjhOcVlMeHZScWdXQi9GVmJ2UEl2MG5JcGZ6d3IxSmd6dTFCUURPZ1RaN0E0SUZPMFFPTy9IbzlBYnpSamJweVhDUTByZllhK1l3VmlVYkphMXU1ODlIaDhVVnU2T2h4ZVRzeW9NcnVZOTB3ZEdVOUgzK0h2ZkhzU1ZtN2tscmhFRUFYcWpHZWV2WmVMTlZmdlJ0cGszSnR6WEZ0MWErZUhjMVV6OHVQY2lQRjJkYk1aU3ZCT2hpMVBkL0hId3hwRjg1Q1Rxb1FweDRqSkJJanNwUEtWb05jWUxtalFqMHM4VVdqOWNmR1Z3OFMyYXdlalNXRmJqUWRhcFU2ZHc4T0JCTkd2V0RPM2J0M2Q0L3djT0hNRGl4WXR0anExZHV4Yi96OTU5eDBkVlpnMGMvMDNOVENabGtwQWVRZ2tsOUNKZEJVVlFSRVZVRk11aXVJdnJxdnNxSXE3djZxS3Z1NHF1dTZ0clYreDFWUkFzQzZnMEFlbEZ3VUNBRUFLRWRKSkptNUtwN3g5RGhnekpwSkdRd3ZsK1B2bGs3cjNQdmZmSlpObzljNTd6dlBmZWU0QTNXRlk5bytIMDZkTnI3Yjl6NTA0eU1qSjh5MnExbW5uejVoRVhGOGZISDM5TVRrNE9rWkdSdGZZekdvMWtaR1NRbnA1T1FVR0I3NmV3c0pDQ2dnS1NrNU5ac0dCQm5YM1c2WFE4OWRSVGRXNzc2YWVmK082NzcrcmN0bUxGQ3ZiczJZUFQ2Y1R0ZGpOdDJqU0dEUnZHc0dIREtDd3M1SjU3N3VHS0s2N2dsbHR1SVRRMGxNMmJOL1BDQ3kvd3hodHZFQlhsZlcrWVBYdTJMd091SmRoTXprWmx3elluYUFYZXg3SE4xTFFSSnFKajZwaWZWSVFROWZwd2I5T3pyVzdzMzR0Z2pid2tpSFBIWmZmZ3RIZ0RUdzZyNi9SdGk4c1hqSExaTzIrdHAvUGRsdlJjU2l1cnVIQkFJcHYyNVhEMTZKNjg4MTBhVDN5MG1WZnV1NHdlOGQ0aEplL01tK0szbjgzdXJMZVkrWmxCSzVmTHpWOC8yY3F4Z25KMFdoVjNUQjZBMisycGR4aWd6ZTc5RU56VW91bXR4Umh5dXFodFhYV3d5czFWbEpxcm1IZkRDS2FQNjhXYnkvZXcrM0FoajMrNGlmY2Vtbks2VnRjWmYzTHZ4QWlxSEM2NmhMZGNrZWJzRGVXdFhxUE5hZk5nTjd0eE85d1lld1pKdHBVUVo4RVFxNkhINUhCc0ppZWxtVlZZVFU0SzkxcDgyelVHSmRvUVZhM2w0QmpOV1FlTU4yM2F4TFBQUG90T3ArT1JSeDQ1cTJNRk1uSGlSRWFPOU01SXUzejVjajc1NUJQdXUrOCszNng1YXJXYTlldlhvMUFvdVBIR0cydnRiN1ZhL1FKWDFXNjk5VlltVFpwRVRFd01odzRkOG1VN1ZRZW9pb3FLY0x2ZDNILy8vWUIzWnNIWTJGaGlZMk1aTkdpUXIwWldYVlFxRlVPR0RLbHpXMVpXVnNEOXFvTmRpeGN2NXUyMzMvYmJGaDBkemQxMzM4Mjc3NzdMaWhVcnVPZWVld2dPRHFhMHRCU1g2M1FhdXNsa0lpUWtKT0E1aEdncjdlTVRtUkNpeGV3dExHYi95YWFsSnF1VlNtNGZsTnBLUFJMbkk1ZmRnNlBTaGQzc1BoV1Fjbmt6cG1vRXAyUzQzdmx0OGNaREpIWUpvV2Q4T0p2MjVkQTdNWUk3THgvSVd5djNzbVRqSVc2ZDJJOHljeFZCR3BVdmdQVFVwMXZZdEMrWEpRdW0rZFZsV3J6aElDNjNoNGxEazRreG5nN0N1TjBlbmx1OG5aMkg4Z0ZRS1pVOCsvbDJQSGg0N0pZeEFRTlRKWlhlVEtTT01vVHVqZVY3V1BQek1hNGFuY0x0ay9yejl6a1QySEV3ajhKU0s3RVJodE5ESDVYK1FiMmJMMm41MS8zeTdNQ3pOYllvSmNRT01kQmxZTU5EVUlRUURkTkZxSWtiY2ZvMTBWemd3Rnpnd0dGMllhODhuZFZjbm0zSDdmQVFQU2k0MllFcnA5UEpXMis5eGRLbFMrblNwUXRQUHZra3ZYc0hyanQ0Tm5RNkhUcWROL2kvWmNzV3dCdEVDZzBOOWExdnJwZ1k3NFFpeDQ4Zlovbnk1Y1RHeGhJWEYwZmZ2bjB4bVV5c1hyMmF4eDU3akFzdXVNQlhYK3Znd1lQMUJxMWF3N2ZmZnN2NjlldTU0NDQ3ZVAvOTkvbjg4ODlKU2tyeURTdXNPVFJ3OGVMRnZwbDFXMEoxUnBTbWxkNVBHNXZSSlRvKytTOEwwY2w4MG96YVZ0UDc5c1NvazZLR292RThMckNiWGQ3Z1ZLVWJlNlgvN2M0OEs1NDRlM3VQRkxIL1dERy92V0tnTDZnQ01PUGlQaWdVTUgxY0w3N1pjcGhYdnZtWitUTkdjdmtGM1FHSUN0UGpkTG5aYzZTUWNmMVB6d3I0NVUrSEtDNjNNYkJibEM5dzVYUzVXZmlmcld4TXkwR3BnRlAxMWxFcUZXemFsOHY4UlQveTFPeUw2cHlkcWNEa3pUYUlERDI3aXhxQXQxYnVKYlNlRCt3VjFyTVA5RXdkMVpOamhlVjh1eldUMVQ4ZjQrWUpxZHh3VVcrQ1RnWG1xalBJdEpyV3IyRTQ0TFl1clg0T204bEp6dVlLQ3ZhWTBVZXJaWmlnRUsyZ2VzaGdTek9aVER6KytPTWNPSENBaXk2NmlIbno1dm1DT3ExcCsvYnRWRlJVb0ZBb2VPKzk5L2o2NjY5NTZxbW42aHptMXhodXQ1dTVjK2R5d3cwM01HblNwRnBGMDQ4Y09jTHExYXV4MisyRWhvYmk4WGg0ODgwMytmTExMM251dWVkcXpmSlhrOWxzNXBwcnJxbHptOVBwUksxdTJpWDg2TkdqT1hqd0lQUG56MmZvMEtITW5UdVgrUGg0WC9aV3pRQmVkUTJzbGxJZHVBcE5hS1hBVlNPTHY0dU9ULzdMUW5RaWhSWXJhNCtlYUxoaERRcmdqc0g5V3FkRG91UHk0TTJNTXJ1d1Y1d0tTRlVIcWlxODlhV0VhQTZQeDhNYnkvZWdWaW01L0lMdUxOOSt4TGROcVZSdzQzanZOOUc5RXlQd2VHQmoyZ2xmNEdwb3oyaVcvcFRCN296VGdhdmpoZVVVbDl1SUN0TXpvUHZwb01ubS9UbHNUTXNoU0tOaXdXMWplZkxqelNnVnNPRFdNZno5aSsyczI1UE4zRGZXOGVqTm8ydjE4ZEFKRXdCcmZ6bk8ybCtPcyt5SmE1dWRmWFV3dXdRUDRIQzZVYXVVcUZWS0hFNFhMcmNIclZxSlVxbEVwMVdmVlQydGdkMjc4TXA5bDdGcTl6SGVYTDZIOTM1SW8zdHNHT01HZU84ajA2a01zbEI5NXdqdzZDTFVwRndWUWVaeUU4ZlhsOU4zZW1TYkZKUVdRalJOYVdrcGMrZk9wYWlvaUFjZmZKQ3BVNmVlay9PNjNXN2VmZmRkYnJqaEJoWXRXc1JOTjkzRW1qVnIrSi8vK1IrZWZmWlpYNXU2Z2tVT2g0UGc0TnJEcWRQVDAwbFBUK2ZreVpOMW5yTjc5KzRFQndlemUvZHV4bzBieHovLytVODJiZHJFelRmZnpOQ2hRd1AyTlRRMGxKU1VGR2JQbnMzcnI3OU85KzdkdWZMS0szbnV1ZWU0K09LTEdUdDJiSk9McDhmRXhEQi8vbnh1dU9FRy92T2YveEFlSGc1QVFVRUJXcTIyUld0YW5Va1hxYWI4ZUZXckhkOWE0c1RZWGI1OFB4OUk0RXFJVHVTanZRZG9hcDdMbEpSdXhJZTBYSDBUMGJGNDNHQXZkMkVyYzFKVjVxTHExRzk3aFF1UHhLWkVLemlRWFVKR2pva3BJN29URlJaNG1GZmZwQWlNSVVIc3ppaWd5dTRrU0t0bWNFL3ZzSXc5UndwOTdiWWR5QVBnNG9HSmZ0bFR3MUppTUlZRThkZmJML1FyU0s1U0tmbmZtYU54ZXp3WURUcU1odG9mZUgvTzlCNWZxMVppZHpidmlaRGFOWkpLcTUwN0pnOWs4LzRjM2x5K2wva3pSbkRac0c2OC9QVnV2dG1TNlZmTHF6azhIbzh2bXdxODk4R1FudEdzMm4yTVliMWlzRlk1QURoZTZKMDF5eGlpODYyclNhMVMxbGs3cTcxTEhCZEs1b3BTVEVkc1JEVmkxaW9oUk50NjRZVVh5TXZMWStIQ2hZd1lNZUtjbmZlYmI3NmhvS0NBcVZPbnNtalJJc0xDd25qdXVlZDQ1SkZIMkxScEV6cWREb1ZDd1QzMzNGTnIzeTFidHJCdjM3NWE2M2ZzMkFIQW1ERmo2anluVXFsa3pKZ3hiTm15aGJTME5Nckt5bmo0NFllNS9QTExLUzB0eGVQeEVCRVJVV3UveXk2N2pNc3V1d3kzMjgwenp6ekQ2TkdqR1RObURGcXRsbTdkdXZuTzkrU1RUekp0MnJRRy8vWVBQdmlBSlV1VzFQcWJ3RHZMWUYwQk81MU94K0xGaXhzOGRtTUVoU3R4dFdJV3Z0dnVRUnZlOGQ2L1JOTko0RXFJVHNMc2NMTDBRR2FUOTd0cmVPMXA0MFhuNDNaNlRnV21UZ1dueWwxVWxUcXhtOTAwT2RvcHhGbm9reGhCZExpZTJ5YjJyN2VkVXFsa1pKODRWdTAreGk5SENobWRtb0JCcHlFaEtvUmpoZVdZclhZTWVxMHZjSFhKNEs1Kys0Y0dCL0hXM012OUNwdWZQcmFDdjl3NkZ2RE9PRGhsUkhlTUlkNEExb0hqeFJ3dkxDZkdHRXhFU0JBSFQyVmZBVXdZbkVScFpSVmFkY1BaVVpPSGQyZnljRyttMkpGVHN3QW14NFFGYkorV1ZjUTczNmN4WjhxZ0JvOWRyY0JrWnRaeksrdmM5c0dxMmhkYTk3KzJ0czYydDE3YWp6dXZhUG5adkZxYkxrSk5jSXlHNGdOV0NWd0owYzRWRmhheWVmTm1oZ3daY2s2RFZpZE9uT0R0dDk5bXpwdzU2UFduWHljTUJnTXZ2UEFDR28yR3I3NzZDb1ZDVVdjRzJNbVRKK3NNWEczYnRvMnVYYnVTbUpoWWF4dEFabVltSjArZXhHS3hFQjRlem11dnZVYlhybDE5K3o3Ly9QTXNXclRJVnlmclROOS8vejF1dHp0Z1lHelhybDMwNzEvLyt5aDRBMnZSMGJWbjBpMHBLZUdERHo3Z29vc3U4aFd2cjliVW9ZajEwUmsxYVBSS1RKazJJbExPZnZoOVRTVVpOclNoU25UaEV0STRIOGgvV1loT1l1bUJ3MVM1bWxidGVrSnlJc2xoTWh0VForS3llNmdxUFpVOVZlNE5VdG5LdkRQMkNkRWVxRlJLbnZudHhjUkZOancwb1RwN2FPZWhBa2FuSmdEUUs4RklibkVsQjArWTZKTVVRZHJSazBTSDYrbmZMYXJXL25VRnJjNmtEOUx3MEl6VEg5b1hiendFd0RWamVySnBYNjVmMjk5TkdRekE1bjA1NUp2TVhER2loMStSK0xxVVZ0clltSlpEUkVnUUtmSGhBZHZaSEM3U2pwNGtNNiswM3BwWU5lbTBhc2IxVDZpM1RWNkptYXo4TXFMQzlQUk5xdjN0UGtDMzJNQUJ0Zll1SWtWSHpwWUtLZEFyUkR1WG1lbjljalV2TDQ4bm5uaWl6alloSVNFOC9QRERBT3pjdVpPdnZ2cUtSeDU1NUt4cVlPWG41OU9uVHgrdXZmYmFXdHMwbXVZTm44N1B6K2Z3NGNPMVppSDBlRHpzM2J1WHp6Ly9uQjA3ZGhBV0ZrWnNiQ3dta3dsbGpja3hzck96QVlpTGk4UHRkdGM2eHNxVkszbmxsVmU0NTU1N2ZEVzRkRG9kTzNmdXBIZnYzdXpmdngrcjFVcGlZaUtIRHg4TzJNK3FxaXArK09FSEprMmFSTDkrcDh1Q1ZGWlc4dWlqandMZXd2SlhYbmtsbzBhTmF0WjkwUmlKWTBOSlgxeE1XSklXVlZERFgvejB2NlhoV29sT201dkNQV1pTWjlSKzd4ZWRrN3pEQzlGSmZKSjJzTW43U0xaVngrYTB1TEdhbk5oS25GaUx2VDlTZTZyelVLb1ZLRlNnVkNsUXFCUW9WYUE0ZFZ1aEJJVUNVSnkrclZBcW9QcTJvc1p0cFFJVWVOc3AyMGNkb0c2eGdRTTROUTNwNmYyV2VQZmgwME1EK3lSR2tIT3lBcmZIdzViMFhGeHVENWNPU2E2enlIcFQ3YzRvWU1Pdko0Z0swM1B0MkY2MUFsZlZqaFdXOCs3M2FiZzlIbVpjSEhoMktKdmR5ZCsvMkk3Tjd1VDJTZjE5Rnk3S1UzMnRPUXd4dThnN25LOUxtSjRxUitPK2hEQ0c2TGpob2o0TTdsbjcyM1FBczlYTy9hOTdzNnpHOVUvZy91bkRHM1hjamlRc1NVc08zaG5RSkhBbFJQdGxzWGdudlNnc0xQVE5abmNtbzlIbzEzNzM3dDNjZi8vOVBQMzAweVFrMUIra0QyVDQ4T0VrSjdmTWUwUzFIMy84RWZCbU0zazhIdExTMHRpd1lRTWJOMjZrdUxpWThQQndmdmU3MzNIdHRkZVNtNXZMSC8vNFJ4NTk5RkdlZnZwcGtwS1NPSExrQ0QxNjlDQW9LQWlyMWVvNzd1clZxL25paXkrdzIrMDgvdmpqZnRsVzA2Wk40KzIzMzJiSGpoMG9sVXBHang3TnlKRWoyYmR2WDYyYVZ4YUxCYmZiemIzMzNrdGVYaDVYWEhHRmI5dTJiZHQ0NVpWWEtDb3E0dTY3NzJianhvMittUS92dnZ0dWV2VG8wV0wzVTAzSjQ4TTR2cUdjSHBPYlB6eStwdVByeTBtZTBIRy9kQkZOSisvd1FuUUNQeHc1emttTHJVbjdqSWlQSVRXcTdtL2ZSZnZqc0xpeEZUdXhtcXFEVkE1Y1ZUTEdyNjBwTlFxVWFnVktqUUpWamR0KzYyb3UxOWp1RFViNUI2Y1VLZ1ZLZVdmMmlZc01ZV3kvQkZJU3duRzczU2lWU21aZWtzck1TMUlCV1BEQlR3QmNOaXo1ck05VllETHo3T2ZiQUhqdytndlFCd1grSnI1NkpzRDZaaDNjY1RDUFY3LzloWnlUbFl6cm44QU5GL1h4YllzTzk5WVYvTWVTSGZUckdvbmQ2V2J6L2x5VVNnWDl1MFh4OCtHNkwrcHFjamhkdkxsOEQxLytkSWpsZjd1K1ZvMnFrbklyLy9meEZsOTlxMiszWm5JNDE4UzlWdzhsTmJuemZFT3QxQ3JRR1ZXWUN4d3lYRkNJZHF5NmRsTmpqUjgvSHFQUnlPT1BQODRERHp6QXM4OCtTMHBLU3BQUHExUXFBdzdIZS9ubGw5bXdZUU5WVlZXNDNlNWFHVlFBTnBzTm04M0dqVGZleVBUcDA3bnR0dHZZc0dFREJvT0JBUU84WHdDLzlkWmJwS2VuTTJUSUVHYlBuczBsbDF6aW02a3ZKU1dGeHg1N2pJVUxGM0xQUGZjd2ZQaHdkdTNheFEwMzNGRHJYRWxKU2R4NTU1Mk1IajNhTDBNTDRQcnJyK2U2NjY3ajY2Ky9ScVBSb0ZhcldicDBLU3RYcmlRNStmUjdvTnZ0WnNPR0RRQUVCUVh4Mm11dkVSVVZ4WW9WSy9qdmYvOUxSa1lHOGZIeFBQZmNjd3dlUEpnWk0yYXdldlZxM243N2JlNisrMjZtVEpuQzdObXptejNiWWlDR1dBMGhDVnB5dDFlU01DcmtySTZWdTYyU3NLNWFncU03eDRRam9uSGs0N0VRbmNBWCt6T2F2TS9kd3p0ZVBaUHpoY3Z1OFFXbmZKbFVWc21rYWsxS3JRSzFWb0ZLcHp3VmJEcjFXM3M2K0tUU0trLzk5Z2Fldk51OTdSUlNGN1RWL1BXT0MrdGNYMkd4cytOZ1BqM2l3dWw1RmdYT0FmS0tLM24wdlkyWUtxdVlNMlVRbzFQajYyMXZxdkRPa05TbGp1THkydzdrOGU3M3YzSWtyd3lOV3Ntc1NmMzV6Y1QrS0d0a3UxMDVzZ2RiRCtTeTcraEpqaFdVZTQ4VnJtZjI1S0VZUTNRNFhkN251NExhR1FLbFp1KzU1NzM1STNrbFpvd2hRVGljYmwvZ3l1Vnk4LzJ1bzd5OWNpOFZWZ2VKWFVLNDUrb2hmUGJqUWRLT251Ui9YbHZMNU9IZCtOMlVRZlVXeCs5SWRKRnF6QVcxaTg0TElUcTJ3WU1IODh3enovQy8vL3UvckZ5NWtqLys4WTh0ZXZ4Um8wWVJGeGZYNlBhcHFhbDRQQjdHamgyTDNXNzNaVHI5NlU5L1FxdlZCZ3lRWFhUUlJiejg4c3U4OTk1Ny9QTExMM1R2M3AwWk0yYlVlZno2S0JRS1ZxeFlRVlpXRnVBZDZ0aXpaMC9tenAzcmE2TlVLdW5idHk4alJvemdycnZ1NHJ2dnZ1UGxsMS9HN1hZVEd4dkx2ZmZleTlTcFV3a0tPajB4eWFSSmt4ZzdkaXp2di84K1gzLzlOVzYzbS9uejV6ZjZmbW1zNkFIQm5OeG5JV3RWR2NrVHdsQTFjVFpZVjVXSDQrdkxDRTBLb2t2L3p2SCtKUnBQQWxkQ2RIRFo1Wlg4VWxEM1ZMeUJKSVdHTUN5dTdxRWw0dHh5T3oyKzRGUjFzTXBobGlCVmN5bVVvQXBTb2dwU29ENzFXeFdrUktWVm9xNitYYjFOVzczTk81Uk90QTkyaDRzblB0cmNZTHN5Y3hVdXR3ZXp6Y0dmMzkzb3QrMmVxNGZVV3dpOXBzMzdjdmpYbHp1cHNOcTUrNnJCZmtQL1F2VGViM096aXlwOE14UGE3RTcyWmhVQkVCOVorMXZqSHJGaFdLcWNUQnVid2szait4SWJVYnVXVjJpd2x1ZnZ2aFNQeDRQYjdVR2h3UGZ0dXR2dFlldXBndk5kd3YwL21HZmxsVkpnTWdQZTJsWGpCeVZ4Ly9UaEJPczBsSnVyV1AzemNiN2FuRUZlaWJmTnNKUVlIcjFsTk1ZUUhhTlRFMWo3eXpIZVd2a3JxM1lmWTJOYURqZFA2TXVONC91aTFYVHN5S3N1UWszcGtTcmNkZy9LSmw0SUNTSGF0Mzc5K3ZIS0s2OEVMSUxlVk45Ly83M3Y5dWpSb3hrOWVuU1RqekZyMWl5LzVhU2twQWIzU1VsSjRhbW5ucXExWHEvWHMyclZxa2FmZTlHaVJZQTNzMHFoVU5RNUJITCsvUG0rOTVSSmt5YVJuNS9QcUZHakdEaHdZSzFNcm1vR2c0SDc3cnVQeXkrL3ZObkRNaHVqeTRCZ2dxTWRaSHhkUXV3d0F4RzlHbGV3M1pSaG8yQ1BtZVFKNFFSSFN3ampmQ1QvZFNFNnVNK2JrVzAxbzMrdlZ1aUphQXluelkyNXdJR2wwSUc1MEVGVmFkTUs2cCtQRkVwUTY1V29kY3JUdjJ2ZTFpdFI2eFNvOVVxVWFybG83ZWhjYmpjN0QrVTN1bjFocVlYQ1VvdmZPck90NFptV01uSk1mTHhtUDV2MzV4SWRybWZCYlJNWW11TC9iZm5nSHRIc1BGVEFvKzl0cEU5aUJBcUZncU1GNVJTWFcra1JGMDYwTWJqV2NXTWlESHowcDlvelV3WHkreGQvUUtGUW9GRXBVU29WRkpaYUtLMnNRcW1BVVgzOU13SFNzMHZ3ZUVDblZmSGc5U01ZMVRlT2RYdXkyWnFleTY2TUFseHU3L0RoR0dNd2Qwd2V3T1VYZFBmYmYrTFFib3pybjhqSGEvYXpaT01oM2wrMWo1VTdzM2ppTitQb25kaHhoNDVYMTdheW1wd1lZbVhvaUJDZFRmVnNmT0swUUFHb003ZnBkRHJtekpuVDZPUDI3dDM3clByVkdNRXhHbEp2akNKM2F5VmxSOHRSYWIyWnM3cEl0ZS8xM0ZaZHc3WEVpZHZoUVJ1aWtrTHM1emtKWEFuUmdkbGRicjQ5ZEtSSisyaVVTcWIzN2RsS1BSSm5xaXAzK1lKVWxrTEpwanFUS2tpQk5rU0ZKa1NGTnNRYmhOS2NFYUNTRElyeml6NUl3emRQVGorcll3UTFrRUdVa1dOaTNwcy9vbEVydVdQeUFHWmMzQWVkdHZaSG9oc3U2a09CeWNKUCszSjhCZUoxV2pWRGVrYTNTS0Z6aFVKQldIQVFhVWRQWjgxcTFFcFM0c081ZmRLQVdrTWdyeHpaZzZNRlpVd2IwNHVrNkZBY1RoZkx0MldTbVZjR1FML2tLS2FOU2VIU0lWMVJxZXErcU5GcDFjeTVjakNUaDNmanBhOS81bmhoT2ZHTm1PR3hQYXNPVnBrTEhCSzRFa0tJRGlKaFRBaFY1VTVzcFM1c0pVNUtEbGl4bVp5QTl3c0pYYVFhWS9jZ2dzSlZCSVZMMk9KOHAvQjRQRkxkVjRnT2FzWGhZenkrZm11VDlybTJUMDhXWER5eTRZYWk2VHhnTFhGaUtUcWRVWFcrRjFCWGFSVytvSlEyUklYRzRMM3QvYTJTMmxBZDFPVEprMW4xYk8waXRoMUovcW42VUhVRnJOcUMyKzNCNVhhalZpbWJOUHRWYm5FbEczODl3U1ZEdXRZNUxMRWgrU1ZtNGxvZ2NEWDVmeGMzYWJoTFMwdi9vcGl3cmxvU3g0YTJXUitFRUVJSTBUcmF4NmMxSVVTekxEMXd1TW43M0RZbzhOVHRvdWxxRHZ1ekZEbnduSWNqLzdSaDNpQlVVSmdLalVIcGwwRWxRL2RFZTlVU3dacVdwRlFxVUNxYkhzbE5pQXJ4emJMWUhPM3RmbWd1WFlRYWU2Vmt0QW9oaEJDZGtRU3VoT2lnbWxPVWZWQk1GRDJOalN0WUxPcFdWZWFpTXRkT1JhNGRTNkVEejNsd25hVFVlSWZ6YVVPVmFFTlYzcDhRNzI5TmNPQWFDMElJY2E3b0k5U1lqdGphdWh0Q0NDR0VhQVVTdUJLaWcvcWlHVVhaYityZitnVVhPeHUzdzBObHZzTVhySEphT21la1NxWHpCcWVDemdoTWFVTlZxSUlrYTBvSTBiNHB0UXJjanZON2FMWVFRZ2pSV1VuZ1NvZ095TzV5ODAwVGk3S0hCV21aM0RPNWxYclV1ZGhNVGlwekhkNnNxaUlIZEtKcklhVldnYzZvUm1kVUVXUlUrMjRyTlJLY0VrSjBYSVpZRFVXL1NvRjJJWVFRb2pPU3dKVVFIZERxckd6TURtZVQ5cmsrTlFWMUV3citubGM4M291ZDh1d3F5azkwanF3cWhSS0N3bXNFcUNMVTZNSlZxR1ZvbnhDaUUxS2RtbjFVWm00VlFnZ2hPaDhKWEFuUkFYMmJrZFdrOWdwZ1JyOWVyZE9aRHNyamdzcGNPK1haVlZUazJISFpPMjVhbFZLalFCZWhSaC9wblRwWUg2a21LRXpsL2NjTEljUjVRQmZoL1VocnJ6d1BaOGdRUWdnaE9qa0pYQW5Sd1pUWXF0aVJXOUNrZmNZa3hSRm5DRzZsSG5VY0xydUhpaFBlWUZWbG5yMUR6Z0NvQ2xMVUNGQnAwRVdxMFlaSUZwVVFRdWlNS215bXBtVWpDeUdFRUtMOWs4Q1ZFQjNNeXNOSG03elBWYjI2dDBKUE9nYW54VTE1dHAzeUUxV1k4eDF0M1owbVVRVXBDSTdXbkE1VVJhaGxxSjhRUWdTZzFDcHhtRHZnTnhKQ0NDR0VxSmNFcm9Ub1lGWWVQdGFrOWpxMWlrdTdKN1ZTYjlvbmU0V0w4dU5WbEdmYnNSWjNrRy9mRmQ2aExzSFJhb0s3YUFpTzFxQXhTSkJLQ0NFYXkxdWczZExXM1JCQ0NDRkVDNVBBbFJBZHlJbUtTZzRVbTVxMHo2UWV5UVNwVkszVW8vYkRaZmRRZXNSRzZSRWJObFA3LzhaZHBWUDRBbFRCWGRUb296UW9PdisvU1FnaFdvMDJ4UHNpNmpDN0pmQXZoQkJDZENJU3VCS2lBMW1lMFp4aGd0MWFvU2Z0aEFjcVR0Z3hIYkZSa1dPSDlscGZYUUU2NHhuWlZGS1hTZ2doV2xSMXNNcGU2WkxBbFJCQ0NOR0pTT0JLaUE1a1JSUHJXM1VKMWpFaUliYVZldE4yYkNZbnBabFZsQjYxNGFwcW45RXFYWVFhUTV5R2tEZ053VEZhbFBKcUt6cVJJYWs5MjdvTG9wMXBENDhKUTZ3R0FIT0J3M2RiQ0NHRUVCMmZYRW9KMFVIc0t5b2hwOExjcEgydTZ0VWRSU3YxNTF6ekRRWE10R0VyYlg5REFiVmhLa0xpTkJoaXRSamlOS2kwbmVXZUY2SzJDbXNWbVhtbHBNUWIyN29yb2gwNG5HT2lzcXA5MUJQVUdLUkF1eEJDQ05IWlNPQktpQTVpWldiVGlySURYTk83Unl2MDVOeXlGRGtwT1dpbDdIaFZ1eG9LcUFsV25zcW8wbUtJMTZEV3liQVVjZjVJU2VsRlpxNEVyb1RYNGR4U2V2WHEzZGJkQUx6WnJqWlQrd2lpQ1NHRUVLSmxTT0JLaUE3QUEzemZ4TUJWM3lnajNZMWhyZE9oVnVaeFFXbVdqWktEMXZhVFhhVUFRNHlHMEVRdElZbGFnc0tra3JvNGYxMDY2UXJXZlBVUmwxL1ExajBSN2NHdVk1Vk1tVEdqcmJzQmVBTlhGU2ZzdU8wZWxKTDVLb1FRUW5RS0VyZ1NvZ1BZbHBPUHlWYlZwSDJ1NnRYeHNxM3NsVzVLRGxveFpkcHdPOW8rdlVxdFV4Q1NvQ1UwTVlpUUJBMUt0VndFQ1FFd2N1UklObTFjejdMTlI3aHVYTnZYTmhKdFo4bkdETUxpZW5MQkJlMGppbW1JMVZEMEsxaE5UcWx6SllRUVFuUVNFcmdTb2dOWW5aWGRwUFlLNE1xT01wdWdCeXB5N0pRY3NsS1o1MmpyM3FDUFVudXpxaEswNktQa0pWS0lRT2JPbTgrelR6ekNzazBaWEhkaCt4Z21KczZ0eFJzUGNxUk15eU5QUE5qV1hmSFJSM2hmdDZWQXV4QkNDTkY1S0R3ZVQ5dW5OUWdoQXN2YnNiWUFBQ0FBU1VSQlZQSUFrejVlUmxtVnZkSDdqRXVLNTZVcnhyZGVwMXFBeSs3QmxHR2pKTU9Ldyt4dXU0NmNHZ0lZbGh4RWVISVFLcDFrVlFuUkZDOCsvdytzUlVjWjJpMk1YZ2xHZWlWR3RIV1hSQ3M2bkdQaWNHNHB1N0pLQ1l2dnhmL01mYWl0dTFUTG9hOUswRVdvU1o3UU1ZZkxDeUdFRU1LZnBCTUkwYzd0TFRqWnBLQVZ3T1U5azF1cE4yZlBhWEZUdE4rQzZiQU5UMXVWcjFKQVNKeUdzSzVCaEhVTGtoa0FoVGdMRDh4N21CMDdkckIrM1dxKzJuV1FFTDJXUGVtWmJkMHQwUXFHOWt1aHdtcW5WKy9lVExscFJyc1pIbmdtUTZ5Rzh1eW12VzhLSVlRUW92MlN3SlVRN2R5UHgzS2ExRjZwVUhCcDk2Ulc2azN6T1NyZEZLVlpLTTJ5NFdtREJDdUZFZ3h4V3NLVHRZUjJsV0NWRUMxcDVNaVJqQnc1c3EyN0lRUUFobGd0cFVlcXNKbWM2Q0xrbzY0UVFnalIwY203dVJEdFhGUHJXdzJQaThhZ2FUOVBiWHU1aThKZkxaUWRxL0tPZXp5SEZFb0lTZEFTbmh4RWFKSVdwVWFDVlVJSTBkbUZKV25Kd1Z2blNnSlhRZ2doUk1jbjcrWkN0R05IU3N2SnF6UTNhWi8ya20xbE16a3AzR3VoNHNTNUg2NFJISzNCbUJKRWVMY2dtUWxRQ0NIT00wcXRBcDFSUlhtMm5haFVmVnQzUndnaGhCQm5TUUpYUXJSalB4NDkwZVI5THV2UnRSVjYwbmpXazA0Szk1clArUXlCR29NU1kwOGRFU2s2TkFibE9UMjNFRUtJOXNVUXE2WDRvQlczM1lOU2hvWUxJWVFRSFpvRXJvUm94NXBhMzJwQWRDUmQ5THBXNmszOXFrcGQ1TzJxeEp4LzdnSldTaldFSlFkaDdLbVRhYytGRUVMNEdGT0NLRDVvcGZ5RUhXUFBvTGJ1amhCQ0NDSE9nZ1N1aEdpblRscHM3RDlaMHFSOUx1MTI3b2NKT2l4dUNuNHhVNVpWZGM3T2FZalZZT3lwSTd4YkVBclZPVHV0RUVLSURrSVhvVVpqVUZKNnhDYUJLeUdFRUtLRGs4Q1ZFTzNVajhlYVBreHdTa3EzVnVoSjNkd09ENFcvV2lnNWFEMG5zd1FxTlFvaVVuUkVwZXBsS0tBUVFvZ0dSYVhxeWQ5bHhtRjJ5L3VHRUVJRVlDdDFVRlhteGxiaXhHYnkvb0QzQ3dCZGhCcGRwQnB0dUFxOVVVSUhvdTNJbzArSWRxcXB3d1M3RzhPSUN3bHVwZDZjNW5GRDhRRXJSZnNzdU8ydFAwMWdrRkZGVkI4OXhwNDZ5YTRTUWdqUmFCRTlkZVR2TWxPY2JpVnVoS0d0dXlPRUVPMU96cFlLSEJZM0txMENYYVNheUZTOWJ6Ylc2aUJXK2ZFcVhIWVBtbUFsaVdORDI3akg0bndsZ1NzaDJxRktoNFB0dVFWTjJ1ZlNib210MUp2VFNyT3FLTnpqL2ZhNlZTa2dyS3VXeUQ1NnFWMGxoQkNpV1pSYUJjYWUzbHBYVWYzYWViYnU0YytoOGdRTWZhaXRleUtFT0E5VTV0dkpYbDlCM0FnREVTbDExOGZWNkxXRUptaDl5NlpNRyttTGkwa2VIeWFmejhVNTE0N2Z3WVU0ZjIwOWtZL2IwN1JzcG9uZFcyODJRVXVSZzhQL05aR3p1YUpWZzFZcXJZSXVBNExwZTEwa1hTK1dOMFVoaEJCbkovNkNFSlFhQlRsYkt0cTZLL1dyUEFGNW04L3BLWXVMaXlrdUxnNjR2YXlzakp5Y0hEeE4vRHpTV3N4bU02V2xwUzErM0x5OFBESXlNbHI4dUNLd3ZYdjNVbDVlSG5CN1dWa1o2OWF0bzZTazRWcXZTNWN1SlQwOXZkYjY0dUppM256elRmTHk4cHJVdDQ3MnZHaU9vbDh0bkV5ejB1ZjZpSUJCcTdwRXBPam9NeTJDd3IxbWl2WlpXckdIUXRRbUdWZEN0RU5OemJhSzB1dm8xeVdpeGZ2aHF2S1F2N3VTMGlPdFczaGRINlVtc3EvZVcyeGR3dWxDQ0NGYWlGS3JJSDVFQ0RsYktpZzlVdFgyaGRvcnN5R2tqaSthdEdGMXIyOGxaV1ZsM0g3NzdWeDExVlhjZSsrOWRiWjU1SkZIVUt2VnZQTEtLd0dQazVPVHc0Y2Zmc2dERHp4QWNMQzNYSUhkYmljek03TlIvVkNwVlBUcDA2ZkJkcVdscGR4NTU1MzA2OWVQaFFzWE50amU0L0h3cjMvOWk1Q1FFSDcvKzkralZBYitjUEhwcDUreWRldFdGaTllM0tnK2k3TmpOcHRac0dBQkYxeHdBWTgvL25pZGJiS3pzMW00Y0NFTEZ5NGtNakt5M3VOOStlV1gzSERERGZUcjE4OXYvUTgvL01DU0pVdTQ1SkpMaUkrUGIxVGZPdHJ6b2ptS2ZyWGdzTG5vUGltOFdmdXJncFQwbUd3a2Qxc0ZSV2tXb2dlMmZwa1NJVUFDVjBLMFM5dHk4cHZVL3BKV0dDWm9PbXlqNEdjenJsYXNZMldJMHhBN3hJQytpN3dVQ1NHRWFCM0dua0dZTW0zazdhd2tMRW1MVXF0b200N1l5MkRKR0xqb2VlZzEwMzliLzd2cTN1Znc1L0RUUEppeHRVVURXOHVXTGNOdXQ1T2FtbG9yV3lVeU1wTEN3a0l5TXpPWk9YTm1uZGtzU1VsSmhJYUdjdmp3WWRhdVhVdGhZU0hQUFBNTU9wMk8vUHg4N3IvLy9rYjFJelEwbEtWTGx6Yll6bWcwTW5ic1dGYXRXc1htelpzWk4yNWNnL3QwNmRLRlR6NzVoQ05IanJCZ3dRSkNRNlUyVDN1d1lzVUtMQllMczJiTmF0WHpmUGZkZDNUcjFvMitmZnMyZXArTzlyeG9xc3A4TytZQ1I3T0RWalVsakE0bGExVXB3ZEVhR1NFaHpnbTVXaFNpblNrd1c4bXBNRGRwbjdGSmpmc21xVEdxeWx6a2JLbkFXdXhzc1dPZUtTUmVROHdRQS9vb2VRa1NRZ2pSK3BMR2hYTG9xeEpPYktrZ2VVSlkyM1JDRys0Tld2MDBEK0xHblE1RWxhUkI1YWtKV1VJU0lYS2c5N2E5ek5zMjVjWVdEVm9WRmhiNnNvdWVlZWFaV3R1dnUrNDZEaDgrRE1Ebm4zL081NTkvWHF2TmdnVUxHRDkrUEJNbVRNQmtNdkhxcTYveStPT1A4L1RUVHhNZkg4OGJiN3pSWUQrKytPSUxkdXpZMGVoK3o1NDlteDA3ZHRRN2pLdWFRcUZnOXV6WnhNZkg4L3p6ei9QZ2d3L3l4aHR2b0ZiTDU0NjJWRlZWeGVMRmk1azRjU0k5ZXZRQXZObDBKcFBKcjEzMThMNkNnZ0t5c3JMOHRvV0dodEtsUzVkNno3TjM3MTV5YzNNWk5Xb1VLMWFzQ05ndUlTR0JvVU9IQWgzM2VkRVUyZXNyNkhOOXk0M1E2RG8rak1QZm1FaTlNYXJGamlsRUlQTHFMVVE3c3lrN3QwbnRsUW9Gb3hOanovcThIaGNVL0dLbStLQVZXaW5KS2lSQlMrelFZTjlzSlVJSUljUzVvREVvaWJ2QVFQNHVNemxiS3J5MXI5b2k4NnJYVElnYzRBMUVIZjhPdGovaHJXOVZVMGdTakhvU2txZkFsTVhlSUZjTGNidmQvUDN2ZnljNE9KaDMzbm1IZ29JQ05tL2V6SzIzM3VwcnMyN2RPcFl0VzhhZi92UW5CZzBheEFzdnZNQk5OOTFFcjE2OWZHMnFoejhCVEo4K25lenNiSDc4OFVkT25EaEJqeDQ5U0VsSmFiQXY0ZUgrV1IrelpzMXFzSWFWeStWaTBhSkZMRnEwS0dDYjMvNzJ0MXgzM1hVQVhISEZGWVNIaCtOMnUxR3IxVHozM0hOczNMalJyNzNkYnNmdGRuUE5OZGZVT3RaTEw3M2tDN0NJcy9mMTExOVRVVkhCblhmZUNYZ0RXY3VXTGVQVFR6K3RzLzJMTDc1WWE5M2t5Wk9aTTJjT1pXVmxnUGN4VVZKU1FsWldGaXFWaXVUa1pMNzQ0Z3NBdG0vZnp2YnQyd1AyWi9Ma3lRd2RPclJkUHk5YVNzNFdieUYybGFZUk5UazhjT1NIVWtMaXRjUU1EandVVUIya0pIYVlnWnl0RlNTT2tZeEcwYnJrNmxHSWRxYXA5YTBHeFVTaFA4dHZFSzNGVHJJM2xyZGE0ZlhRSkMyeFF3d0VHVld0Y253aGhCQ2lJVkdwZWxSYUpUbGJLckNablBTWVpHeWI0Rlhrd05OREFGTnVoQ2tQbmM2b3FzeUduLzhGYTM5WDk1RENzL1Q2NjYremQrOWUvdktYdnhBWEY4ZisvZnRadW5RcGlZbUpUSnMyalJNblR2RHV1Kzh5WU1BQUprK2VqTlBweE8xMnMzRGhRbDUrK1dVU0VoTHFQTzY5OTk3THpKa3ppWW1KYVhiZnBrMmJodFZxOVZ1M2F0VXFLaXNyZllHb3hxaXVEV1MzMjlGcXRZd1pNOGEzYmVMRWliVnFCNjFkdTVhalI0L3kyOS8rdHRheEdxcXZKQnF2dExTVVR6NzVoT3V1dTQ2NHVEalMwOVA1ODUvL3pPOS8vM3RlZmZWVnY3YVptWms4Ly96ejNIZmZmZlR2Mzk5dlcxaFlHSjk5OWhuTGxpM3pyYXZPZ0FvTkRXWEJnZ1ZzMjdhTmE2KzlsbW5UcGdYc3o3eDU4OUJvdkVQYzJ2UHpvaVZZVFU0Y0ZuZWpDckY3WEhCaWN6bldrMDVDNHJVTnRvL29wYVBzYUJXMk1pZTZjQWt0aU5Zamp5NGgyaEVQM2hrRm0ySk1ZdHhabmJEd1Z3dEZhWlpXeWJMU1JhcEpIQk1pR1ZaQ0NDSGFoZXJpN0RsYktzaGFYZG8yd2F2OHpkNmdWVjJCcVpDdWNQRy9JWDZzdDAxSTF4Ykx1Q291TG1iTm1qVk1uejZkQ1JNbUFONUFUbnA2T3V2V3JlUHFxNjlHb1ZBUUZ4ZkgvUG56QVZDcjFUenh4Qk84OE1JTHFGU0J2M3hTcVZSbmZYRis0NDAzMWxxM2UvZHV0Rm90dDk5K2U1T090WFRwVXI3NTVoc1dMRmpnbCtVeVlzUUlSb3dZNGRjMk16T1R2THc4cGsrZjNyeU9pMFo1NVpWWDBPbDAzSGJiYlhnOEhsNTk5VlcwV2kwVEprekFZREQ0dGJYYjdRQWtKaWJXV2FSODl1elozSHp6emRqdGRtYlBuczF2ZnZNYnBrNmRDc0Nqano1S2VIZzRkOTU1SndhRGdVT0hEdFY1RExmYmpWYXJiZmZQaTVaZ0wzZWhhc1RybktYSVNkNzJDdXhOL0NKYnBWVlFWZWFTd0pWb1ZmTG9FcUlkT1hEU1JLWEQwYVI5bWh1NGNwamRaRzhzYjVWYVZocURrcmhoQnNLNnRmSHNUVUlJSWNRWmpEMkQwRVdveUZwVnhzR3ZTdWpTVDQreHB3Nk40UnhOYTd2dkxlaDZlZjNaVkwxbVFzWVgzcll0RkxpS2lvcml4UmRmSkNRa2hMeThQR3cyRzFhcmxaRWpSekpvMENEV3JWdUh6V2JqMGtzdlplWEtsWlNYbC92OTNIZmZmZHh3d3czY2Nzc3RnRGZMNWNDQkE3N2ozMzc3N1MwK3JNNW1zNkhYNjV1OFg3OSsvZmowMDArNS8vNzdlZmpoaDdua2trdGF0RitpYVVwTFMxbS9majFHbzVHSEhub0ltODFHVGs0T2p6MzJXSzJnVldNRUJ3Y1RIQnpNenAwN2NibGNCQWNIRXhrWnlhRkRoOGpLeXVMaGh4L0dZRENRbHBiR2d3OCt5SU1QUHVnTGJGVnpPQnhvTkpvTytieG9LbHVKRTExa3c1Zjl4OWVYb1k5VTAzVkNPSWUvTFduMDhYV1JhbXdsVHNLVDVYTy9hRDJkSW5DMXRpQ04zYVlzanB0UGttMXB1R0NqRU8xWjF5Yk9mdnY0d2ZmZ1lETlBaamoxMHhxT24vb1JuVmJYNENpNkdhSVpIdEdEUzJNSHRIVjNoQkNpMFhRUmFucE1EcWY0Z0pYQ3ZSWUs5MW93OWd3aUtsWGY4bG5DMngrSGt2M2UybGFqbm9Uc0gyRGlPdzN2TitBdTc1QkI4QTR0ck16eEZtOC9pK0dEWGJ0MjVlbW5uK2JISDMrc3RVMnBWT0oydTBsS1NzSmdNUGgrcW1kS014Z01wS2FtK3RyYmJEYk1aak5tczVsRGh3NXh6VFhYK0M3UWx5OWYzbUFoYW9mRDRWY1RxQzZWbFpVb0ZBbysrK3l6ZXR0cHRWcXV2LzU2MzNLL2Z2MTQ2YVdYZU9TUlIzajY2YWVKakl4azhPREI5UjVEdEI2ajBjaXNXYk5RcVZTNDNXNCsvUEJEUm93WTRRc296cDQ5MjYvb3Z0dnR6Zmg1NG9rbi9ES2FkRHFkcjRBNjRIc2NyMXk1RXJ2ZHpzMDMzOHlpUll2bzFxMGJBSjk5OWhsR281R0pFeWZXNmxQMVVGTG9lTStMcHJLWm5FU21OaHdBN2o3SmlLNFpaVDEwa1dwS0RsZ2JiaWpFV2VqUWdhc3loNFZYRG4zUHpwTE10dTZLRUVLY2Q3SXR4V1JiaXZtcDZBRGJpalA0WTU4cGhLZ2JycDhnaEJEdGdTNUNUZUxZVUdJR0d5aE90Mkk2WXFQMFNCVzZDQlVxclJKZGhCcVZWb0V1UW8zR29HeCtRQ3R5Z0hkR3daQWs3d3lDQU5wR3pHeFkzYVlrRFVyMlFmRStpRHI3THdudXV1c3VaczZjaVY2dlI2ZlRvZFBwME92MWZQUE5ON3orK3V1ODk5NTdqVHJPSFhmY0FVQjZlanIzMzMrLzN6YUh3NEhOWm1QMjdObSs0TUNaTm0vZXpMRmp4K285UjBWRkJUYWJqVTgrK1NSZ202cXFLaUlqSS8wQ1YrQ2RNZTdGRjE5aytmTGxEQjQ4bU1PSEQ1T2JXM3NDbklLQ0Fod09CeHMyYktqeitHUEhqdlhWUW1vcWw5MkR6ZFI2c3pTM0pYMmtHcVdtOGNOc3E0ZDcvdU1mLzBDdjF6TjM3bHpmdGx0dXVhVldmYk82MVB3L1dDd1dObXpZZ0ZxdEppb3FpdmZmZngrVHljUWYvdkFIQUE0ZE9zUzJiZHQ0NElFSHlNcktRcUZRK0FKTWJyY2J0OXZ0ZDd5TzlMeG9LcHZKMmFqWHIrWUVyY0Q3V3RwWkgrZWkvZWl3Z2F1OXBjZDQvc0J5eWh5V3R1NktFRUtjOTdZVkgrYnc3Zzk0S1BWcStvVWx0blYzaEJDaTBUUUdKWEVqRE1RTURzWjB4SWE1d0lITDdzR1VhY1B0T0YwQXN2dWtjQXl4elFoZzFNeVFzcGMxZmYvSWdUQnFZTlAzQzZCNmFKYlZhcVd3c0JDcjFZckZZdUhRb1VONFBCNldMVnVHeFdMQmJEYjd0bFhmdnVXV1cyclZpS3JQdGRkZVMwaElTSjNiK3ZmdlQwNU9Uc0I5eldZekZvdUY2NjY3am52dnZUZGd1M3Z2dmRkWEUrbE1rWkdSekpvMUM0RC8vdmUvTEYrK1BPQngvdmEzdjlXNWZzbVNKYzJlNlMxM2V5WGx4NnFhdFc5N0Y5RmJSOEtvdXYrM2dXemZ2cDBmZnZpQkJ4OThrTmpZMHpOaVgzSEZGVTArL3pmZmZFTmNYQnhtczVsUm8wWnh6VFhYOE5lLy9wV2twQ1N1dWVZYTNuNzdiWHIyN01uVXFWUDV2Ly83UDNKemMzbnp6VGRScVZRNFRwWGxxQms4NmlqUEN5SE9WeDAyY1BWRC9sNEpXZ2toUkR0U1hGWEI4dHpkRXJnU1FuUklTcTJDcUZROVVXY01xYkdabkxqc251WUZyYzZrRFFkREl1UnZhYmgyMWZIdnZHMWIySi8rOUNjT0hUcFVhNzFTcWNUajhmRDExMS83YWdnRkJ3ZWoxK3VKaVlsQnI5Y1RGdGFJVExGR0dqQmdBQU1HQk00Z3k4aklBTHpEdU9wak5wdUppSWlvYzV2RlltSExsaTJNSHorZSsrNjdqN3Z2dnR1M3plbDBjdSs5OTFKWldja2JiN3dSOEc5clRvMnRhZ21qUW9qczNUa3prZldOcUpsVVUzRnhNZi80eHo4WU9YSWtWMTU1SmNYRnhSdzdkb3pZMkZoME9wM2ZVTUZBakVZak1URXhWRlJVc0hqeFltYk5tdVViT25qaGhSZnlqMy84ZzRFREI3SnAweVorL3ZsblhuamhCWlJLSlhQbXpPR3V1KzdpMjIrL1pmcjA2YjVBWjgyTXE0N3l2R2lPNm93b2piN2hXUUtibzdFWlhVS2NqUTc1Q050WWRJQk5SYzB0NmlPRUVLSzFiQ282eU9pbzNsd2NuZHB3WXlHRTZBQmEvSUtzOTB6WS96YjB1c2s3YTJCZEtyUGg4R0xvUDZkbHp3M01temNQdTkyT1hxLzN1eEN2SGhMMS92dnZ0L2c1bTJQNzl1MEFEQnhZZjdaWlpXVWx5Y25KQVkveDdMUFA0bmE3bVR4NXNsK2c0cU9QUGlJL1A1LzU4K2Y3WmYrMEpKVlcwVElCejA3Z2hSZGVvTFMwbEdQSGpqRnQyalJzTmhzQVR6MzFGQWNQSHVTamp6NXE4QmpWMlhmLytjOS84SGc4WEg3NTVYNDFyd1lQSG96SlpPTFZWMTlsNnRTcHZzZE9jbkl5VTZaTTRjTVBQMlRTcEVtK3dGVlEwT2xpNGgzbGVkRWMxWUdyMElSV0NsdzFzdmk3RUdlalF6N0N2cy83cGEyN0lJUVFJb0R2ODM2UndKVVFRZ1F5OUNFNDloMThOOE5icEQzeWpNQk1TWnEzS0xzaHlkdTJoYVdrcFBodWV6d2VMQllMeGNYRmxKYVc0dkY0MkxsenA2KzRkUFZ3dlpxL3pXWXp0OTEyRzBPR0REbnJ2dXpaczRmdDI3Y3pZOFlNdjZ3cG04M0dxbFdyU0V4TXJIZEdOby9IUTJWbFpjQ01sNTkrK2dtVlNzWFlzV1A5MXVmazVQQ2YvL3lIWWNPRytZYXBIVDkrbklVTEZ6SnYzano2OUduaVREbWlRWW1KaVF3Y09KRGs1R1M2ZGV0R1ltSWlYYnQySlM0dWpvTUhENkpVS3ZuZ2d3OEM3bi9QUGZmNGJpY2tKSEQ3N2JmWFdjVDhpU2Vlb0tpb2lEMTc5akJuemh3Y0RnZFZWVlZZTEJhc1ZpdWZmdm9wVjE5OU5lQWZ1T29JejR2bTBrV3FLVC9lZWtOV3JTVk9qTjFsUmtIUnVqcGs0S3JRVnQ3V1hSQkNDQkdBdkVZTElVUURybHdDRytmQ04xZEEzTmpUd3diek4zdUhFWGE5SEM3K2Q0dWZkdjc4K1poTUppd1dpKy9uVEgvKzg1OVJLQlMrakJPRHdlRDdIUlFVUkh4OHZOOEYvNW1xWjRScmpLeXNMTDc0NGdzdXZmUlN2d3YweFlzWFUxcGF5cTIzM2xydi9wV1ZsYmpkN2pwclVEa2NEclp2Mzg3dzRjTnIxUk42NmFXWDBHZzB6SnMzejdjdUtpcUtzckl5Rmk1Y3lCdHZ2SUZPMXptSCtMV1Ztb0duUU9MaTRnSnVVeWhPRjRLZk5HbFN3T0xtbDF4eUNXRmhZY1RGeFJFV0ZrWm9hS2p2Wi9YcTFlellzWU5MTDcwVXdQYy83aWpQaStZS0NsZmlxbEd2cjZXNTdSNjA0YzByN0M1RVkzVzR3SlViRDhWVkZXM2REU0dFRUFFVVYxWGc4cmhSS1pSdDNSVWhoR2lmdE9GdzJYdmVRRlhHRjVDM3licytwQ3RNV2R4dy9hdG1HakprQ0E2SHcrK2l1L3BuNjlhdExGNjhtR1hMbHFIWDYvMENCZFgrL09jL2s1eWM3SnVkN1V4NzkrN2wyMisvYlhTTm5weWNIQlFLQlVsSlNiNTE2ZW5wZlBMSko4VEZ4Zmt5WXdJcExDd0V2TFdQenJSanh3NnNWaXZqeDQvM1cvL2xsMSt5ZS9kdS92S1h2L2dGU2d3R0F3OCsrQ0NQUGZZWXI3MzJtbDlRUzdTc2t5ZFBrcDZlVG5wNk9qRXhNVTNldjc2ZzR2WFhYMTlyaHNscUF3WU1RSy9YczIvZlB1QjAvYktPOEx3NEd6cWpCbzFlaVNuVFJrUkt5d1prU3pKc2FFT1Y2TUk3WEZoQmREQWQ3aEdtUklHYjFvc1lDeUdFT0R0dVBCSzBFa0tJeG9nYjEycEJxcnBVejdCWGwrenNiTnh1TnlxVnFzNkxjNC9IUTJabVpxMkw2ZXBhUlV1V0xHSG56cDBNSFRvVXRkcDdpVkZXVmhadzlqU1B4OE92di81SzE2NWRmWUdJWThlT3NXREJBandlRDQ4ODhvaGZUYXE2Yk4yNkZZQnUzYnJWMnJaMjdWcVVTaVhqeG5udlg3ZmJ6YkpseTNqenpUZVpPblVxRjExMEVXVmxaVlJVVlBqOUpDUWtzSExsU2k2NjZDSkdqUnBWNy9sRjQxUlVWTEJ5NVVwZnNLcTZFSHRFUkFTMzMzNzdPZXRIOVdQeDRFRnZyZVF1WGJvQTdmOTUwUklTeDRhU3ZyaVlzQ1F0cXFDR1A2UDF2NlZMZzIyY05qZUZlOHlrem9ocWlTNEtVYThPRjdnU1FnZ2hoQkNpVTFnOENzdzUvdXRDa21ER3RuUGVsZW9hUDg4Ly96emp4bzN6dTBqM2VEenMyTEVEazhsVXE0YlB6ei8vRE1DdVhidjR6VzkrdzIyMzNlYkxhUG5iMy83R21ERmpVQ3I5TDVTZFRpZHBhV2xrWm1iNmdnWTdkKzdrNmFlZnByS3lrdm56NS9zVlphOE9aSVdIaHhNUkVZRmVyNmVvcUlnMWE5WVFHUm5Kb0VHRC9JNXZ0VnJac21VTGd3WU44dFcvS2kwdDVhMjMzc0xqOGJCbXpScFdyRmhSNno1UUtwV0VoWVVSRkJURTg4OC96enZ2dklQQllHalcvU2xPVXlxVnZQUE9POFRIeHpOaXhBZ0dEUnJFd0lFRFNVejB6cHI1NFljZitncm90N1IvLy92ZktKVktEQVlER28yR3dzSkMxcTFiUjF4Y1hLTXltdHI2ZWRHU2tzZUhjWHhET1QwbTE4NVFiSTdqNjh0Sm50QnlNeW9LVVI4SlhBa2hoQkJDQ05FV2hqMEVsU2Y4MTRXMHpQQ2dwdXJUcHc5ejVzeGgyYkpsckYyN3R0YjJrSkFRcnJ2dU9pNjg4RUsvOVc2M201aVlHQjU3N0RINjkrOFBlR2QzbXpsekpxdFhyK2JMTDcrc2RTeUZRb0hSYUdUbXpKbmNkdHR0RkJjWDgrU1RUK0p5dVhqMDBVZDlOWWhxdHJkYXJlelpzOGRYSzBpaFVOQ3paMC9tenAxYnEwajNybDI3c052dHZtd3JnTWpJU0diTm1rVkJRUUdSa1pFWWpVWWlJaUtJaUlqQWFEUmlOQm9KRFExRm9WRHczWGZmOGE5Ly9ZdkZpeGN6ZS9iczV0Mmh3c2RnTUxCa3lSSkNRME1EdGxFb0ZQemxMMzhKdVAyZi8veG5zODU5OHVSSmR1elk0WHZjcU5WcVVsTlQrZU1mLzFobkJ0V1oydko1MGRJTXNScENFclRrYnFzZ1lYVGcvMFZqNUc2cklLeXJsdUJvbVRWVG5Cc0tqOGZUNGNiZFhiZXhlUzljUWdnaHpvMWxGODl2Nnk0SUlVVEhzUDh0c0orcTM2b05nLzV6MnJZL1RlUndPTERaYlBVR0pScGoxNjVkUkVaRzFqdUxJSGlIWURrY0RuUTZYYjFEQ2JPeXNvaU1qS3l6Y0h0RFBCNFBQLzc0SXhNbVRLaVZGU002SnFmVGljdmxRcXZWTmlwZ2RiWmE2bm5SR29yU0xGVG0yZWs2UGd4MUk0WU4xdVMwdVRtK3ZweXdybHE2OUs4OXE2TVFyVVVDVjBJSUlWcWNCSzZFRUtJUjdHV3c1cmYrNnk1NzExdThYUWdoV29tNXdFSDJobkppaHhtSTZOVzRXbG9sR1RZSzk1aEpuaEFtbVZiaW5KT2hna0lJSVlRUVFyUUZiVGhjV1h2SWtCQkN0Q1pEckliVUc2UEkyVnBCNmRFcTFGb0Z1a2kxOXlmQ0d5S3dtWnpZU3B4WVM1eTQ3UjYwb1VvcHhDN2FqQVN1aEJCQ0NDR0VFRUtJODB6aW1GQ3F5cHpZeWx6WVNweVVITEJpTXprQjBFVjRBMW5HN2tGb3cxWG93aVYwSU5xT1BQcUVFRUlJSVlRUVFvanpVRkM0bXFCd05lSEpRVzNkRlNFQ2ttcURRZ2doaEJCQ0NDR0VFS0pka3NDVkVFSUlJWVFRUWdnaGhHaVhKSEFsaEJCQ0NDR0VFRUlJSWRvbENWd0pJWVFRUWdnaGhCQkNpSFpKQWxkQ0NDR0VFRUlJSVlRUW9sMlN3SlVRUWdnaGhCQkNDQ0dFYUpja2NDV0VFRUlJSVlRUVFnZ2gyaVVKWEFraGhCQkNDQ0dFRUVLSWRra0NWMElJSVlRUVFnZ2hoQkNpWFpMQWxSQkNDQ0dFRUVJSUlZUm9seVJ3SllRUVFnZ2hoQkJDQ0NIYUpRbGNDU0dFRUVJSUlZUVFRb2gyU1FKWFFnZ2hoQkJDQ0NHRUVLSmRrc0NWRUVJSUlZUVFRZ2doaEdpWDFHM2RnZmJrMnFTUnpPZzZtbEs3bVZLSGhhWFoyL2paZExSVno2bFJxTGdoZVRTSHl2UElxTWlqd21scjFmTlY2MmFJWm15WDNueDJiSE9ybmtlclZHTjNPeHZkUGptNEN6ZDNHK2RiM2wyU3hlcUNYMXVqYStkTWxEYUUwVjE2KzVaUFdJclpXM3E4eGM4VHBOUXdwc1o1N0c0blcwNGVDdGcrVGhkT3ZxMnN4ZnRScmFuLysxdTdYVWhTY0pSdithVkRLN0c1SEdmZGo3NmhDY1RwamI3bGpJbzhjcTJtT3R2cWxCcUNWQnJLSEpaR0hmdXVsTXVZSEQvWXQ3d3diU20vbEI0TDJINndzUnQvR1hpOWIzbDk0WDVlUGZSOW84NVZMU2s0aWp5ckNaZkgzYVQ5aEJCQ0NDR0VFS0lqa3NCVkRYRTZJeUZxSFNGcUhVbEU4ZVh4cmExK3ppRVIzWm1aZkRwUWsxNmV3MTkvWGRJaXgzWjRYTFV1YnJzWm9ybWp4d1NHUlhRSG9OQld6dHFDTkFBaXRBWVM5WkhOT3BmRlZjV1J5a0xmc2dLWUhEZUUyN3BmeElzSFY3RGJsTldvNHhpMUJzWjI2ZU5iTnRuTlVOQ3NMclViaWNGUjNKVnltVzk1WGNHK1ZnbGNoV3Ywek8wNzFiZGM0YlFHREZ5TjY5S0hlYWxYODR2cEtHOGVYazFSVlhtTDlTTk9aK1MzS1pjU290YnhsejJmNGNiVHFQMEdHcFBwRjVib1czNDlZeFUyemo1d2RVWDhFQzZOSGVCYmZpdHpUWjJCSzUxS3crTURaOUExT0lvUHN0YXpPci8rZ0tsZXBXVmk3RUEwQ2hVQTVRNXJnLy9YS2ZGRGZlMEJOaFVlYVBUZllWQUZjVXYzQzdreVlSamY1dXppL1NNLyttMVhLMVNvRmMxTG9uVjZYRGdsRUNhRUVFSUlJWVJvaHlSd1ZVT3NMdHh2T2R0U0hMQnRkME0wcWtaZUpMbzhibzZhaStyY05qcXFsOSt5MldualB4YyswS2pqTnVTdHpEV3N5UDNaYjEyVnk4NGdZMWZmOGgwOUpyQ3RPQU96czRwUlViMzRRNi9KelRyWG9ZbzhIdm5sRThDYmFiTnd5QzJraE1RQzhNYytVM2hnMS90VU9LMkFOOHNzMmRDbHp1TWs2Q1A4bHNNMXdiN2puS25NWWVGa1ZVV3orbnMrdTdCTFh4NU12UXFWUXNrRmtUMTVhY1NkZkhaMEU5L203R3Awa0NtUUNUSDkrV09mSzFDZkNzNWMzM1UwUzdKUEI0QmpkZUdFcUhWMTdxdFhhZjJXZTRSRVkzWlcxZGsycTdMd3JQdGFrMDZsNFltQk41SWFsZ0RBZmIydjROS1lBYnlXOFFNNTFwSTY5N2syYVFRNmxjYTNIS0xSOGNtRjk5Zlo5cUhkSCtMeGVCZ1ZsZUszL244SFRBLzRWeHdveitYSlh4Y0QzbURnczBOdkpWd1RETUMweEJHa2xSNW5aOGtSWC9zSCtsN0pSZEdwamZwN3ovVDU4YzJ0bm4wcGhCQkNDQ0dFRU0waGdhc2FhZ1pOTEM0N3hmYktnRzMvT3ZnbVF0WDZSaDIzd21ubDlpMnYxbHF2Uk1ISU15NWt0NXc4eElqSWxGcHRXMHErcll6bHVUOXpiZUlJQU1JMGVtN3BkaUZ2WjY1dHNYUFlFdUNkVGdBQUlBQkpSRUZVM1U3MmxXWDdBazRSV2dQMzlybWN2Ky8vR29CNGZRVC9IRGFyVWNlNk1Mb3ZGMGIzclhQYjkzbDdlT1B3cXBicDlIbkU2ckpUNnJBUXBRMEJ2TVBqWnZlOGhERmQrdkRpd2VWbk5Yd3dyU3didTl1Sld1VU5YTTNzTm82ZlRWbGtWbnJUNXU3b01jRXZvNjQrVHc2NktlQzJPN2UrUm1ramgvTTFoZ29sZVZhVEwzQUYwRDg4aWVlSDM4NUhXUnY0Yis1dXYvYVIyaEN1VFJycHQwNkpBcDFTUTEwVUtMaTUrN2hhd2U2Z0FPMjkyMDYvUE9mYlNzbXFMR1RvcVV4SkJYQi8zeXQ1WU5mNzNxeEVJWVFRUWdnaGhPaWtKSEIxaWxxaEpGb1g1bHZPTnA5czlYTU9qK3poeTZBQTcxQ2p0TkxzRmo5UGQwTTBYWUpDZmN2THNyY3pNWFlnb1dvZGRyY1RCUW9BSEc0WEZsZmRHUzUxMGF1Q1R1MVoyOGRaR3hrZTBjTlhzMmhNVkc4bXhnNzBEVXZzREc3dk1ZSFFBTmxETlVVR2hmZ3Q5dzFMNEw3ZVZ6VHFIT3NMOTVOV2R2b3gwU1VvbE42aDhYVzJEZGY0QjFMVkNsWEFJTkZuUnpjeHM5czR2OGRGYWxnQ0wxd3dtM2NPcjIxMlhiSGlxZ3Jlemx6TC9YMnVQTlVISlhOVHIrS2gzUjgycWQ1VlV3Mkw2STd1akl5dGFqV2Yxd0E5RERGMTNpODdTakp4ZWR4TWlodmtXNmRWcXZsZHlrUkdSdlhpM3dlWCs0SkUvOU5uU3NBZ1ZWMEdoQ2R4VVhTL1JyZXZ5eXNaMy9QU0JYY1NmT3J2REZYcnViL1BsVHlaMWpKRGk0VVFRZ2doaEJDaVBUcXZBMWRqdS9UbS9sTTFnUlI0TXlhcTlRNkxyM1BJM2w3VE1aN1ovMVdMbkg5eTNHQy81UjhMOTFIaHRMRTBlM3VUanBNVUhNbW9Ha01PRDFia3NxLzBCSmtWM2l5WGFZa2ovR3I4M0w3bFZUNDQ4aU5SUWFHc0s5akh4VEdwL0czd1RQNzY2NUphZ2FWSmNZT1lFaitVVmZsNzJWQ1lqdFZsOTIzN2NPeDlBYlBPSEI0WHJ4ejZubWVHM3VxN1YrZWtUQ1N0TkJ1SDIwbStyYlRPL2JSS05aSGEwNEVlaTZ1S2NvZTF6cmFOTGFEZFdzYkg5UE5sTFRWRmdqNmkxcERJUUxMTWhYNkJxd0hoWGYzcVdOVkhyOUx5cDM3VG10UzNJS1VHaDhmVnBIM090SzVnSHhkSDkvUFZVVXZTUjNKSGp3bThsYmtHazkwYzhIOGZxUTFCV3lQTHFNQldoaWZBUURxWHgzLzk3M3ROSWs1bnJMUHRtU2JGRGZJTFRqV0dRUjNrZSt4Zmx6VEtsL2tFM296S3A5S1cwanMwbnQrbFRHVHJ5VU1zUHI3RnQxMnIwakEvOVJxL0lPOFh4N2V3OVdRRzkvVzVncFNRV0RJcThuZ25jeDEyOSttYVh0WXpDdE1YVjFYd3lkR05mdlhTaGtaMFozeE1QellVcHJQMVpBWjUxcnJ2MnpNTkNFK2lmM2hTVSs0Q0lZUVFRZ2doaEdnVDUzWGdTcVZRQmN5YUNEVHNSMWxIWFN1VDNjd1ArWHY4MWwwZU40UUlyU0hndVkyYVlDNkk3T20zN29lOHZWaGRkajQ2dXFFeDNmZTVLRHJWTDNDMXIvUkVnOGRZVTVDR1hxWGxsUkcvOVFXS2ZwdHlLVzhlWHUxclkxQUY4WnZ1RjN2clRQV2F6T3llbC9Ed3p4OXpvcDdhWHpVZHJNaGxYVUVhRTJNSFluWFpXWHg4Q3lYMkNwd2VOL2ZzZUx2T2ZRWWJ1L0hrb0J0OXl6OFc3T2V0ekRXTk9wOW9udTNGaDBrSmlTVXFLSlMzTTlld3ZuRC9XUi96cmNPcmVXbkVuYWdWS3RMS3N2a2hmNjkzZmVZYXlLeDduNFZEYnZFcnp2N3d6eC83NnFLMWhaVjV2M0JsL0ZCT1dFdDQ4dGNsMkZ3T3huYnB6YXdlNC8zYXZYOWtQVzZQaDkvMHVCZ0ZNTFpMSHlxY1Z0N0lXSVVIbUpkNmxWOW1XNTZ0bE1YSHR6QWxmcWh2T0czdjBIaiswSHN5eit6N2lzS3F3RU0xdjh2OWhjbHhnK2x1aUtiVVllSGpyQTFzTEV3SFlOUEpnMnc2ZWJCUmY5dk4zY1pKNEVvSUlZUVFRZ2pSSVp6WGdhdm1jTmFSalZKaXI2eFYySGhFWkVxOWdhdXJFb2Y3MWJ2WlgzWWlZQkhvMW1KMTJkbFltTzZyMVRNbGZpamJUbWJ3UytreEFHN3BmcUhmVU1adlR1eHNkTkNxMm9kWkc3QzVISHh4ZkF0bERnczlRMkw4c2xYT0ZLL3p6MFJLQ1lubCtxNmpBcmJQdFpqWVdwelJwRDRKZi92TGMzZzk0d2N1aU96Sm1oWWF5cGxuSytYOUkrc3BycXJ3L1grdVNoaE9rQ3J3UzA3TjRBN0ExWW5EcVhJSG5sVndUWDVhcTJYZDJkd09GaDFlVFVaRkhudE54L3dDYURVenAvYVdIbWR0UVJvR2RSRDUxbEs2RzZJQmIrQzZwTXJNdW9JMCt0YW9td1h3OXVFMU9EMXVmc2pmeTVDSTdvdzRGY0R1Wm9pbWQxZ2NoVVdCQTFkdVBDdzZ2SnB4MFgzNXo5R2ZzTlRJZ0JSQ0NDR0VFRUtJenVpOERseGxXNHA5dy9MR1JmZnhEVFh5QUYrZDJJN0hBOEhxSUtiRUQvSHRZM1dlL1lWaXNFckwxSVJoZnV0cXpqcllMeXdSWXoxQnIycTdTbzZjVmQyZzNxSHgvR0k2eXVUNEliNjZPZGNramFESzdTUk1FOHlVK0tHK3RzY3RKL25GZEpSNG5aRzhBRU85NmxMbXNQaGxUS1dHSlRLcisvaDY5dkRYTnl5aDFvVi9UZHVMRDdkWjRPcjMyOTVzc00zOGZ0ZlVXVS9KN25ZMktudnR6Sm56ZmlvNndNN2l1bE9XdXVqQytQZndPM3pMRlU0YjkyeC9xMWE3TzNwTzhCdW1XdW13VXVxd3RGalFxdHJ5TXdxYXordzJ0dEVUR2dEY2xEeTIzdTAvbDJUNUFsY1A3djRBRlhYUDhubDM3MGxjWEtPKzFBZFo2MW1WdDlldlRhaEd4K3NqNy9JdFZ6cHNnSGZZWTAxYlRtYXdyeXliQWVGZEthb3E1L2tEL3dYQTdLemkvMzVkek1JaHQ1Q2dqK0NZdVlnVnVidXBjTnE0YjhlN3pFZ2V6WXl1WTFpVi95dTdUVm1BOXpId3pMNWx6RTJkeXNYUi9WaWVzNHRENVhrTjNpL3A1VG1rbCtjMDJFNElJWVFRUWdnaE9vUHpPbkIxekZ6RVI2Y0NSalducWMrem12Z3d5enZVcm1kSWpGL2d5dHlFNHVXQlhKa3dqR0JWVU1EdE55YVA5ZFVIcXMvZDJ4ZFJXRlhlN0g0c0dIaDlyVURDOElnZURJL29VYXR0Y25BWEZnNjVoWFVGKzNqcDBNcDZqL3VIWHBNeHFHdi9mZThlV2Rmc3ZyWkhad2FWempRK3BsL0E0dWhhcFpvSCtrN2xrVjgreHVseE4vcWNMbzg3NEdQUTREeHp2YWZPdG1jV01hOTAyaHA5L3ZvTU5uWmpjaDIxb3c2VTU5WUtZclUwbXl0d1pwYlQ3WC8vMnQzT1d2ZEx1RGJZYjdtKysrVFRZNXQ0WXVBTVhqcTRFcVZDUVp3dUhLMVNnMGI1Lyt6ZGQzaFUxZGJIOGUvTXBQZENPaVNFWGtQdmlJQUZSZWtXTENoV1JMeVdLeUppUWE5U1ZDeWdBdnBhUUVSQWxDS0lVZ1drMTlBVFdncEpTTzkxNnZ2SGtDR1RtVXdTa3BBZzYvTThQamR6emo3bjdFd2kzdm14OXRvcVZzVHY0WVZXZDNFaFA0V3hZZjF3Vk5uanBMVEhVV1ZIbHJxQWRwNGhmTkh0Q1p4VkRqamJPZUNrY2pEMTFyczNwQnNkdkVKNTVjaGlzK2ZkSDlvSGU0WEtZaDVuODVJNGxIbXh3bmtLSVlRUVFnZ2h4TC9CVFIxY2xYSlEyaEhzNG1ONmZUNHYyZlMxbDcxNTVWTjJEYmVlZDdkell1U1ZwWG4vVnIwYXRjVEwzc1hpK1BLNFBjUVhwTE1sMmJoalhXTVhYNXE2K25FMEs0WUNpOUNsWXQxOG1wbVdZZHBhU2xhZmZCM2NlTGI1N1RiSE5IUHo1K0dtdC9CanpJN3JOQ3VqOGpzaDV0VlNjQlhrN0VWL3Z6Wld6LzJSZElUdEthZHh2aEthRGZCdlMxSlJsdG0vYTVYeGRuQTE2d3RYVW91N0ZKWVBjRzMxMWpxZGs4Q0dwS084SC9GZ2hXTUdCM1NvNkVrMjV4SHEyZ2dubGIxWkVEZTZTVStyL2ZZMkpCMDFDNjRxMmkzUm12YlMzMG9JSVlRUVFnaHhnNURnQ3VNSHZySTdDcDdQdi9waDJ0L0p3MnhzZWtsZWpaNDFOcXdmYnVXQ0ExdTBCcjJwK3NOQnFiSlpxVlVUcDNJU2lDdXpYTEdzMndJNzRGaEJFL3ZxT3BsenliUkwzb2VkSDhGSlpVOFAzK1pFWnNXeE0vVU0relBPb2RacnVTZTRLeU1hZHpkZDkrWFp2emllSFkrOVFzV1BmVjR3SFkrK3NyVEtXbEJXRjNRR2ZhVkJqMHFoNUpVMjkxcXRPZ05qcFZicDc5dUl4dDA1bFhPSnc5ZXhjc2Jkdmx4SVU4R3VqYld0dE9LdXEzYzR0d2QycEttckh5NTJEdXhLaldaNzZpa3VYVmsydWJESE15Z1Z4dmNucmlDTkdhZFdBM0IvYUc5VGNKV25MU0twS0t2VzV1WnVYeTdNMDlqK0dlOUpqNjZUQUZxQmdoWnVnV1k3U1ZaVnVKc2Y5NGYycnZVNUNTR0VFRUlJSVVSOWt1QUthT0VlYVBiNmJON1ZQalBoYnY1bTU1S3IwZCtwdk1iT1B0d1YzTG55Z1dXY3k3dk10R1BMQU9QdWdhKzJ1ZmVhbjIvTG52Um9OaVFkdFhxdXIxL3JhZ1ZYeFRvTnhTb05kZ29WZGxaMllRUmp0VkhwZTJ1blVOSGRweG5kZlpwUnJOTXc2L1JxUE8xZDhITzhHaHFXN3ViWTFTY2NKOVhWdVp6T3VZUzduVE0vOUg2K3l2T3JpZGlDTkl1bFhPVk5ham5FcktMbFdIWWNuYnpDVEs4UFpKeW5wVnNndm83dUtGRXd1ZTB3M2o2Mndpd3dyVXZsZzlQYVdpcW8wK3NwdmxJQlY5RnVuUUMzbFZsTzZPL295ZWdtUFJuZHBDZEhzbUtZY1hJVkFVNmVwdk9aNm56VDEzMGJ0VFo5ZlNhbmRuczhXYjRudHNPODJQdzBpblVhdEFZZGFyMldFcjJXRXAyR0VyMkdFcDBXdFY1RE84L0daa0h6aXZnOVpLc0xLTkpwS05LcEtkS3FLZFNWR0wrKzhvK3RKWTlDQ0NHRUVFSUljVE9TNEFyTW1uOXJERG91NUtXWVhqZDNNdysxRWdxcXQ2dGVXV1g3MmZ5YlRUeG9iQWorVFBQYkxKclFsN3FZbjhvVGUrZlR6NjgxQXdQYTA5WWpCRENHS0tkekV1bGFaa2tZR0hkQUJPaGNwdjlXb2E2RTJJSTAzS3JSOEx1dTNSL2FoMEVCN1UydnorVWxzeWJob0Zsd1ZhUlZzK0Q4WnQ1cVB4b3doanh2ZFJqTjFNaWZLd3hHdTNnM1pVcTdFVGFmWGY0M3k5M09tV1g5WHJJWVZ6NkVuTi9qYWJQWEx4ejZub3dybFlYdWRzNEVPWHRWK0V5TlhrZE1RU29BVzFKT3NDWGxCTzUyenZ6WVoxS0ZjL3o0ek8rMGNnL2lWdjkyRFBCdmF3cU5EbWFjeDZIY3JvTkZWNEljWHdjM0dwZFp6bnM2SndHQUdSRmphZVllVU9IOEFJditVRTgwRzhpNGNQTU5BbFRsQXRiQkFSMFo0Ti9POUhwN3ltbStQci81NnZkdDBQSFFucmtWUHROUmFjOUhYUjRoMU9WcWNIVWc0enhhdmQ3WTMwcGxqNnVkSTc2T2JqaXJqTDJ1bkZYMk9Lc2MrUFhTZnJQZEVsOC91aFNWUWtHNG16Ly9hWFczemU5VkNDR0VFRUlJSWY1dEpMakN2Ti9MK2J4a3RBWWRZRngrMXN6dDZvZmlwS0tzR2pWbnY1aWZRcEZPYmVyejA1Q01hTnlkVzh0OFVDK3JPa3NicTZLVFZ4ai9iWE12a1ZteEhNeTh3UHNuZnlQQXlaT2h3VjA0bVhNSnJVRm4yWWZweW5LMnI4OXY1cWZZbllRNCsrQ2ljcWlrUGZyMWRXZGdCQStGOVRPOTFoaDB6RHY3Sno0T2JoWmpEMmRlWkVmcWFkTjc3bW52d3ZTTzkvUHVpVjlJS2M2eEdLOVNLRzFXTVZXa0t0ZVVINlBXWGUwZDFkVW5uSmRiRDYzdzJyU1NYSjQ5OEUyVjUvTkJ4RmpzbFNvT1o4YXdKZms0aTJOMmNLdC9PM3I0Tm1kejhnbUw5NnIwNTU2aHp1ZkJYWjhUNE9SSmlJc1BNZm5Hc0t5MCtYbDFHQ3NCTFp1ZG00OVJtbFVMNnNzMTBCL2ZiQ0Foemo1WFFpZjdLMkdVOFd0SGxiM1ZnUHFUTG85VmFYNDdVcytZQlZmeGhlbUFaVlA5eXU5em1vWG5ObGMrRUV4LzVna2hoQkJDQ0NGRVEzUFRCMWNoemo1bUg1YmpDdEpOWC9kcTFOTHM0K2ZwM0lRYVBVdVBnYWpjSkxwNE4rV3Z5OGZNZGl1c2IvNk9udmc3ZWxZK3NCYmNGOW9iRDN0bkJ2aTNaWUIvV3pRR0haRlpzZXhLaStLZjFETUErRHBlYldKdHdMeTNXSUcyeEd3NVowTXdJcVE3NDVzTk5EdTJMSFlYQ1lVWlZvTXJnSVhuTjlQY1BaREd6c1pLb2tBblR6N3MvQWp2bi95TkMva3BWcSs1SHVxcTRYMTd6OGEwdXhJU3QzUVBZbXhZWDVLTGM5aWRGc1VQRi81R1o5RGo2MmorWHFVVlg5MDFVNCtCeThYWlhLN0JjdDFyVmI0UmZCdVBZRnE3QjFjd3VtYks5OXU2Vm5xRHdiUjBVd2doaEJCQ0NDRnVWRGQ5Y0ZXK3Y5V2RRUkZrbE9UeDI2VjlGc3ZjRG1WY3FQSHp6dVZkUnFGUThFZmk0UVlWWEYwdlNoUWN5cnlJU3FHa3RVY3dTaFRZSzFUMDhHbU9pOHFSblZlQ3E3TEwwekpLOGxEYjJFRXVUMXZFQTdzK3EvTzVBeGlzMUhpTkRldkxnNkY5elk0ZHlEalBtb1NETnU5VnJOUHc0YWsxZk54bG5LbHZsNmU5Q3g5MEdzdWNNK3ZNR3JZbkZXV3hJbjZQemZ1NXFoeTVONlNiNmJWYXIyVjF3Z0diMXloUmNIOW9IOU5yUFFhYjczVk5GT3MwYkU0K1RnL2ZGcVptK29GT25veHAwb3ZJckZndUYyY1Q1T3h0ZGsxU1VhYk5lMjY2ZkF3ZlIrdkJZS2xldmkxcDZ1cG5lbjBrSzRaemxRU2ZFVjVocHVXcnhybXJ6YzduVjlLOHZmUzNwR3p3SFoyWFJJRzJ4TlRMeXZpL2FvdlhwZFZrUWdnaGhCQkNDQ0VrdUdKbjZtbGF1QVdZUHZBclVmQkkwLzcwOVd0RnFFc2owN2c4YlRGSE1tTnEvTHlqV1RIOGRUbXl5cnNEdHZZSU52VXBLdCtIcDZhZTNMY1FCVEM1N1RCNityWUE0RUorQ205RS9zem4zY1lUZkNWRW1IOXVFOXRUVGdIR1lLT205cWVmWTMvNk9Ud2RYT2p2MTRaK2pWcmo3ZURLdHBTVEJEcDU0V0xuWUZiOWxWU1VSYUNUOVQ1TCtkcGk4clhGYU9waHFaT1QwcDduVzkzSkxYNXR6WTdIRnFUeFdkUWZWWHFuRW9veStUeDZBMVBhRFRjdEwzTlMydk5tKzlIOGtYU0VKVEU3VWV1MUpCVmxzVHpPZG5EbDcraGhGbHlWNkRXVlh1T3NjakFMcnNvM0I5K1JlcG9kcWFlcjhKMVVMcTBrbDFXWERyQW00U0R0UEJzendMOHQ3VDJiRUYrUVRucEpIb0ZPWG5UMEREVzdKazliWE9IUFByazRtMDNKeHl0OXJyK2pwMWx3ZFRqellvVWJFWlJ5VmptWUJWZEY1WUtyMVFrSCtEdmxsREZzMG11TUFaVFcrSFZwRVBWWjE4Zk5uanZqNUdyeUttbjZmcjM1T0xpUnJTNm9sWCt2aFJCQ0NDR0VFS0l1M1BUQmxRSDQ3dUxmcEpia01yN1pRRk40RU81cXZwdmdwc3ZIYWlVY2ljcE5Bc0RGdVdyQmxSTEZOZlUycWdxdFFZZXJuYU5wK1JZWXE1czBCcDFaWlpIT29FTmowSEZmazk0MGR2SGhuN1Fvam1YRlhkTXp2UjFjV1ZDdUdYaXAvN1M2eStyeENLL1FDcTlaRWIrbjBuQ21MalJ4OFdWS3V4R21aWDZsc2pXRnpEaTFxbHBMdFBabm5HUGh1YzA4My9KTzB6RUZjRzl3VjdwNmgvTjU5QitjeTZ1YkhRZGR5dlZOS3RSZWV3KzN5b3hyT29EYnkrd29XS3FwcTErRlA5ODMybzJzOEg2ai9wbFRhM01ycjN5d1hQNTlPWlZqdVd6WVhxSENTV1dQdTUwemZvNGVPQ2pOLzNnZEd0d0ZoY0lZVERwZWFjWnU3SW5sZ0xPeXpOZFhqaStKK1ljL2tvNVVhYjdsZncrcjZxR20vZWpsMjRMOUdlYzVrbm1SeUt3NGk1Qk9DQ0dFRUVJSUllclRUUjljbFZxWGVKalU0bHorMitZZWl3K2NoYnFTU3BkYzNhaWVhWDZiV2ZQMXFOekVDc2Q2T2Jod3EzODdidlZ2eCt6VGE2L3BlWU1DT2x6VGRRMkpuVUxKV3gxR1cvUUVLOVpwT0o5M21YdUR1NW9kYitUa1lmYTZ1WHNBNDhOdnRianZYNWNqdVN1b3M5a3hId2MzOUlhNnE0WnA1R2crdDN5dDdTVncxLzRjZHpwNE5hbVRlOWVGUm1WNnJNSFY5K1gyZ0k0TURHaUgwNVZHN0tXN0FUb3E3U3V0aUJ3YjF0Zm0rZktxMHV2S1ZlWEl5MjJHa3FuT0ovcEtLRjRkdmc3dXVOczVjM3RBUjI0UDZNaXFTd2RZRXJ1ejJ2Y1JRZ2doaEJCQ2lMb2l3VlVaK3pQTzhYZktLWWFVNnozbG9uSmtWT09lTEkzOTU3b3ZxSWt2VEdmUnhlMVd6MldYMlhtc3VweFU5anpmMG55Wm05YWdNL1dZMHVxdlZwZTE5Z2ptZEU0aWJUMnVWbWFsbFZqdWZGZVpKNXNQb3F0M09GcUREbTI1WGRwS3FSUks3TXZzK0diQWRyTndqZjc2THhIVUd2UjhldVlQL2hmeGdDbmt6TmNXODcrVHYvRjZ1eEYwOTJsdTgvcFFsMFpteTFCTHZSNjVsTFNTWE1ZMUhRQVlsMlYrRXJXK3pocTFLNEM3ZzgyRHNteDFRYTAvSjhURmg0ODZQNHEzZzZ2TlNqUkhwYjFaVHlpTlFZZXVndCtUdWhUcTBzaXNDaEVnVzIzOGQ4M2IwWlgybnRjbmdLdHNOODlRMTBiTTZmb1lnVTZlSE11T3U2YmdLdERaZkJsbVhHRmF0ZThoaEJCQ0NDR0VFSFZKZ3FzeXhqVHBaUkZhbFQzWHhNV1h6Nkwrc1Bqd0hlRGt5YXR0N3JVNFZoc0t0Q1VjellxMU9VWmg5bkcvY21HdWpYaWx6VDBXdTkzOW5uQ1lESFUrQUNuRk9ZUmQ2Yzl6WjJBbjdneTgrcjVvRFhxU0NyT3E5VXlBcnQ3aEFLeU0zOGN2OFhzdHpnYzdlL05tKzlHbTNsb0FhcjJHTlpjT3NpSHBDSGwxVkExMExhTHprcGgvYmhNdnR4NUtscnFBZDArc0pMNHd2ZklMSzdIcTBnRnkxVVZNYkhVblA4ZnU0bEJtelRjRUFHanM0c3NiN1VaZTdRbW0xeExtNm1mUlArcFNZVWF0UEsrczBtVzNPb09laDNmUHRScitqZzNyeXdQbEd0eWZ6MHRtZWR3ZWptZGYyN0xVcXBqWThnNWF1UWViM2hjWGxRUHRQSnRnVjZaNnlnQWtGQm5mbDhxYXNwZU9MOUZyY0ZEYW1aWWVBeVFVWmxDZ0s2RllaK3lKWld6SWZ2WHJYbzFhNE9mb3dZN1UwNXpKU1NTaGtzYjBIY29FYUNGV2xnb3FGYmIvWEhCUzJsdjhPU1dONFlVUVFnZ2hoQkFOalFSWFZ6d1Eyb2VId3ZyWkhOUFR0d1d6T3ovTXpGT3J6WTY3MlRuUjM2OU5yYzNsVU9ZRlVvdU5GVTJYaTdNckhlOWZiaW1hSHR0VktvbEZtYVNYNUprRlZ5ZHk0dms1YnBmcDlaOUpSK251Mjl6c2czZXB2MU5PV29SMzFuYmJzMWVxTEk0QkZvR1pxOHFSNFkyN015eWtHODdsZWk0NUt1MFpHOWFYVVUxNnNEWDVKR3NURHBGNkRkVmVkV0ZINm1sOEhkM1lrM2FXNUNzL3B4S2R4dUs5VWFJd1czNnFNK2l0OWtzclhSSzRKZVVFY1lYcGxlNThWeDFKaFpsNE9iaWFoWUxXN0VxTHF2R3pLdnE1cXhSS1BPMWR6Q29GTzNnMjRlR20vYzBhb1pkcTZ4SENleDN2NTJKK0ttc1NEckE3TGJyV200Z25GV1diaGJMV1JHYkZVbkNseDlXeDdEam1SbStnUkc4ZU9sMzkzNnMvLy9MTjJhY2RXMjZ6T1h0SHJ5YTR1VHB4VDNCWElyekMrS2pjY2x4YlFaU1hneXQyQ3ZNL3pwdTVCYUNBQ3QreC92NXR6UDc5THRaclNLaUQ0RklJSVlRUVFnZ2hhdUttRDY1Y1ZZNjgyUHB1MDY1NnBiTFVCY3c0dFlwbld0eEdhL2RnMC9Fd1Z6KzYrb1RYNlp3cTIvR3NMRzhIVis0TWlqQTdWbG1EYmExZXp5ZG4xdkZwMThkeHRYTmtmOFk1UG92YVlMWXNLekk3ampjaWY2YXZYMnRUMEZTb0xTRXFONUdkcVdkd1VOcVpOYkMyVm9rU1lHVTN1QXgxUG4rbm5NTFQzb1VPWGszbzA2Z1YzWHlhV1RTZ0w5U1Y0S0MwTjFXK09DcnRHUnJjaGJ1Q083TW5MWnJWQ1FlNDJBQ3FRMVpkTXU5OU51blFkeFpqSXJ6Q2VLL2ovYWJYTzFQUE1PL3NuemJ2VzV1aEZSaVhIWjdOdTB4bnI3QUt4Mnk4Zkl5enRmRGNpcW9OTnlVZm8xQ25wcG1iUHoxOVc5Q25VU3VyU3laek5JVjQycnVZWGpkejgrZS9iZTdsMGZCYldKdHdpSzNKSjIwdUg2ME9XejNkd0ZqeCtOMkZiYWJYU1VWWkpCVlZyZHF3L0RKV0Qzdm5Db01yTzRXS1ptNEJwdGROWEh6SkxUZld0MXpmclZKcEpibDhjbVk5em5ibW9XOFRGMTgrN1B3bzBibUo1a3N1RlFvQ25UenBVZTdQdktqY0pObGJVQWdoaEJCQ0NOSGczTlRCbFkrREd6TTZQVVJndVEvYVdlb0NwcC80aFV1RkdieDdmQ1Z2dEI5RmhGY29BTDlkMnM5Zmw0L3hjTlArMTNXdUtvV1Nqem8vaWg2OTZRT3hzOHFCRUJjZnM1NVFBSmNLYlM4eEFrZ3R5V1hlMlQveHNuZGhVL0p4cTJQTzVsM21iTjVsN2d6c1pIcXVWcStqVDZOVzNPTGZ4cXdaZFhwSm50bTFBVTZlRnMyNHorUW1jalkzaWRmYURxdndRemdZdzRIM1QvNkdBUU1QaGZYakZ2KzJwc29RSlFyNis3V2h2MThiam1mSHMrclNmbzdWNFZLeWY1UDRnalNyd1ZWS2NRNS9KQjFoZmVMaFdubk9IWUhtUWFyR29HTkYzQjU2K3JaZ1NaOFhMRFkvS0d0NTNCNVd4dTlsWUVBN3hvYjF3NjlNODNoL1IwK2VhWDRiWThQNjhXZlNVZFlsSHE1eE0vbjRBdXZMT3pVR0hVY3pZMWdjczZQS1FWVjUyUnJ6Zm1IUHRyaU5EVWxIVWV1MVpzZWRWUFlNOUc5dlZtMFlYNWhPcnNZOHVPcnQyOHJpR1pGWnNYd1N0WjU4YlRHdWRvNW9ERHF6UHc5YXVnZlMwajJ3U3ZQZG14WmRwWEZDQ0NHRUVFSUljVDNkMU1GVnBqcWZDL25KWnNGVmNuRTI3NTM0MWJUMHExaXY0ZjJUdnpHbDNYQnlOVVg4RlB1UHhYMHU1cWZ5NXJGbFpzZG1kSHFJWm03K3RUWlhuVUdQVXFHZ21hdnRENkdGdXBJcTl3UTZrSEcrU3VQdUR1NXN0dVRKbW4wWjU4eGVweFRuY0RRemhtNCt6UURZbG5LUytlYzI0ZWZvd2QzQlhhemVRNCtCalplUDhWUE1UZ3AxYWdBK2o5N0Fxa3NIZURUOEZucVVhM29lNFJYS2hmeGtDYTZxYUduc0x0WWxIc1pPb1VLcFVHQXdHTWpYbHRoY3ZuWXROaVVmWTRCL1cxUUtKYm1hSW1hZVhrMTBiaElCVHA2MGNnK3llazFTVVJiL2QzNExrVmQrbHR0U1RyRXo5UXgzQlhYbXZ0RGVaaFZZN25aTzNCdlNsYjh1UjlaNHJrVTZOVS9zbTQranlyZ3JvQUlGR3IyV1RIVitoUnNJVk5XcDdFdG12N01SWG1GRTJLaDRLMnQvK2ptTFk2ZHpMdEduVVV2VDY5VUpCMWdTczlOVUpWV2dMZUgzaEVPTWFkS3Iybk05blpQQWx1UVQxYjVPQ0NHRUVFSUlJZXJhVFIxY0FjeU4ya0JnWnkrYXV3VndNdWNTSDUxZWE5RUVYR3ZRTWZ2VW1ncnZZY0JRcFo1UE5YVXU3M0tsQWRMM0YvNjJxT2lvcWVqY0pKdlAzWmR4am1OV0dzalBPL3NubjNWOW5MOVRUcGtDditUaWJINjl0SitIeS9RVDB4cDA3RTZMWm5YQ1FlSUtMSGMxaXk5TVorYXAxYlIyRDJaYytDMm1YZDFTUzNKWUhyZW5wdC9lVFVPdDExcFV4dFdGcU53a2xzZnQ0YzZnQ0tZZi84WFVwMjF4ekE1Nk4ycUp1NTJ6YVd4aVVTWi9KQjVoYy9JSnRPWDZmbWtOZXRZbkhXRkw4Z21HTmU3T3lNWTljTGxTbGJRa1ppZFp0YlFEWXJhbUVHcG41YUdaTGNrbnVEZWtHNDFzVkJkYWs2VXVZSjJWNnJmMVNVZm83TjJVTGo3aHpEKzdrYTBwSnkzRy9CVDdEeGtsZWR3VzJKRUFKMC9zS3VnM2hzRVljcWNVNTdBdi9Sd2JrbzdVZXY4d0lZUVFRZ2doaEtnTk4zMXdwVEhvK09qMDd3d0thTS9LK0wwVmZuZ3JmL3l4dlYvWnZPL2tvMHRxYlk2bHp1VWxXeXpEQXVNSC9OaUNWRlpkMnM5ZUs1VWFOWFUyTDRraFFaM1FZMENyMTFHa1U1T3ZMU2ExT0pjOTZkRnNUemxsOVYzTDFSVHgydEdmeUx5eVUyR3BOWmNPTU5DL0habnFmUGFubjJOWFdwUlp3KzZLUk9jbDhkYnhGWFR4YnNvalRXL2g1OWhkdFI3U2lkcngyNlY5YkVrK2J2WnpMZENXOEZQTUxoNE02OE9CakF2c1RUOWJwZXJBWXIyR2xmRjcrU3ZwS0tPYjlLS0ZleUFiTHgrcnkrblhpZ0pkQ1c4ZVc4YTQ4QUYwOGc0ekMreksweG4wWktrTGlNeU9aVVhjbmdwMzBKeDM5azlhdVFkeEtQTmloZmY2ODNJa2Y5WkNOWm9RUWdnaGhCQkNOQVFLZzhGd3cvMDErNmgvNXRUM0ZPcUZuVUtGcDcwekJrQnYwS00xR1B0TzFWYWo2dXZKMW01blFvZ2IzK3BiSnRmM0ZJUVFRZ2doaEJEL0FqZDl4ZFdOUkd2UWtWR3VldWxHSmFHVkVFSUlJWVFRUWdnaEtxT3NmSWdRUWdnaGhCQkNDQ0dFRU5lZkJGZENDQ0dFRUVJSUlZUVFva0dTNEVvSUlZUVFRZ2doaEJCQ05FZ1NYQWtoaEJCQ0NDR0VFRUtJQmttQ0t5R0VFRUlJSVlRUVFnalJJRWx3SllRUVFnZ2hoQkJDQ0NFYUpBbXVoQkJDQ0NHRUVFSUlJVVNESk1HVkVFSUlJWVFRUWdnaGhHaVFKTGdTUWdnaGhCQkNDQ0dFRUEyU0JGZENDQ0dFRUVJSUlZUVFva0dTNEVvSUlZUVFRZ2doaEJCQ05FaDI5VDBCSVlRUVFnZ2hoQkJDaUp2VnlZUWNUaVhtY2pRdWk4ajRiQ0xqc3dIZVRQWnhBQUFnQUVsRVFWVG9IT3BGNTFBdnVvWjUweTdFZ3c2TlBldDVwdlZEZ2lzaGhCQkNDQ0dFRUVLSWVqRCsvdzZRbEZXTXQ2czlYY0s4ZWZuT1ZuUU85UUl3aFZpL0hrb2daNmVHRUc5bnZuKzZSejNQK1BxVDRFb0lJWVFRUWdnaGhCRGlPdHAyT3BXUmMzY3o3OUV1akwrbHFkVXhkM2tGY2xkRW9PbjE5enRqOEo2NGhqVXY5ZVBXTm43WGE2cjFUbnBjQ1NHRUVFSUlJWVM0TG5RNlhaWEdhVFNhT3A1SjFjVEd4dkwzMzMrVGxKUlVvL3ZFeE1SdzhlSkZEQVpETGMzTVNLL1hzM2Z2WHJLenMydDhyOFdMRjdOOSszYlRmZmZzMlZPbDYvTHo4MjMrdkRJeU1tbzh0MUpaV1ZrMStsbWtwcWFTbUpoWWEvTzVWaC84ZnBvUGZqOU53dWYzVmhoYVdmUGtnSEF1emhuS082dE9NbnQ5VkIzT3NHR1I0RW9JSVlRUVFnZ2h4SFV4YWRJa0ZpeFlZSHI5N3J2djh2Nzc3MXVNKy9UVFQ1azhlZkwxbkpxRnZMdzhwazZkeXN5Wk0vbnp6ejlyZEsrNWMrY3laY29VdEZwdGxhOUpURXhrNHNTSlJFZEhWemdtS2lxS2Q5NTVoL1Buejlkb2ZnQy8vdm9yZS9mdUJXRG56cDFNbno2ZHQ5NTZpN3k4UEp2WC9mampqNHdhTllyVTFGU0xjeHFOaGllZWVJSVpNMmJZdkVkQlFRRy8vdnBycGNIZVR6Lzl4R3V2dlZiSmQxS3hCUXNXOE1ZYmIxeno5YlhoZzk5UGN6bTdtRzFUQitMaGJGL3Q2NzFkSGRneGJSQng2UVhNV25lbURtYlk4RWh3SllRUVFnZ2hoQkNpem1WbFpYSGh3Z1hDd3NKTXg3UmFyZFV3NTl5NWM0U0hoMS9QNlZtWU8zY3VHUmtaaElhR3NtTEZDbzRmUDM1Tjk3bDA2UktuVHAzaXpqdnZ4TjYrNmtHRmg0Y0gyZG5aVEo4K25jek1UTlB4NHVKaTh2UHp5Yy9QWjlldVhYaDVlZEc2ZFd2VHNkSi9pb3VMcjJtK0FBTUhEdVNWVjE3aDBLRkQvT2MvLzBHdFZsc2RwOVBwMkxGakI2MWJ0OGJmMzkvaS9PSERoeWtxS3FKbno1NDJuN2QxNjFhKy92cHJ2dmppaTJ1ZWMyMVlzR0FCOCtiTnE3T0t2MjJuVTlsMk9wV3ZIdXRhNDNzdEdOK05QNDhuc3pNNnJSWm0xckJKanlzaGhCQkNDQ0dFRUhYdXdJRURLQlFLZXZYcVpYTmNRVUVCbHk1ZFl0eTRjZGRwWnBhV0wxL09qaDA3dVBmZWUzbjg4Y2VaTUdFQ3MyZlA1b3N2dnNEWDE5ZnFOVWVPSEdINjlPa1d4MHVYUjY1WnM0WjE2OVpWNmZsTGx5N0Z3OE9EcVZPbjh0cHJyekZqeGd3Ky92aGpsRW9sczJiTnNsakdOM3IwYUl0NzNISEhIVXlaTXFWS3o3Tm02TkNoQkFVRmtaU1VoSU9EZzlrNXJWYUxScVBoNE1HRFpHWm04c3d6ejFCVVZBU0FRcUhBeWNrSmdNMmJOMk5uWjBlYk5tMUlTek1QV0JRS0JZMGFOUUpnK1BEaG5EcDFpblhyMXVIcTZzcFRUejNGN05tejJiMTd0OWsxR28wR25VN0hzR0hETE9ZN2RlcFUrdlhyQnhpWE9vNFlNY0ppakZxdFJxL1hXMXovNElNUDR1bnB5YXBWcXhnNmRHaTFBc2JxR0RsM053bWYzMXRyOTF2elVqOWFUTmxBNXZ5UnRYYlBodWlHREs1YXVnZHhMdTl5ZlU5RENDR0VGUzNkZytwN0NrSUlJWVJvZ0xadTNVcEVSQVRaMmRuRXhjVUJrSk9UZzFLcDVNaVJJd0I0ZTN1VGtKQ0FYcThuS2lxS3k1ZXZmdTVyMmJJbDNicDFxL041cmx1M2p1KysrNDRXTFZvd2NlSkVIQndjbURwMUtsT25UdVhWVjEvbGswOCtzUnBlQlFjSDg5aGpqNWtkdTN6NU11dldyYU43OSs1MDdWcjFLaHRIUjBjQU9uWHF4SU1QUHNqeTVjdlpzR0VEOTk1ckREMmFOMjl1YzhuY3pKa3p6Vjd2MjdldjB1VjZ4Y1hGYk4rKzNXcHZxNFVMRndKZ2IyL1BxbFdyV0w5K1BWOTk5WlhwL0ljZmZtajYyc25KaVhYcjFwR1RrOE9lUFh2UWFyVTgrZVNURnZjc0hWZHE4dVRKcEtTa3NHYk5Hb1lPSGNxUUlVT0lpSWd3dTJiYnRtMWN2SGlScDU5KzJ1Sit6WnMzTjMydFVDajQ3My8vYXpGbTFhcFZKQ2NuOC96eno1c2RqNHFLWXZIaXhmVHAwNGVYWG5ySjRycmFNUDcvRGpEdjBTNDJsd2R1T1pYQ082dE9jVHcrRzA4WGU4YjJEdVc5VWUxeGM3SWUzZmk0T2ZEUmd4RTgvZDBodm4ycWU1M011eUc0SVlPcmNGZC9DYTZFRUtLQkNuZTFMQk1YUWdnaHhNMHRJeU9EeU1oSW5ubm1HYjc5OWxzT0hUcGtkdjcxMTE4SG9ILy8vcmk2dXVMbDVjWFpzMmNCdUhqeElrcWxra2NlZWFUT2c2dVZLMWZ5Zi8vM2Y0U0doakpyMWl4VHBWR1hMbDE0L2ZYWG1UMTdOcSsrK2lyLys5Ly9DQTBOTmJzMk1EQ1ErKysvMytMN2NuRnhZY3FVS1hoN2UxL1RuQjUvL0hHQ2dvSzQ2NjY3VE1lY25Kek1ncHJ5U29PdlVrMmJOdVdwcDU2eStaeXZ2LzZhWnMyYWNjY2RkMVE0UnFWU21iMSs3cm5uY0hOek03M2V1blVyWjg0WSt5NnRYcjBhclZiTDVNbVR6Y1lBckZpeGdrdVhMcGtkczdlMzU5MTMzeVVqSTRPZ29DQ0Nnb0xvMHFXTDJaZ0xGeTV3K2ZKbGhnNGRhdk43VVNnVURCbzB5T0w0enAwN3ljbkpNVHUzYk5reVZxMWF4WUFCQTVnNmRTcEtaZTEzVkRxWmtFMWlWcEhOUnV5N3pxWno5NXgvR04wOWhQZEd0U2MydllEWFZ4d24rbkllNi8vYnY4THJucjYxR2N2MlhTSXFLWmMyd1I2MVB2ZUc0SVlNcnU0STZzaVc1T1BvcWQwZEdZUVFRdFNNRWdWRGdqclY5elNFRUVJSTBjQ3NXYk1HZzhHQXZiMDlNMmJNTURYaGZ1ZWRkMUNwVktZbGRzWEZ4WXdkTzVhNzdycUxTWk1tQWZEaWl5L1NwRWtUcTh2aGFvdGFyZWJUVHo5bDY5YXRoSWFHOHZISEgrUGw1V1UyWnZEZ3dlaDBPdWJNbWNQenp6L1B4SWtUdWVlZWV5cTg1N3AxNnpoeTVBajkrdld6MldDOWxKdWJHeDA2ZExBNGJtZG5aeEhVNlBWNjh2UHpLN3lYWHE4M2V4MFlHTWpJa2NibFpDZFBuclQ2bk8rKyt3NC9Qei9UdUxKU1UxT3Q5ckFhTUdBQWZuNStwdGRuejU3bHpKa3o1T1hsc1hidFd2cjM3OCtRSVVNc3J0dTRjYU5aTlYwcEx5OHZ2THk4T0hIaUJPdlhyN2M0SHgwZFRXNXVMck5temJJNDE3cDFhMGFQSGsxQlFVR0ZUZDUxT2gwR2c4RzBFK0tYWDM3SnpwMDdHVHg0TUMrODhBSWxKU1dVbEpRQXhpQ3RmQUI0clU0bDV1SGo2bUJ6eklkL1JORXl3STJmSi9aR3BWUUFvTmJxZVdISlVTNms1dFBjMzYzQ2E3MWQ3RG1aS01GVmc5TENMWkRiQXlQWWxIeXN2cWNpaEJDaWpLSEJYV2ptSmhWWFFnZ2hoTGlxcUtqSUxJUW9XOUdpVUNoUUtCU21TcDRkTzNaUVhGeE1UazZPYVV4K2ZqNmVucDUxTnI4elo4N3cyV2VmRVJNVFE0OGVQWGp6elRkeGRYVUZqQlZZTzNmdTVLMjMzaUlnSUlBNzdyaURnSUFBUHZqZ0F6Ny8vSE8yYnQzS3VISGpMQ3FEenB3NXcvejU4d0hZdlh1M1JhOG1hOXEwYVdOcVRxN1g2OW0xYTVmcFhHQmdJSzFhdFRLNy82aFJvMnplcjFtelpoYkgxcTlmejl5NWM1azBhWkxWZ0dyLy92MmtwS1FRRUJCZ09oWVZGY1ZycjczR3NHSERlUGJaWnl2OVBzRFlJNnl3c0pEeDQ4ZGJQYS9YNjAzVmJIdjI3REh0U0toVUtoaytmRGhhclphQ2dnTEFHQ3FXam0zY3VER05HemMyblN0MTh1UkowKy9RK1BIanljN090am0vOHUvZHRtM2IyTFp0bThXWThrc0tyOVhSdUN5NmhObXV1UHZzNGM0VWxHaE5vUldBaTRNeHNpblc2Q3U2RElDdVRiMDVFcHZGZlQwYTEzeXlEZEFOR1Z3QlBOSzBQM3ZUejVLbkxhcnZxUWdoaEFCOEhOeDRwT2t0OVQwTklZUVFRalF3di96eUMycTEyaFFHVlVTbjA3RnMyVEljSFIxTlFRWkFXbHFhcVlsM2NYRnhoZFUwMWFWU3FmajY2NjlOZlpiR2poM0xFMDg4WVJhc0pTY25FeFVWWmFyQ0FZaUlpR0RCZ2dYTW1UT0hRNGNPTVdYS0ZCNTQ0QUdlZWVZWndMaUw0RHZ2dklOV3E2Vi8vLzVWYXBBK2JkbzBzOTBWUzBwS2VQLzk5MDJ2NzdyckxsNTk5VlhUNi9Ed2NGNTU1WlVLN3pkdjNqeUxodW9BUTRZTVlldldyWHoxMVZlNHVycGFMQXZVYXJVc1diS0V5Wk1uQXhBVEU4TzBhZE5RS3BYMDdkdTMwdStqMUxoeDQ0aUlpQ0FoSVlHc3JDdzZkKzVzZGw2bjAyRm5aNHdqTm16WXdMRmp4OUJxdGVqMWVvWVBIMDZYTGwzbzBxVUxxYW1wVEp3NGtTRkRodkRRUXcvaDd1N09uajE3K095enoxaTRjS0dwMTlqNDhlTk52MS92di8rKzFaMHF3Vmc1dG1USkVoSVNFdWpWcXhlalI0KzIrajRCcHQrNTJoQVpuODNMZDdheU9hWkZ3TldLS3EzT3dLNno2VXhmZlpKYlcvdlJQc1IySlZXWE1DL21iVHBmSzNOdGlHN1k0TXJEM3BuNVBaN2l5N04vc1QvajMvc0RFa0tJRzBGM24rYTgzSG9vVHFxNjJZRkZDQ0dFRURlbTlQUjBWcTVjeWVqUm84MHFXdUxqNDlGb05CUVVGS0JTcWJodzRRSlpXVmtVRkJUdzlOTlBzM2p4WWdDeXNySW9MaTQyOVpPYU9IRWlDUWtKdFRLM1gzNzVoWFBuenRHNGNXTmVlKzAxMnJadFcrVnJmWDE5bVRWckZydDI3ZUtiYjc0eExZZExURXhreXBRcGFEUWFYRjFkVWFsVU9EczdWM3EvOG4yVm5KMmRXYjE2TllEVktpY1hGeGViODEyd1lJSFY0L2IyOXJ6MzNudTg4TUlMZlBMSkovajUrWm1GU2c0T0RtemN1SkVoUTRaZ1oyZkhtMisrQ2NESEgzOXNWdkZWR1NjbkozcjA2TUVMTDd4QWNuSXk4K2ZQSnpBdzBIUmVvOUdZZHU3NzRJTVBBR04xMjdmZmZtdDJIejgvUHlaTW1NRDMzMy9QaGcwYm1EaHhJaTR1TG1Sblo1dDJhd1RqNzBscEg2MDJiZHBZektmMDkzRGR1bldFaG9ieTBVY2ZXVlRKMWFYSStHdzZoM3BWUGhBb1V1dHdmM1kxT29NQmYzZEg1bzJyZko1ZFFyMDVHcDlWMDJrMldEZHNjQVhnWnVmRTFIWWorVHZsRkVleVlvZ3JTT05TWVVaOVQwc0lJVzRLVFZ4OENYVnRSRmZ2Y0FZSFdQWkpFRUlJSWNTTktUSXVtMk9Yc29tTXl5WXkvdXFTcSt4Q2pla0QrTkgzSzI3Z1haNm5weWNQUGZTUVdYRDExbHR2bWZVNGV1NjU1M0IxZFdYQmdnVW9GQXErK3VvckVoSVNTRXhNQkNBc0xBd3dObS9QeUtpZHozeE9UazY4ODg0N2VIaDRWRmgxVTVuKy9mdlR0MjlmbEVvbDBkSFJ2UG5tbXhRV0ZqSjc5bXptekpuRG5qMTdMQnEyVzVPWGwwZkxsaTNOanBVR01RcUZ3bUw4NmRPbkdUWnNXS1gzTGJ0clh5a1BEdzltekpqQnQ5OStTOU9teG1iaHhjWEY2UFY2K3ZUcHc2VkxsNWc5ZXphNXVibDRlWGt4YTlZc0dqZTJ2Z1R0NFljZnRqam01T1FFR01PNHQ5OSttNGtUSi9MMjIyL3p4UmRmbU03cGREcFRjR1ZyN2p0MjdPRHh4eDluMGFKRnJGaXhnc2FORzV1cThjbzJpbCs1Y3FYVlNyeHo1ODZ4ZHUxYXRtN2RhcXJDeXM3T050c0ZzYXpSbzBmendBTVAySnpYOWJEcnJVRVVsT2g0ZisxcCt2NXZLOXZlR0VqUFpqNzFQYTE2YzBNSFY2VUdCYlJuVUVENytwNkdFRFdpMXNHaXlPcGRjMHNZdEsxaUJXdVJXc2ZUM3gzaTUzM3gxWitjRFg3dWpyd3pzaDBUQmpYRFhsWDdPM0FJSVlRUVFvaTZsVjJvWWZHdVdOWWNUaVF5UHB2c1FnMEFuczcyWmxVaW5VSTlHZEUxR0MrWHFvYzhqUm8xWXM2Y09iaTR1RmljdS8vKyswM0J4NFlORy9qNTU1OEpDZ3JDWUREZzR1TEMwYU5IU1UxTkpTQWd3TlFBdkxLZDhhcXJLdFZRbFNtdGx0cXlaUXRGUlVXODk5NTdSRVJFQU1ZK1UxVUptSll2WDE2dFp6WnAwb1FubjN5eXd2T0hEaDJ5MnR5ODdQWHZ2ZmNlR28yR05XdldzSFRwVXRScU5TcVZpdi8rOTcvODV6Ly93ZEhSa2M4Ly85eTBITThhVzdzS0FnUUZCZkh5eXk4elk4WU12dmppQzE1NzdUWEFXSEZWV1ZqWXExY3ZvcU9qbVR4NU1wMDdkK2JsbDE4bUtDaUltSmdZNEdwQUJwamRLemMzbHgwN2RyQng0MFpUVS93SEgzelFGTkpWWk02Y09SYTlzMnBMNTFBdkl1T3p1Y3Nyc05LeHpnNHFlcmN3dnVjOW0vc1E5c3A2WnErUFl0V0xGUy9WUEJxZlJaZlFhOXUxOGtid3J3aXVoUGczY0ZCQmdDdWtWT1BQeXNUY3FnZFh6ZzRxbGs3c3hlM3RBM2hoeVJFSzFicktMNnFDdEx3Uy9yUGtLSi85ZFphWjkzZmt3VjVOYXVXK1FnZ2hoQkNpYnNXbUYvRGU2dE1zMmhVTHdLMnQvWGk4ZjFNR3R2R2pjNWdYVFJ2WjdrbFZWVUZCUVZhUDI5dmJtMEtQc3NHRFFxR2dSNDhlYk4rK25ZeU1ETHAxNjFZcjg2aHJqei8rT0FNR0RLQmp4NDZtWTRHQmdWWjMxU3R2MDZaTnFOWHFLai9MM2QyZGZ2MzZWWGcrTXpQVDV2VjZ2WjdObXpmejQ0OC9rcHFhU3F0V3Jjakx5d09NdS9OTm1EQ0JoUXNYc25EaFF0NTQ0dzJMcFl5bEt0cFZzS3lCQXdleWMrZE90bXpad3BneFkyaldyQmxxdGJyU2h2disvdjVNbmp5Wk1XUEdzR3paTXRQNGxKUVVIQndjclBaTWk0K1A1OWxubjBXbjB4RVVGTVNRSVVQWXVIRWovZnIxcTNRcDZLZWZmbXJ6ZkUyWWdxc0k2OEdWd1FCTDk4WVI3dWRLdjVaWFArQzVPOWtSN3VkS2ZFYWh6ZnNmamN1bVMxalZsaUxlaUNTNEVxSUJhZUpadmVBcUliZjZ6M2hpUUZONnQvRGhpZjg3eVA2THR2K0RWaDBYMHdvWU8zOGZzOWRIOGZram5ibTFqVi9sRndraGhCQkNpT3N1dTFERHFMbTcyUjZWaHFlelBZLzNEK1BkVWUxckxhaXFEWU1IRDJiNjlPa0EvUGUvLzYzbjJWU05tNXViV1dnRnhoM3gwdExTS3IxV285SFUxYlRNNkhRNnRtelp3ckpseTBoTVRDUThQSnozM251UHZuMzdtbFdHalJremhzVEVSTmF0VzBkK2ZqNXZ2ZlZXcGMzMWJYbnh4UmU1Ly83N1RUc2RscFNVMkt5NFdyeDRNYi8rK3F2WnNiMTc5d0xHOTFTdjExdFVzams1T2JGeTVVckdqQmxENjlhdDZkKy9QNUdSa1d6Y3VKR0xGeSthOWNTeXByYWEvbHZUTmN5Ylh3OVYzSnROb1lBUDEwZmg3S0JpMy9UYlVGNVpIaHFYWHNqcHBGd2U3aE5xOC82SFk3TjR1TGZ0TVRjeUNhNkVhRUNhZU1LaHBLcVBWK3NnclJEOExDdXZiV29iN01HZWR3WXpkK001cHYxNm90THRWYXNqTWo2YmdiTzJNelFpa0RrUGRhSnRzTzBkTUlRUVFnZ2h4UFVUR1pmTnFIbTd5U3JRTUgxa08xNGUwZ292bDRhM3VVcVBIajJ3dDdmSHk4dkx0T3p1UnJSMzcxNVQ0RklaYTAzRks1S2RuYzJXTFZzcVBGKzZSSzZVUnFOaDQ4YU5MRisrbkpTVUZFSkNRbmpqalRjWU5HaVExUjVhQUMrODhBSXFsWW8xYTlidzNIUFBNWFhxVk5xM3Y3WVdQVjVlWG5oNVhhMElLaTR1eHRIUnNjTHh2WHYzTnF2a0twV1ptY25peFl2cDM3OC9QWHIwTUR0WHVrdGg2ZTZPWmMyZlA3L0NxckZTRmUxRVdCdmFoWGlRdTlOMk9QbS9NUjBZUFc4UEQzNjFqeWNIaEpPU1U4ejdhMC9qN21UUDJ5UGEyYncydTBCRCs4Yi8zczlkRWx3SjBZRDR1UmlYREZabkZWOUNUdldES3dDbFFzRXJkN1ZpV0pkZ3hzN2Z4K0hZMnQyRllzUHhaUDQ2a2N4ai9ab3k0NzRPQkh2WHZIK0FFRUlJSVlTNGRvditpZVdKYnc4UzV1dkM5amNHMHJtZWx4WWxKaWF5Yjk4K0FPTGk0c3pPclZpeEFvMUdRMXBhR3R1MmJXUHc0TUgxTWNVYTY5NjlPMDgvL1hTbDR6NzU1Qk9yeHcwR2c5VktvWlNVRklzZCtNb3FMaTQyZTcxdDJ6Ym16cDJMdDdjM0w3NzRJa09IRGpWcmJtNk5VcWxrMHFSSitQbjU4ZDEzMy9IS0s2OXd4eDEzOE1JTEwxVDYvVlNtb0tDZ3d2NWlKU1VsYk5xMGlkdHZ2OTFzZVY5K2ZqN1RwazBEakVzQzc3NzdibnIyN0ZtbDU4MlpNNmZTcFlKRGh3NnQ0dXlycjBOalQ0SzluZmwrWnd4UERnaTNPbVpVdHhEV3ZkS2ZHYitmNXY0djl1Qm9yK0tPRGdITXVyK2p6V3JJYi82K1NQTUFWOW9FU1hBbGhMaE9RajNoZkRWVzhDWGtRaGZyYlFPcXBFV0FHd2ZldlkzWjY2TjRiL1ZwMUxyYXE3N1NHMkRScmxpVzdZdG4vQzFOZWYyZU5vVDdOWndTZENHRUVFS0ltMFZwYURXaVN6Q0xudTNaSUtxc2R1M2F4Zjc5KzAydlM1ZWliZGl3Z2NXTEZ6Tml4QWdTRXhQNTdMUFA4UFB6czFpR2R5TndkWFdsZWZQbWxZN1Q2WFFXRlVoNWVYbDgrT0dINlBWNmR1L2V6YTIzM2tyMzd0M3AxYXNYRVJFUmpCa3pwc0w3WGJod2dTTkhqcGhlMzM3NzdlVG41ek4wNkZDcmdWRlJVUkVsSlNWV3c2d0hIbmlBVHAwNjhkRkhIMUZVVkdSMi9STlBQR0ZXc2FYUmFDcmRMZkRDaFF1VWxKVFFxSkY1czk3Q3drTDBlajNQUC84OGx5OWZOdXNOdG4vL2ZyNzg4a3ZTMHRLWU1HRUMvL3p6RDIrKytTYmR1blZqd29RSmhJZGJENE1ha3UrZjdvSDN4RFdNNmhhQ3Q2djFaWkwzZGc3aTNzNVYvM0NYbGx2Q203K2RJTzNMRWJVMXpRWkpnaXNoR3BnbUh0VUxycEx6UWFzSHV4cHM2S2RVS0pnMnJDMmp1b1h3Mk5jSE9GVEwxVmNsV2oxZi8zMlJiN2ZITUxaM0U2WU5hMHU3a0gvdjN3Z0lJWVFRUWpRa2tYSFp2UEp6SkxlMjltUE55eFUzOUw2ZTNOM2R1ZnZ1dTNub29ZZk1qaTlkdXBSRml4WXhiTmd3SmsyYWhGcXRadnIwNmJ6MjJtdTg5TkpMM0gzMzNmVTA0OW8xZCs1Y01qSXlzTGUzSnlNamc0c1hMekp5NUVqVCtieThQQ1pPbkloR28rR0xMNzdnbjMvK1lkcTBhYlJxMVlvdVhicmc3Ky9QcGsyYlVLbFUyTm5abVFJbnRWcU5WcXMxQlVnclY2NGtKQ1NFdm4zN1dnUmR5NVl0SXprNUdTY25KMDZkT29YQllLQkpFK3NiTGJWdTNacUZDeGRhTEtjYlBueTRXZStyZmZ2MkVSc2JhM29kRlJYRnFsV3I4UFB6dzhYRkJhMVd5NlpObXdEbzJyV3JhWnhlcjJmbnpwMEFPRG82TW4vK2ZIeDlmZG13WVFQcjE2L24zTGx6QkFVRjhkRkhIeEVSRWNGOTk5M0hsaTFiK1BiYmI1a3dZUUozM1hVWDQ4ZVB4OGZIeCtyOEowK2VYT2xTd2V2Uloyek5TLzBZT1hjM082WU5xcFg3alp5M216VXZOb3gvcCt1U0JGZENOREJOYkcrdVljRUFKT1VaSzdWcXFtMndCd2ZldlozNVc4L3p4c29UNUJYWDdqcHZuY0hBMHIzeC9MdzNubUZkZ25sN1JEdTZoLzk3dDIwVlFnZ2hoR2dJbnZqMklKN085ZzBtdEFMNDZxdXZMSTRsSmlheVpzMGFKazJhWkFweEhCMGRtVGx6SmovOTlCUEJ3Y0hYZTVwMXhzdkxpNWlZR0JRS0JRNE9EdHgzMzMwOCt1aWpwdlB1N3U3NCtmbngzSFBQRVJBUXdIMzMzVWVIRGgxWXUzWXRPM2JzSURNems1S1NraW85NisyMzM3WjZ2TEN3a0QvLy9CT0R3WUNqb3lOOSsvWmx4SWlLSzNmczdlMHRxcWxHalJwbDFvc3FNelBUTExqeTh2SmkrL2J0Wm8zUFhWMWRlZWFaWitqVXFaUHBtRktwcEhYcjFuVHYzcDFubm5tR3YvNzZpeSsrK0FLOVhrOUFRQURQUC84OFE0Y09OYXRLdS8zMjIrblRwdytMRmkxaTdkcTE2UFY2SmsrZWJIWHU0OGVQcnpDVUsvWHV1Ky9hUEY4YmJtM2p4OTBSUVV4Y2RKZ0Y0MnUyVythejN4OWlWTGNRK3JXcTRqYnpOekNGb1M1YjV3c2hyc21xTTVCdWU4ZFRNeDM4b2EvdFA0ZXJMU0d6aU9jV0hlYVBZNWRyOThibERHN3J6N1JoYmJtdHZYK2RQa2NJSVlRUTRtWlV1a1J3OVl0OUdka3RwTDZuVXltMVdtMXp0N21iU1VsSmljMEc1bUNzRXRKcXRhWktLS1ZTaVVxbE12MVRXWlVSR1B0b1ZkU2d2U0tGaFlYazV1Ymk3KzlmcFdkb05CclRib0R1N3U1V3grajFldE85aW91TCtlbW5uK2pac3ljZE9uU285Qm5uenAwak9EaTRSanNmWGsrejFwM2h6K1BKckhtcEh6NXUxZnQ5VDhzdFllUzgzWXpxRnNMa3UxdlgwUXdiRmdtdWhHaUFEaWJDMGVTcWozZHpnSWZyYU1uL3J3Y1QrTStTb3lUbkZGYyt1QVo2aEhzemJWaGJSblFOb1pyLzNSUkNDQ0dFRUJYd25yaUdUazI4MkQ1dFlIMVBSUWhSeHM3b05FYk8zYzFIRDBidzlLM05xblROTjM5ZjVNM2ZUckRteFg0M1JhVlZLUW11aEdpQWt2UGg5K2pLeDVWMVh6dndxYU9OKzdJTE5jeGNkNGFQTjFSelV0ZWdoYjhiRTI5cnpwTUR3aHRFMDFBaGhCQkNpQnRWYWJYVjMxTUhNckN0WCtVWENDR3V1NmUvTzBSTVdqN2VyZzUwYmVwTmx6QXZ1b1FhMjZrY2pjL2lhRncyaDJPenlDblUwTXpmbFcrZTZGN1BNNzcrSkxnU29nRXlBRDhjTlRaZHI2cnV3ZEMxQnJzTFZzV2x6RUttclR6QjBqM3gxUFVmSE03MktzYjJic0tMZDdTczk2MmFoUkJDQ0NGdVJGM2Uzb3pCWUNEeWd6dnJleXBDQ0J1aWtuSTVtWmpMa1ZoalVIVTAzcmhaVnBkUVk1RFZyYWszN1VNOGFCTjhjMjV3SmNHVkVBM1U1Z3NRazEzMThiN09NS1pkM2MybnJKTUpPYnp3NDFGMlJLZGRsK2YxYk9iRDg3YzFaMnl2VUJ6dGE3QjlvaEJDQ0NIRVRTSXlMcHN1NzJ6bWg2ZDdNUDZXcHZVOUhTR0V1R1lTWEFuUlFFV2x3ODY0NmwzemFBUmN6OVYxbTArbU1HWEZjU0xqcTVHdzFZQ1Bxd05QRG1qS3hNRXRhT1ovWXpSZUZFSUlJU3FTcVU0a3ErUXltZXBFbkZVZU9LdmM4WFlNd3NlaDRUZlFGZzNmeTBzam1idnBIRmtMUmtyN0JTSEVEVTJDS3lFYXFBSU5MRDFldld2Nk5JR08xM2x6UG9NQmx1Nk40ODJWSjRuUHJNWldpRFdnd0xpVjdPUDltM0pmajhhNE9kbGRsK2NLSVlRUU5WV2t5MlZueWxJT3BLOGxTNTFrZFV5d2MyczZlZzltUU1Bak9LdHV6bVVob3ViQ1gvMkRUazI4V1BOeXYvcWVpaEJDMUlnRVYwSTBZQ3RQUVZZMU52TUxkSVBoOWJRanFscXJaOTZtYzh4Y2Q0YXNRczExZTY2TGc0cFIzVUo0dkg5VGJtdnZqMUsySkJSQ0NORkE3VWhad3Nha2hSVHI4cW8wM2tubHpzZ21VK2paYUVTdHo4VmdNS0RSYUxDM3QwZGg0NytkV3EwV2c4R0F2WDNOS25iMGVqMkZoWVc0dUxqWTNOWis1Y3FWQU54Ly8vMDFldDdOVHBZSkNpSCtUYVJaakJBTldCUFA2bzFQem9kaWJkM01wVElPZGtvbUQyMU56Q2YzTU92K2p2aTdPMTZYNXhhcWRTemRHOCtkSCsra3ljdnJlWDNGY2M0bVYrMERnUkJDQ0hFOUZPbHlXUmJ6Tm1zdmZWemwwQXFnV0pmSDh0aTNXUmJ6ZHEzUDZkU3BVOXh6enoxY3ZIalI1cmlQUC82WWwxNTZxY2JQaTRtSllkU29VVVJIMjk2aE9DWW1ocGlZR0FCME9oM0p5Y2xtLytUbDVaR1hsMmR4dlBRZmphYnl2enc3Y2VJRW8wZVA1dlhYWDYveDk5VlFiWTh5OWlFZDJVMlduUW9oYm55eXZrYUlCcXlKSnh4UHFkNDFjZG5RdWxIZHpLY3FQRjNzbVhwdkcxNGUwcEx2ZDhieThZWW9ZdE92enhMQ3BPeGlQdG9RelVjYm91blcxSnZIK29YeGFOOHdmTndjcnN2emhSQkNDR3ZXeEgvRXdZemZyL242Z3hsckFYZ28vUDBhelNNN081dlUxRlFBTGwyNkJFQmNYQnc2bmE3Q2EvTHk4aWdwS2VIczJiT21ZNjFhdGFLd3NKQkZpeFpadmFaNTgrWU1IanlZd3NKQ1BEdzhLcXpveXMvUHg5SFJzY0pxcnJTME5NYU5HMmQyYlBqdzRUZzdPN05peFFxcjF5eGN1SkRtelp0WCtQMUVSMGZ6NXB0djR1M3R6WkVqUi9qcXE2OTQvdm5uYlZhZDNZZ1c3NHFsVXhOUDZXMGxoUGhYa09CS2lBWXMyQjNzbEtEVlYvMmFtSG9PcmtvNTJhdDQvcmJtVEJqVWpHWDc0cG05UG9wVGliblg3Zm1IWTdNNEhKdkY1T1hIdURzaWlNZjdOK1hlemtFNDJFbWhxUkMxYmQrK2ZlejhleXNYTHB6SHc4V1J5RE1YNm50S29nNTBhdHVjdk1JU21yZG93YURiN3FSSGp4NzFQYVVid2w5Sjgyc1VXcFU2bUxHV0R0NkQ2T2cxK0pydnNXM2JOaFlzV0dCMmJOYXNXVlc2ZHRLa1NhYXZOMi9lakY2dkp5bkoyS1ByL1BuektKVkttalZyQm9DUGp3OEhEaHpnM1hmZlpjV0tGZmo0K0ZqY1Q2ZlRNV3JVS0Y1NTVSV0dEaDFxODlrLy9QQUR2cjYrZlBMSkp3QTg4c2dqakI0OUdqRCsrZlBOTjkvdy9mZmZBK0RwV1hHNStvNGRPNWd6Wnc0dFdyUmc1c3laN055NWswOC8vWlNNakF4ZWZmVlZYRjMvSFJ1L3hLWVhFQm1meldjUGQ2N3ZxUWdoUksyUTRFcUlCa3dCaEhyQ3hheXFYNU9RYXd5NkdrbytvMUlxZUxTdnNmTHA5ejFoN0t3QUFDQUFTVVJCVktOSnpGcDNobjBYTXEvYjh6VTZBNzhmVGVMM28wbDRPdHN6dEZNZ0k3dUdNTFJUa0RSMUY2SVdmUHJ4YkhUWkNYUU84MkJNeDdZMEQvSUN1dGIzdEVRZHVYQTVtd3RKMld4ZHRZamRPLy9tNVZlbjFQZVVHclJNZFNJN1U1YlcydjJXeGJ4Tmk0anUxOXl3ZmZqdzRkeDk5OTBBbkQ1OW1xbFRwekozN2x6Q3c4TXJ2T2FUVHo0aElTR0J6ejc3ek95NG01c2JIM3p3QVFEUFBQTU05OXh6RHlOSGpqU2QzNzE3ZDdYbUZoY1hoMWFySlMvUHVKVHl3b1VMcGtvd1IwZEhuSjJkVWFsVWdMSHYxdU9QUDg3aXhZdHhkblpHcVZSYURjZEtxZFZxRmkxYXhNcVZLeGt3WUFEUFB2c3NDb1dDSVVPRzRPbnB5ZXpaczVrd1lRSlRwMDZsUTRjTzFacDNRN1Rtc0RGUUhOa3R1SjVuSW9RUXRVTSt0UW5Sd0xYd3FWNXdwVGRBZkE0MDg2NjdPVjJyNFYyQ0dkNGxtTzFuMHBpMS9neWJUbFp6SFdRTjVSUnBXTGJ2RXN2MlhjSkJwZVMyOXY2TTdCckM4SzdCQkhvNlhkZTVDSEhqTS9EQlcxUG9HS2hreE9DSStwNk11RTZhQjNuUlBNaUxPN3ZCNnQzbm1UMzlkYWErTnh2alg3V0k4blltLzFTdG5sYmxEZkIvaFBONUIwa3FNaTdUSzlibGNTQjlMYmNHakt2a1N1dnM3T3l3c3pQKzMzOUhSMk12eXBrelo5cHN2SjZabVVsSVNBak96czVXejJka1pCQWJHMHZQbmoydmFVNmxwazJiUm5wNk9ucTlzY3o4d0lFRGpCa3pCakJXZEtXbnA1T2JtNHVibXhzNU9Ua1VGeGZqNGVHQlZxczFmVS9XSEQ1OG1Ibno1cEdhbXNxenp6N0xtREZqZU82NTUyamN1REZ2di8wMnZYdjNac0dDQmJ6Ly92dTg4c29yREJnd2dDZWZmSktRa0J1M045VGFJNGwwYXVKSjAwYi9qZ295SVlTUTRFcUlCaTdVRSt5Vm9Lbkdjc0hZN0lZWlhKVWEyTmFQZ1czOU9KMll5NWRienJOa2R4ejVKZGUzcTd4YXArZlA0OG44ZVR5WjV4WWRwbmNMWDBaMUMyRmsxeEJhQnJwZDE3a0ljU1A2OUtQWlJBUXFHZDZuNGw0eTR0OXRWTDhXck41OWpybWZmTVJMci81N20xelh4SW5zYmRkODdkaW03OU96MFFpS2RMbk1PWFUvV2VyTEFCeE0vLzJhZ3l0cjdyMzNYZ0lDQWlvOC8vdnZ2MU5TVWxMaCtYLysrWWVRa0JDQ2cydFczYk4wNlZMMGVqMWp4b3loVDU4K1RKa3loZVRrWkZhdVhNbU1HVE5RS0JTbzFXcUNnNFBKenM3RzFkVVZPenM3aW91TFRTRmNXU2RQbm1UcDBxVWNPblNJTm0zYThONTc3OUcwcVhGM3ZmSGp4ek45K25SKyt1a254bzBiUjFCUUVGOTg4UVcvL2ZZYlM1WXNZZGV1WGZUdTNac2hRNGJRdTNkdm03c2dOalRiejZTeFBTcU5INTZXcGJ4Q2lIOFBDYTZFYU9DVUNtam1BOUhwVmI4bU5odDBCbEExOEw4QWJ4Zml3ZnpIdS9MaGd4SDh1Q3VXK1ZzdmNEcnArdlhCS21VQTlwN1BZTy81REthc09FN2JJSGRHZFRlR1dEMmFWYnowUUlpYjFiNjllOURsSkREOHRrNzFQUlZSejBiMWE4bnNsVWM1ZU9BQVBXcFljZk52azFnWVpRcWJxcXMwdExycTZuL1FrNHBzNzhwWFhTMWF0Q0FzTEt6Qzh6dDI3REExZExkbXk1WXR0R3ZYanJRMDR5NTJTcVVTWDE5ZjAzbU5Sb05hclRidDlsZjZ1clN5cXF6VHAwK1RuNTl2Y2Z5SEgzN0F6OC9QMUk4ckp5Y0hMeTh2QUFvS0NpeDZVeTFidG96dnYvOGVMeTh2WG56eFJlNjU1eDZ6OEtsdjM3Nk1IRG1TZmZ2Mk1YYnNXT3p0N1ZHcFZEend3QU1NSERpUUpVdVdzSG56WnVMajQrblJvOGNORTF4bEYycDQ1ZWRJd254ZEdIOUwwL3FlamhCQzFCb0pyb1M0QWJTc1puQ2wxUnVYRjdhOFFUSVhkeWM3SnQzZWdrbTN0MkJIVkJwZmJUblA2c09KYVBXR2VwblBtY3Q1bkZrWHhjeDFVUVI0T0hKSGh3RHU3QkRJa0k2QitIdFkvcTJ1RURlYm5YOXZvWE5ZeFEyUXhjMmxjMU12ZG16YkpNRlZPVVUybGdoNk93UlZHR3FWRGEwU0M2TllGdk0yV2Vva3N6SG44dzdTd3IxMkttcmVlT09OU3NlMGJOblM2dkV6Wjg0UUhSMU5kSFEwbXpkdkJzRGQzWjFWcTFhWnhqejY2S05tMTd6NjZxc1ZQdWZBZ1FNQVJFVkZzWExsU202NTVSYXI0M0p5Y2t4TjJETXpNMDBoVnFtNzdyb0xyVmJMZmZmZFIyRmhJV3ZXckxHNGg2K3ZMd01HREdEZHVuVm14MGVPSE1tcnI3N0tvNDgrU21GaG9jMWxsQTFKZHFHR1FiTzJFNU5Xd0tKbnBOcEtDUEh2SXNHVkVEZUFZSGR3dG9PaWFxeW1PNWR4NHdSWFpkM2F4bzliMi9pUm5GUE0xMzlmNUp1L0w1Q1VYVnh2ODBuSkxlR25QZkg4dENjZWdBNGhIdHpaTVpBN093UXdvTFVmemc2cWVwdWJFUFhsd29XTGpJbG9WOS9URUExRWkyQXYxaHlPcXU5cDFKb2RVV21tcjdNTE5VVEdad013b2tzd25jTzhLcnFzeWtZMGVZMWJBOGF4TE9ZdGk5MEd5NGRXWDBVL1ZhTWVXVlh4NmFlZjJtek8vdm5ubjV0MkR5eHZ4WW9WQU54eHh4MDg5dGhqSER4NGtCOSsrQUdBMXExYk0yM2FOTlBZbEpRVXZ2dnVPOGFQSDA5d2NEQUdnOEZpUjhQOSsvY1RIaDZPbzZNalAvNzRJd3FGc2RMTVdvK3JtSmdZSmt5WVFHcHFLZ2FEZ1FrVEpnRHd3Z3N2MExGalI4YU5NeTZuakkrUDU1ZGZmcW4wZmNqTnpVV2owVEJzMkRDVVNxWE41Wk5WdFdMZkpiN2VmckhHOTdGRmJ6Q1FjK1gzMU5QWm51MXZES3lWMzFNaGhHaElKTGdTNGdiUndoZE9WS09YZVVLdU1laHl2a0gvTFEvMGRHTDZ5SGE4TmJ3dGZ4MVBadkd1V0g0L21rU0p0aHJOdnVyQXljUmNUaWJtOHVsZlozRzBVOUsvVlNOVFJWYm5VQzhVRFh4NXBoQzF3ZDNGOGNydWdVSkFpeEJ2M0p3ZDZuc2ExeVEydllBZFVXbEV4bVd6UFNyTkZGSlowNm1KWjQwREFXK0hZRk13OVZDNGNVZSswdkNxcmtNcnZWN1B0bTFYZTI0bEpDUUFjT0xFQ1ZKU0t2NC9HR2xwYWVUbDViRmx5eGJUc2ZEd2NFcEtTdGk5ZXpkdWJtNDRPenNUR0Job3FvSUNhTlNvRVlNR0RUSzl2bkRoQXQ5OTl4MWR1M2FsYmR1MkFQajcrNXVhb0VkRlJaR1ptVW1QSHNacW9WR2pSbEZjYlB5THEvSTlyanAxNm1ScUZ2L05OOS9RdjM5LzJyVXpodWwrZm41bTgyL2R1alhMbHkrMytkNmtwcWJ5MUZOUGNjY2RkOVJxaFZWa2ZEWi9uNmw0bVdWdEc5TTlSRUlySWNTLzBnMzZrVmFJbTA5TG4rb0ZWd0JuTTZCVHpmL0NzRjZwbEFydTZSekVQWjJEeUN2V3NteHZQSXQzeGJMbmZFWjlUNDBTclo2dHAxUFplanFWcWIrY3dOZk5nZjR0R3pHZ2pSOERXdnZSSmN3TGxWS1NMUEh2Y3l6cUl0Q3R2cWNoR3BCalorcTJxcVMyTGQ0VnkrY2J6NW1DS2s5bmV6cUhlakY5WkRzR3R2RTNqV3ZxNTNMTk83TTVxOXd0am1XcGsvZ3E2aWttdGZrT1o1VUhENFYvZ0xQS25RN2VnMDFMLzZvU1dsM0xNa0dkVG1lcWhpcmw1ZVhGRHovOGdLdXJxMFdmS0wxZVQzcDZPazVPVG5oNGVKaGRPMnpZTU5ScU5SRVJFYmk1V2QvUVpQbnk1ZVRtNXZMc3M4OVdPS2RqeDQ2eGYvOStubnJxS1g3Ly9YZjY5ZXVIV3EwR1lQRGd3U1FuSndOWGUxeHQyN1lOUjBkSDJyVnJSN3QyN1RoNzlpd2FqWWI3N3J1UFZxMWFWZm05MkxObkQ5MjZkVE0xZFo4M2J4NnVycTQyNTNvdFpqM1FrVmtQZEt6VmU1YVhYYWdoTWk2Yk5VY1NtYnZwSEhvRGZQWklaN3hjYm93bGprSUlVUlVTWEFseGcyamtBaDZPa0Z2eHhqNFdvdE52L09DcUxIY25PNTRkMUl4bkJ6VWpKcTJBSC82SlljbnVPR0xUQyt0N2FnQms1S3RaZXpTSnRVZU5TeXJjSE8zbzI5S1hBYTM5dUtWMUkzbzE4OFhSL3NabzhDcUVFUDgyMllVYTVtNDZ4NkovWW9oTkx5VE0xNFVmbnU3QndMWisxeHhPMlJMaTBzWnFMNnVrb21pejhHcGs2TlVkR2FzU1dnVTdWejJnS2N2ZTNwNmxTNWRlblVkU0V1KysreTVCUVVIODczLy93OHZMaTVVclY3SnMyVEpUajZvVksxYXdaTWtTeG80ZHk3Qmh3OHp1cDlmcnVmdnV1L255eXkrdFB1LzgrZk5rWldYWm5OUDU4K2NwS0NnZ1B6K2Y3ZHUzODlGSEg3Rmh3d2FyWStQajQwbE5UV1hzMkxHbVk3dDI3UUxnMTE5L05WdVdhRTFoWVNGS3BaTHM3R3htelpwRml4WXRlUC85OXpsOCtERDc5KzluK3ZUcHVMcTZrcHFhaW9lSEIwNU9UamJ2MTFCNHVkaWJkbXZ1SE9yRkU5OGVKRGE5Z0wvZkdGamZVeE5DaUZvam42Q0V1SUcwOUsxOFRGblp4ZEJBTXAxYUYrN255djlHZCtEaW5Idlkvc1pBbnJpbEtlNU9EU3VMenkvUnN1bGtDbS85ZHBKYloyN0g4N25WREpqeE4yLytlb0tOSjVMSkw2NUcwekloaEJEWExESXVtMEd6dHZQdTZsT0UrYnJ5OTlTQnhINTZEK052YVZvbm9WV3BqbDZEclI0dkRhK0tkRmQzMHEzcThzQWVacnNOWHB2ZHUzZnovUFBQRXh3Y3pNY2ZmMnhxYnE3VDZVeTcvd0U4K09DRHZQYmFheXhZc0lEcDA2ZVRtSmhvT3FkVUtpMlc1VjByWjJkbjJyVnJSNGNPSFNvY2s1dWJ5M2ZmZmNmeDQ4Y0J5TS9QWi8zNjlTaVZTa3BLTFA5V3I2aW9pSWtUSjNMbzBDRUFKazJheEdlZmZVWmdZQ0F6Wjg3ay9QbnpUSjQ4bWM2ZE83Tnc0VUw2OSsrUFJxUGhwWmRlNHNNUFA4UmdxSjhOWW1waS9DMU5tVDZ5SGR1ajBvaE5MNmp2NlFnaFJLMXBXSi95aEJBMnRmU0J3OWI3bzFib2JJYXhXdXZmU3FHNDJ0QjkvdU5kK2UxZ0lqL3VqbVhMcVJUcWFWUENDcFZvOWZ4ek5wMS96cVl6YzEwVUtvV0NkaUVlOUdqbVRjOW12dlJzNWtORUUwOVpYaWlFRUxWb3plRkVudmoySUFZREhQM2ZIZGUxQjlDUWtJa2N5RmhMc1M3ZjRselp5cXZFd21pK1AvOXlwYUdWazhyTjFBZnJXcHcvZjU1dnZ2bUd5TWhJaGcwYnhzYU5HN252dnZ0TTU3VmFMVnF0MXFLNnFsZXZYc1RIeHpOKy9IaDY5ZXJGMkxGamJZWk0xYVZTcVhqcnJmOW43ODdqb3E3V0I0NS9HR2JZOTFWQkVCV1Z4UlJTeXkzRnJsNnR0TEJTNjVabWxuYlRXMmwxeTd5VmJkcHlNNWR1WlpwYlpXWG1rbVgrbEhMSmZWOFFjY0VFWkZGQUdIYVlHV1orZjR5TWpxd0RLSXZQKy9YaXhmRDlublBtR1hTR21lZDd6bk5lcjdaTlZsWVdLcFdLUllzVzhlbW5uL0xkZDkraFVDaUlpb295MWNJNmRjcTRTVUJJU0FoNzl1d2hJU0VCRzV1SzlkZHV1KzAyM24zM1hhWlBuODdubjMvT2E2Kzl4cjU5KzlEcGRFeVlNSUgzMzMrZjVjdVhNMjdjdUFaN2pEZkxsQ0dkbUx2cExHK3RqV1BaQk5ucFV3alJNa2ppU29obXhNWFdtSVN5WkJaVlFqYjBEb0JiSVJWaXA3TG1zVDZCUE5ZbmtJeThVdFlkU21YTndSUzJ4R2VnTFd0aVdTeWd6R0FnTmlXWDJKUmNsdnlaQ0lDZFNrRmtXM2Q2dHJ1YXpPcllxdkw2SVVJSUlhcTNiRWNpVDM1MWdHNEJybXliUHZDbTEvMnh0M2FodisvamJFNWJVT241dE9MVGZCdzNpaHhON2E1S0dXdGl1ZFFwbHBLU0V0NTU1eDFVS2hXelo4OG1KQ1NFL3YzN203WFpzbVVMTVRFeHZQZmVlMmJIZlgxOThmVDBaUFhxMWF4ZXZScTkzbnlqbEY5Ly9aV05HemVpMSt0eGNLamIxYkx5V1YvWHlzc3p6a2g3OTkxM2lZK1BaOENBQWV6YXRjc1V4L1RwMHpsKy9MZ3BjUlVYRjBkTVRBd0xGaXhnKy9idGVIcDZWcGxnaTRpSVlOYXNXWFRzMkJHQVBYdjJzR3ZYTGxhdFdzWHAwNmRac1dJRjdkcTFZOENBQVhWNlBJM0Z6VUhGdUx1Q1dMNHpzYkZERVVLSUJpT0pLeUdhbVk0ZWxpV3VTblJ3SVJjQ1hXdHUyNUw0dU5pYTZtSGxGV3Y1NVVnNmF3K2xzUEg0UllvMFpZMGRYcFZLdEhyMkpGeG1UOEpsSUFFd3ZnbnQyYzZETzlwNzBMTzlCNzJEUGZGeHNXM2NRSVVRb29rcm4ybjFSTCsyalRyelpLamZKSEpLMDB5N0IxNnZ0a21ybnA3M1Y3bjBzRGJzN095WU0yY09ycTZ1S0pYR2p3RGR1blV6YXhNZkg0KzF0WFdGNCtVZWVlUVJSbzRjaWJXMXRYbHNQWHN5Yk5ndzR1TGkyTEJoZyttNHdXQ2dyTXo0Ti9mYTcrVzNhN0pqeHc3QXVMUGgrKysvVDQ4ZVBUaDQ4Q0R2dmZjZW8wYU5Zc0NBQWFhbGd3QnF0Um8zTnpjeU1qTFl1M2N2bzBhTlFxRXdWa1pScVZRVmxoUkdSRVNZYnA4K2ZkcTAyK0dFQ1JPSWk0dGp6cHc1OU9qUm8wTGgrcVl1S3NTYmVadlBzdTVRS3RIZC9SczdIQ0dFcURkSlhBblJ6QVI3d3A0VXkvcWN1WHpySmE2dTVXS3ZNczNFS3RHV3NTbjJFbXNPcHZETGtUUnlpclExRDlESTFFVmFZdUl1RVJOM2RWdEpYeGRidWdhNDBTM1FsYTRCYm5RTmNDWE0zd1dWdFpRdUZFS0l4S3hDMDB5cnByQmM2dEYyeGhsTVZTV3ZhdExmNXpHekl1NTE1ZW5weVpneFk4alByM3hKb2thalFhdlZFaDBkWGVVWXp6NzdMRU9HRERFNzV1dnJTNjlldmZEeThrS251MXEvTVRZMmxxRkRoNXExblRwMXF0blBrWkdSVmQ3WDBLRkRTVXBLNHQvLy9qZk96czRjT1hLRVdiTm1jZSs5OS9MVVUwOEI0T0Rnd09uVHA5bTJiUnZidDIvbnJydnU0cGRmZnNGZ01IRHZ2ZmVheGdvS0NtTG56cDM4OU5OUGVIcWFGdzJOajQ4bklTR0JFU05HQUtCVUtubjk5ZGZKemMxdGRra3JnT2p1L3JqYXExaDNXQkpYUW9pV1FSSlhRalF6OWtyd2M0YTA2c3RnbUVsVWcxWVBzcUdkY1RuaEE3Zjc4Y0R0ZnVqS0RHdzdsY0dhZzZtc081UktlbTVKWTRkWGE1ZnlTaXNrczVRS0t6cTNkcVpyd05Wa1Z0Y0FOOXA0MkRkaXBFSUljZk85dFRZT2d3SFdUZW5iMktHWVBOcnVQVG80OTJUZGhROHJyWGxWR1hlYjFrUUh2bHF2bVZiWGUrR0ZGOHlTUzVacTM3NTloZkhLWjJBRkJ3Y1RIQndNUUhSME5MMTY5YXAyckxWcjExWjczdC9mbjNmZWVRY3cxcmlhUFhzMnp6enpqRm5pN082Nzd5WW1Kb2FaTTJmaTdlM05zR0hEY0hKeUlqZzRtTmF0VzV2YWpSOC9uc3VYTDdOa3lSS3pBdlFBenM3T1BQamdnd3dhTk1oMHJGV3JWclJxMWFyYStKcXk2TzUrL0h6WXdzS29RZ2pSUkZrWm11T1dHVUxjNGs1bHdaOUpsdlhwR3dEaFBqY21ucGJBWUlBalNUbjhYK3hGTnNWZVpFL0M1U1paRjZzdTNCMVVWeE5aZ2NidnQ3Vnh4ZDdHdXViT1FsUmk4T0RCeEh3d3NySERFRTNJNEdtcmlJbUphZXd3QU9NT2dwRnZ4akFqT295M1JvUTNkamdWRkpmbHNUL3JadzVrL1V4YThabEsyL2paZDZLbjF3TU04QjF6azZOcjJnd0dBMVpXdDBMVnp2cGJkeWlWRWZOMzMvUU5DWVFRNGthUUdWZENORU1kUEdCbk1oYnRtaGViSVltcjZsaFp3ZTFCN3R3ZTVNNzA0YUVVbHVyNFBTNkQvenVlenFiWVM1eHZ4dHRLNXhScDJYNDZrKzJuTTAzSHJJQUFEd2M2dFhhaVV5dm5hNzZjYU9mdGlFSStHQWdobXFtMzFzYmhhcTlpeXBCT2pSMUtwZXl0WFJqZ080WUJ2bVBJMXFTU1hXbytLOGJmb1hPZEM3QzNkSkswcXIyb1VPT2J2bVU3RTVuYk5xS0cxa0lJMGJSSjRrcUlaa2lsTU5hc1NsVFh2azllcVhGNW9aL3pqWXVySlhHMFZacVdGQUtjdlZqQXBoUEcyVmhiVDJaUTJJUUx2TmVHQVVqT0xpSTV1NGpmNHpMTXp0bFlLMmp2NDJoS1pIVnU3VUtuVnNZRVZ5dFh1OFlKV0FnaGFpRXhxNUNmajZReEl6cnNwdThnV0JjZU52NTQyRWdOSXRIdzNCeFVQQkRweDgrSFU1bjdtQ1N1aEJETm15U3VoR2ltUXJ3c1Mxd0J4R1ZJNHFxdU9yWnlvbU9yWVA0MUtCaHRtWjRkcDdQWWRHVlo0YkVMdVkwZFhvUFNsT2s1bFo3UHFmU0toZFFjYmF3SjhuWWt5TXVSSUM4SDJuazdFZVRsWURybTZXVFRDQkdMVzRWZXIwZFhac0JHWmZreTEreThZckx5aW1udDRZaXp3NDNabGJPNFZFdXB0Z3czcDZhUjRDMHIwNU9aVzRSS2FZMm55NjFSNjI3WmprUUF4dDBWMU1pUkNOSDRvcnY3OC9PUk5JNG1xV1c1b0dpV1RxVGtFcGVheDVHa0hJNG1xem1hYlB6d0V4SG9Sa1NnRzdlM2RTZk0zNFV1Ylc3aFhhaHVFWks0RXFLWkNuUUZSeFVVV3JBcDNuazFGR21oR1Z5RWJ0SlUxZ3J1RHZQaDdqQWZQaHpkbGV3Q0RkdFBaN0xqZENZN3oyUnhKRW1OenBKMW5NMUlvYWFNdU5RODRsTHpLajN2Wkt1a25iY3hxUlhrNVVpUXQrT1ZuNDNIM0IwbHNTVnF0dmovWXVrWDdrL25BQS9Uc1FPbjA1bi84eEgrZm5zUVl3YUZXVHptNXNOSkxQNi9XS1kvY2ljREl3THJGSmRHVzhiRm5FTEt5dlMwYTIzK0lUQy9TTU1yWDIybldLUGpvNmNINE9QbVVLZjdxRTVoc1FhTlRvKzdjKzBTWTVtNVJZejVhQ01oQVI1OE92bHZEUjVQVTdSOFp5SVBSUG9SNU5YOGRvSVRvcUZGZC9kbnlvcWp6TjE4cGtuc3JpbUVKY1l0Mms5YVRnbnVqaW9pMjdvejVlK2RpQWcwL3UwdFQyTDlkRENGM0QrMStMdmJzK1Rwbm8wY3NiaVJKSEVsUkROMm15L3NUYkdzVDN3bWRQZTdNZkhjcWp5Y2JCalIzWjhSVjdhY0x0S1VzZnRzRmp0T1o3SGpUQ2I3em1WVDFNeVhGdFpXUWFtTzJKUmNZbE1xbjRYbVpLdkUzOTJlTmg3R0wzOTNlOXE0TzF5OTdlR0F0N010VXNiazF2WEhrU1IrMkhhS1gvYWVZOFcwKzNDME0yYmFmZDBkdVpSVHlMcmRaM213YnpDTzlnMlhCTTNPS3lhdlNFTmhpWmFpVWkyRkpUb0tTN1RrRlpXU25sMUkydVVDMGk0WGtKbGJERUNnand1TFh4eGlOb2FqblJKL0x5ZTJIMDloNm9LdHpKNFlSU3NQWS9Ma3BZWGI2aFJYM3pBL0h1eG5yTk9Va1ZQSWEwdDNvclMyNHBObkJwcCtMK0txbzBscUVyT0ttQkhkOUFxeUM5RVkzQnhVUkhmM1kvbk9KT1krRnRrc2xzOEtzZVZrQnRIemRqSC84Y2dxWjg4T2RXdkYwSzVYZC8xYzh1ZDUzSjlkeDdvWCtqSWd4UHRtaFNwdUlrbGNDZEdNaFhqQndUVFE2V3ZmNTJRbVJMWUdoU1FHYmhnSEcyc0doZnN5S053WEFGMlpnVU9KT2V3NG5jbU9NMW5zUEpORmRxR21rYU5zSEFXbE9rNWZ6T2YweFlyTEVNdlpXQ3Z3YzdjekpiTGF1RjlOYXBVbnVQemM3RkZheTMvaWxpYTNzSlRQZnprS3dQZ2hYY3lTTTRFK0xnenNGc2lXbzhtczJCclB4SHU3TmRqOXZyTDRUNUl1VlQ2TDhGb090a3E4M1J6d2NYV2dvRmlEMHpYSk00VkN3YlRSZDFLaUtXUGZxWFQrL2RWMjV2NXpJSjR1OWh6L0s3T2FVYXNXNUh1MVFMZUxveTAyU2dVSmFXcmUvSG9YN3o5NWwybkpaSWxHUjJXYlJKZHFqUWx6dmNGQWNXbmwwM090ckt5d3Mya1pid2VYN1RRdUU0enVMaldqaENqMzFvaHdZK0pxMDVrbXVjdm1qYURYNjlteFl3Y3FsWW8rZmZwWTFOZGdNS0RWYWxHcFZOVnVCcURUR1Y5M1ZhcjZKUVAxZWoxRlJVVTRPRGlnVUNpcWJGZGFXb3BTcWNUYXVtWHZDUDNlK3BOc09abEJ5dHhodU5qWC9uYzd2bjg3Um5UM0ozcmVMdTdwMnBwcHcwSnVZSlNpTWJTTWR5cEMzS0pzcktHakI4Um4xYjVQc2M1WUc2dTkrNDJMUzVoVFdsdHhad2NQN3V6Z3djdjNkZ2JnWkdvZVI1TFVIRTdLWVUvQ1pZNGs1VkNpdFNBRDJZSnB5dlFrWmhXUm1GVUVYSzZ5bmErTExXMnYxTlh5Y0xUQjNkRUdUeWZqZHcvSHE4YzhycHozY2JreGRZMUV3ekFZREh5eStpQjVSUnBDQXowWWRtZjdDbTBldnp1VWJjY3ZzSHJIR2U3cTBvYlFRTThHamVIdWlBQThuTzF4c2xQaDdHQ0RrNzBLRndkYlBKenQ4SEZ6TUV0VVZVWnByZUNOZi9UaTMxOXR4MXFod0ZwaFJWNWhLZXZmanE2MGZXR0pGbnNiSllycnJpVHNPSkhLZjFjZE1EdG1aNlBrdlhIOWVQN3pMUnovSzVPWjMrOWx4dU45VUNpc21EaDNNK25aVmU5OGVpWWxoL3Ruckt2MG5FcXA0TGYzSHFyMmNUVVhQeDlPNVlGSVA1bFZJc1ExZ3J3Y2VhSmZXK1p0UHN1VUlaMXVpZWZIanovK3lPTEZpM0YyZG1iUm9rVjRldGIrYjBWY1hCeFRwMDVsd1lJRmRPalFvY3AyLy8zdmY3bHc0UUtmZi81NXZXSTlmLzQ4Ly96blA1ay9mejZob2FHVnR0SHI5Yno4OHN0NGVIancrdXV2MXl0WmR2YnNXWktTa2lvOTE3dDNiOUxTMHREcGROV09vVktwQ0E0T3JuTU1WWGx2L1VuUzFTVnNtUlpWcC83dWpqWnNuejZRWjVjZDR2MWY0bmx0ZU9XL1Q5RThTZUpLaUdhdWk2OWxpU3N3Rm1tWHhGWGpDdk4zSWN6ZmhjZjZYSzIxY3pSSnpmNi9zam1hckdiMzJhd1dWL1M5b1YzS0srVlNYcWxGZlp6dGxMZzdYRTFtbFgvM2RMTEJ4VjZGaTcwS1p6dmxsZHRLbk8yTTM4dlBPZGkwN0N1ZGplbTdMZkhzUHBtR3JjcWFseDdxVWVtVjV3QWZGeDZOQ21IRmxuaG0vYkNQLzAzK0c2Nk9EWmVRbkRROHNrN2o3VHlSd3FrTDJReSt2UzF0ZlYxNWYzeC9iRlhXSkY3TTVkWEZmeko2UUFpakJuU3UwTytEbGZ1NXBDN2k5VWQ3MGNiNzZzNFpLdXZLcjdwN3V0Z3pjMXcvcGl6WXl1NlRhWHk3NVNSakI0WFR2YU12MmZrbEZkcVhhSFFjVHNqQXlWNUYxM2FWTDUxUVZuRmZ6VTFpVmlHSldVVzg4UGRPalIyS0VFMU8rYXlyS1N1T05HcXRxd1VMRnJCaHc0WjZqYkZtelpwcUV6ZC8vZlVYeTVjdng5L2ZuL1QwZEQ3NjZDTSsrT0NEYW1kUHFkVnFNaktNT3l4ZnVIQUJnS1NrSk1yS3FpN3prSitmVDJscEtXZk9uREVkNjlTcEUwVkZSU3hidHF6U1BoMDZkT0R1dSsrbXFLZ0lGeGVYS21NcUtDakExdGJXOURnVkNnWGp4NC9uelRmZjVKMTMzdUhOTjk4a1B6K2YwYU5IVnhuZnRUcDI3R2hLc0czWnNvV05HemNTRUJCZ09xL1Q2VWhJU0dEaHdvVk1uejRkdGJyNjNaOThmSHhZc1dKRnJlNjd0cmFjekRCKzFURnBkYTB2eG5Xbi84eXQ5TzNrUmYvT3NteXdwWkRFbFJETm5Mc2R0SGFDOUlMYTkwa3ZnRXVGNEN1MWE1dVVpTFp1RlhiOTJYMzJNZ2ZPWjdQL1hEWUh6bWR6OXBJRi85Q2lndndTSGZrbE9wS3ppK284aHB1RENoYzdGYzdsQ2EwcmlTNW5leVV1ZGxjU1hMYldPTmdvY2JDeE50MjJ0N0UyL214ampZT3Rzc0x0VzluK1Ura3MvejBPZ0NranV0UFd0K3JkZ2NZT0N1ZjQrVXhpejJmeHh2SmRmUFIwLzBxWHV1VVdsdkx3dStzckhKLzF3ejVtL2JBUG9NR0tsdTg3bGM3L0hVd2tOTkNUdHI2dXBpV09yVDBjY2JLM1lkSEc0L2k2T3pDZzY5VVBDdnRQcGJQN1pCcXQzQjN3Y3EzOWpuOUJyVnlaOFhodmZ0NXpqb2V1MUw5NllVVDNTdHRlekM1Z3pFY2JhZVBsek50ais5YmpFVFo5Nnc2bEFSQXRSUnlGcUNESXk1RVowV0c4dmU0a1VTRStqYmJycGxhcnBhU2toR0hEaHBrdVRxU25wM1Bnd0FINjl1MkxwNmNuZXIyZVgzLzlsZURnWU1MQ3JtN0VFUnNieS9uejV5dGRGbDN1OHVYTHpKZ3hBNVZLeGN5Wk05bTJiUnZMbGkxanhZb1ZQUDc0NDFYMjI3SmxDMTk4OFlYWnNmZmZmNzlXajJueTVNbW0yekV4TWVqMWV0TFNqSzlIQ1FrSktCUUsycmMzemlEMjhQQmcvLzc5dlBYV1c2eGN1UklQRDQ4SzQ1V1ZsVEZpeEFpbVRwM0t2ZmZlYXpvZUdSbkp6Smt6ZWYzMTE0bUppZUh1dSsvbTJXZWZyVEcralJzM1ZqZ1dHaHBxOXZpeXM3Tk5TYkNWSzFlYWZzZm56cDFqOHVUSmZQYlpaMmF6ejZwTEF0WlY5THhkcE13ZDFtRGpyWHVoTDhHdi9FYjI1NVhQZUJiTmp5U3VoR2dCd24wc1Mxd0JITDhFZ3l1dXhCRk5USitPbnZUcGVIV0tlMkdwanFQSmFtSXY1SEw4UWk0blVuSTVrcVNtb0xUNmFkMmk0YWlMdEtpTExOak9zNWJzVmVWSkx1c3JTUzRsVHJaS2JKUUtiRlVLYkt3VlYyOHJqVC9icXF5Tng1UlhqaWtWMkNxdHI3bHQvdDNGWG9WU1lZWDFsUytsdGNKMDI5cktDcVgxTmVldWFWZmU5a1lrMkdMUFovTHVkM3N4R0dCNHJ3NE11cjF0dGUwVkNpdW1QM0luejh5TElUNzVNcTk4dFoyWjQvcmg3R0ErVTBxcHNLSkhwNnVGVzVNejhzaFFGOUcrdFNzZXpzWkVVYUNQTXplU283ME5yLytqRjg5OTlnY2YvM1NRUUc5bjJyVjJRNnNyNDMvcmp3RHc3NUYzV0Z4aktqTFlsOGhnWXcyOUxNVDRTd0FBSUFCSlJFRlUvQ0lOK2lvK3lCVVVHLytmbHVrTjVCWldQVHZSM2tacHFwZlZYQzNmbVVpM0FGZlpUVkNJS3J3MUlweHQ4WmxNL2U0b1FWNk9SSVUyM2t5VVo1OTlGaHNiNDlMcjdkdTNjK0RBQVVhT0hFbDRlRGdhallaZmYvMlY3dDI3OC9UVFQ1djZmUHJwcDV3L2Y3N0tNZlB5OG5qMTFWZTVlUEVpLy9uUGYvRDM5K2ZSUngvbDJMRmpMRisrSEZ0YlcwYU9IRmxwMy92dnY1OTc3cmtIZ0pNblR6SnQyalRtelp0SHUzYnRxcnkvMmJObms1S1N3cHc1Yzh5T096azU4ZDU3N3dFd1ljSUU3cnZ2UHFLanJ5WlBkdTNhVmNOdngxeGhZU0ZqeG94aHdvUUozSFBQUGF4Y3VSSjdlK1Bmc0FjZmZMREcvc2VPSFNNejA3ek9ZbloyTmx1M2JqVzdqM0xYem5hK2VQRWlBRzNidHIyaHRiWEdMZHJQL01jamExM1Q2b3MvempIcDY4UEVmekNVa05hVi94MzNjTExobzlGZGVYcnhRYjU2cWtkRGhpc2FpU1N1aEdnQjJydURnd29zK1N4OVBnY0t0ZURZOGtzZHRDaU90a3I2ZHZTaWIwY3ZzK1BKbDRzNGZpSDNTa0pMVFd4S0xxZlQ4OUhwcTc0eUtacVdZbTBaeGRxeWFxcDZOUjJER21pY3VNUXNwaS9kUVltbWpOdURmWGgyV08wS3JudTVPdkRCVS8xNTlhdnR4Q2RuTS9sL2YvRFdtRDYwYjMxMXhxS2p2UTN2ajcvTDlQUFVCVnZKVUJmeHlJQVFCa1lFVmpac2c5THF5dENWNlduajVjVEkvcDNZZlRJZHJLd29MdFh5NDUrblNjOHU1TjQ3MnRIUjM0M2lVaTFLYXdVcXBlVWZESjc0NzIva0YxZi80bjgyTmFmUzJXZmxubnNna3Z0N04zeTlrcHRGWGFUbGFMS2FPZitJYU94UWhHalMxazNwUzlTc3JRejhZQnR6SDR2Z2hiOTNiT3lRVE12eDZsTzM2ZUxGaTd6NTVwc2tKU1h4cjMvOWk2Z280M0l6aFVMQmpCa3ptRFp0R2dzWExxUzR1SmpISDMrOHdsSjBwVktKVW1uOFdHeHJhN3dJTW12V3JHcGp5czdPeHQvZjM1UkV1dDdseTVkSlRFemtqanZxdHpUVFlEQ1lsaVVDVmQ2ZkpTNWR1c1NhTld0TVAxOWIweW9qSTRQdnZ2c09nTVRFUkZRcWxkbHNORGMzTjhhTkcxZnZHTXFkU0ZHVG1sTmM2MW1BQ1pjSytQY1B4MnJWOXVrQjdmbCs3d1ZPcGVVUjR1ZFNjd2ZScEVuaVNvZ1dJdHdiRHFSWjF1ZjRSZWdkVUhNNzBmUUZlam9RNk9uQXNJaldwbVBhTWoxeEtYbkVwaGlUV2VXSnJmVGNpclZ3aExqWmRwOU01WU9WK3luUmxORWx5SXUzeC9hMUtISFQwZCtkVDU0WnlDdGZiU2M5dTVCL2ZmWUhqOThkeHFnQm5TdlViVklYbEJDWGRMVVlvRlpYVnFja2tTVVdiRGpHK2ozbnpJNU5uTHZaN09mZjlwL250LzNHR1FUMzkrN0Fjdy9jWHVsWWkzNDdUa3FXK1U2Y3I0NjZBd2M3RlVONnRLUDR5b3hMdmNHQXdvSWxIR2RTY3ppYm1tTzJlMk56TkhlVHNjYU1MQk1Vb25wdURpcTJUUi9JbEJWSG1MTGlLRWVUMU14NUxLSlJDN2FYbEJqZms1UW5qQ3gxN05neDNubm5IZkx5OG5qMjJXZDU0SUVIek00N09qcnl3UWNmOE9xcnIvTE5OOTl3N05neHBrMmJocmQzOVRQT2hnMGJocSt2YjVYbjE2OWZiMG9tVldiSGpoMzQrL3ZqNTlmd3Iwc1hMbHlnb0tEcXBSYXRXclhDM2IzcVlyYlZMUlZVcTlWczJMQ0JaNTU1aHFDZ0lGTVNFQ0ErUHA3RGh3ODNhT0lxTGpVZkQ4ZnFOejRwVjZZM01IYmhmanlkYkNtc1pja0hkd2NWSjFJbGNkVVNTT0pLaUJZaXpBY09wb0VsODJ2aXM2Q0hQNmhhUm0xZWNSMlZ0ZUthdWxsWGwxL2xGV3M1bFo3UG1ZdmxYd1djdVpqUDJZc0ZzdVJRM0hBR2c0RnYvNGpuNnlzMXJVSUNQSGp2aWI0V0w1Y0RZNzJuT2Y4Y3lKdGY3eVk1STQrbG0wK3c2VkFpLzd5dks3M0QvRTN0dGgyL1FQbHF1bFU3enJCMjkxbG1UNHlxa0x4NmVlRzJDanY4VmVlVmtYZlF3Yyt0MmphOVEvMXdyZVpOZVc2aGhqM3gxVjkxT0g0K2sxTVhzczJPYWN1TXU1QStjOS9WV1dxZnJUOUNRcHFhc1lQQ1RFc0pBWTZleStCSVFnYTlRbHViN2NUNDJmb2puRTNOcVhHM3hLWk1YYVJsM3VhelBOR3ZyU3dURktJVzNCeFVMSnR3QnhHQjdrejk3aWpyRHFjeVpVaW5SbnNPbFM5VGMzUzA3TDVMUzB2NTl0dHYrZkhISDdHeHNXSEdqQm4wNjlmUE5PYTBhZFBvM3IwNzQ4YU53OUhSa1U4KytZVDU4K2V6YWRNbUpreVl3SWdSSTNqd3dRZHhkcTU4cVZsd2NEQnQyMWE5ZEgzNzl1Mm1ndTZWK2YzMzN3a0xDek10MDFNb0ZHYTdHMnExV2pRYURWcXQxdXhudmI3bUhhYS8vUEpMOXUzYlYrWDV5Wk1ubXkxUHZON2h3NGNaUG55NDZlZks2b2JkZDk5OTJOdmI4OWhqanpGcDBpVDY5dTJMalkwTjhmSHhOY1puaVNOSk9VUzJyZDJPVVIvOGVvcDBkVEZ2alFobi9PSUROWGNBYmc5eTUzQmlEZy8zYkZPZk1FVVRJSWtySVZvSVcyc0k5b0N6MlRXM0xhZlRRM3dtZEszNmdwSm9nVnpzVmR6UjNvTTcybGNzQ3BxdUxya21vWFUxcWZWWFJpR2FzcHJmVEFsUmsvd2lEWnNQR1djWjlRdjNaOHFEM1ZFb2pFdm82c0xIellFdm5odkVrazJ4ck5sMWxzdDV4Ymc1MlptMTJiRHZyNnYzWDZ6aFluWWhjOVljNHBWUjVrczRFaS9sV1hUZnhacWFFNzJQRGd3eFN4WmRMejc1Y28ySnEzZWY2SXRXWjN6K3ZiRjhKK2ZTSys0NHF0ZnJLZFdXRVplVXhTdGYvVWxZVzAvRy9DMk1IcDFhY1NJeGkrKzJ4dVB1WkdzV1MvbE9oSTYyemZQdG9McEl5OEQzdDJFd3dCVFpUVkFJaTB3WjBwR29FRy9tYmo3RFcydmplR3R0SE9QNkJSSGQzWjhCSWQ0M2JSWldWbFlXVmxaV3VMcFd2U25IOVk0ZlA4N0hIMzlNZW5vNmJkcTA0YzAzM3pTclI2WFQ2VGgxNnBUWmpDa2JHeHRlZnZsbHVuVHB3b0lGQy9qMjIyOVpzMllOUzVjdXJiUkkrbXV2dlZaakhCMDdWcjdVTWo0K250T25UM1A2OUdsaVltSUFjSFoyTmx1ZWQzMngrSmRlZXFuRys3dFdaR1Frenp6elRJWGp6ei8vZkxYOWxFb2xYYnAwTWV1Ymw1ZkhtMisrV2VsdXZzWEZ4ZFh1cmxoZlI1UFZ0WHI5UHBxazV0MmZUN0xwMy8zSnpLLzlqdEtSYmQyWXZ6bWhQaUdLSnFKNXZsTVJRbFRxTmwvTEVsY0FzWmVNL1JwK2Z4RFJITFYyczZPMW14MERRc3luME9zTkJsSnppa25NTE9KOFp1R1ZyZWNMVGJkVHNvdWxucGFvRlJkSFcyWStlUmZiamw5Z3pOL0NHRFh6RjlRRnRYOFRlcjBoM1lONGVXUlAvamtzZ2o1aGZ1UVhhODJTTTBmUFpaQjRLUTlIT3hXRkpWb2V2enVVMVR2UEVuTTRpZEJBRDRiM3VscmJhZlViOStQaWFMNWNwWHgzd3JhK0xudzFkVWlkNDZ5UGF4TnhsUzF4ekNzc1JWMVl5b3NQOVNDNlR6QmZiampHNFlRTTN2eDZGMHRmR25yMTlmMjZGL3FPL3U2VWFzdndjblc0Y2NIZkFFZVQxR3cvbmNteUhZbWN6eXhrMjJ0UkZYWmtGVUxVTEtLdEc4c20zTUZiSThKWnRpT1J1WnZPc214bklnQkJYZzVFaGZnWVoyNEhYbjErdWRxckd2VDVscGlZaUkrUGowVTFyb3FMaTdsMDZSSWpSNDVrM0xoeHBrTHZ0VEYwNkZCNjllckZWMTk5UlZsWldhVkpLNEJQUHZtazJ1THNjK2ZPTmUwZWVMMlZLMWNDTUhqd1lNYU9IY3VCQXdkWXVuUXBBSjA3ZDJiNjlPbW10cGN1WFdMeDRzV01HemNPUHo4L0RBWkRyWFkwZEhSME5OdnByMXhseWFkeWhZV0ZQUHp3d3hXTysvcjY4djMzM3dOWEM3S1hNeGdNMVk1WlgwZVQxV2IvdnlwVHF0WHorSmY3bVBTM0Rnd0k4ZWFuQXltMUhqOHkwSjBqeVRuMURWTTBBWks0RXFJRjhYSUFid2ZJck4yeWI4QllvUDJ2SE9oUXUxbTY0aGFsc0xJaXdNT0JBQThIN3Vyc1ZlRjhtZDVBU25aeHBVbXQ4NW1GcE9ZVUkza3RVUzdReDRXeGc4SUJDUFp6Tjl2eFRxc3JJL0ZTSGdvcjZPQlg5UXVUdXFDRXpOeGk3SytaTGRTMXZVK0ZkdVZMRXFPNkJyQmgvMS9ZS0sxNS9SKzllSForREYvOGVveHU3WDBvdVRKenlyYVo3cXkzWU1NeC9qaVN4SDEzZG1Ec29EQStmSG9BQjA2bms2RXV4dGZkMGJTc1VIbmRoNDlIb2tJYVBCYkZ1RlZVczF0OUF6R0F3WW91YlZ3a2FTVkVBd2p5Y3VTdEVlR21uUWVQSnF2WkZwL0IxdmdNVXlMcmVtNE9LbksrcUhvNVdtMWN2bnlaWThlT01YRGdRTk14cXl0MStxNHRHSDY5TysrOGs2VkxsOWE1ZnBTYm14c3Z2L3d5ZXIwZXZWN1BsaTFiVE9kU1VveEprZGpZV0M1ZHVsVGxHSm1abWVUbjUvUDc3NytianJWcjE0N1MwbEoyN2RxRms1TVQ5dmIydEdyVnltdzJtWmVYbDlualBYZnVISXNYTCtiMjIyOG5ORFFVQUI4ZkgvejlyeTUzYnlqdnZmY2VCdzhlckxiTnJGbXp6SDR1TGk1dWtJTHc5VEg5cDFqSzlBWm1qYnl0VWVNUWpVc1NWMEswTUYxOFlXdlZ1d1ZYNm5DYUpLNUUvVmdyckdqcjVVQmJMd2VnWXNIVE1yMkJOSFV4S2RuRnBPYVVmeThpSmZ2cXNkU2NZbG1PZUF1NmR1Yy9NTzZBTituVDMvSDNjdWJ6NTZyZXYzRFZuNmRaK050eDdHeXFUamJ0UDVWTzdQa3NlblpxUlN1UHEvVlRBbjFjR0Qva05yWWR2NENkalpLQ1lpMHFwUUxiT3RUWnFzbWlqY2R4cnFhR1ZINnhwdDczY2U4ZDdVbkt5T09YdmVmNC9VZ1Nqd3dJNGFGK0hVMlBwend4WjNNVEVuT3YzaHZDbm9Tc21odldnMEpoeGFIemFncEtkYmpKMXJoQ05LaW9VRytpUXIyWk11VHFNcmh0OFptbTIrb2lUYTFteWRTa3JLeU1qei8rbUxLeU11Njk5MTdUY1pWS2haZVhGNXMzYjBhbFVtRnJhNHRlcjZlNHVOaXNmME1VUFZjb0ZHaTFXdE5zcUhKdWJtNHNYYm9VUjBmSENyVzM5SG85V1ZsWjJOblo0ZUxpWXRaMytQRGhhRFFhdW5idGlwT1RVNlgzK2NNUFA1Q1hsOGZFaVJPcmpPdllzV1BzMjdlUHA1NTZxaDZQcnFJWFgzelI3UGU0YWRNbTl1M2J4NXR2dm1rNlZsNXpESXpKdWVwbXBUV0VpRUEzamlhckdlcldxdEx6ZjU3T1pONm1zL3p5WWo4S1NuUVVsT2pJTHpiK1RWTVhhc2d0MHVKYXpiTFdJOGs1UkFiS2g1eVdRQkpYUXJRd0hkeGhkektVV3JBY1BhY0VrdFFnRjYzRmpXS3R1RHBqcXpxWithVlhrbGxGMXlTNGlrbTVrdVJLelNrbXYwUUt5TGRrV2JuR0thUGVydFZmNGRYb2pDOXlkcXJLMzhxVWFuUjgrdk5oQUVaSGRTWSsyWHdkOVlQOU92SkFuMkFVVmxCWW9zWGRxVzQ3V3RYazlJVnNESUJXcDBkcHJVQnByVUNySzZOTWI4QkdxVUNoVUdCbm8wUmxYZmVsR0YyQ3ZQamY1TDhSY3ppSkx6Y2NZK25tRXdUNXV0QW4zSGpGUHFmQVdNdksyZjdHSjNuZUgzVnpyb2dmVFZJVDlmNDJubHgwZ0sydlJkWGNRUWhSWjFHaDVoZWtvcnZYYnpaUVhsNGVuM3p5Q1FjUEh1UysrKzdqdHR2TVh6ZW1UcDNLcDU5K3lnOC8vQUNBblowZGd3Y1BydGQ5VmtXbFVyRml4UXJUejJscGFiejExbHUwYnQyYWQ5NTVCemMzTjFhdFdzWDMzMzl2cWxHMWN1Vkt2dm5tR3g1NTVCR3pJdWRnVEd6ZGM4ODkvTzkvLzZ2MC9oSVNFc2pKcVg3cFdrSkNnbGtDcVNxVzFwN3k5dlptL2ZyMWZQZmRkL3p3d3crNHVibGhZMk5EWUdDZ3FjMlpNMmRNdDQ4ZVBRb1laNG5kS0tiRVZkZktFMWUvSFV1bnpHRGczdGs3S3B6ci9lNFcrbmIwWk9mcmQxYzUvcEVrTlpIeUFhZEZrTVNWRUMyTXdzcTR3K0NSZE12NkhVcVh4SlZvZk43T3RuZzcyMWI3SmlPM1NFdHFUakVYYzB1NFhLQWh1MUJEVHVIVjcxZHZhOGt1MEpCVHBKRmtWek5TWG5nOHFGWDFoWHBMdGNZMzdQWlZGQlkvbEhDSml6bEYzQjdzUTdmMlBoVVNWMVpXVmlpdHJiaVliZHhTL1ByYVZ2VVZFdUJCUWJHR0p3WjNZZmZKVkw3Y2NKeVhIKzdCM3lMYjh1blBoMW0vNXh6L20vdzMycld1K3d1dndXQXd6YVlDdUt1TFA5M2FleE56T0luSVlCOVR3ZnZrakh6QVdDdXJzaUw0U210RnBiV3ptakpqYlo2ZWpKaS9tMlU3RWhsM1YxQmpoeVNFcUtWRml4Wng0TUFCQmc4ZVhHa3g4VHZ1dUlOdnZ2a0dyVmFMVHFmRHlzcUtSWXNXM2ZDNGR1M2F4WC8vKzE4aUlpSjQ3YlhYc0xVMS9sMG9LeXN6N2Y0SE1IcjBhRnExYXNXSEgzN0l3WU1IbVRoeG9tbHBuMEtod051NzRzenpoclp6NTA2R0RoMXFjYis4dkR6YzNLNyszVWxJU0RBbDMxcTNiczNjdVhQNThNTVBVU3FWckY2OUdvQkpreWJ4NnF1dmN1ZWRkMWE3MDJKZDNON1duWjhPVmwyejZ1a0I3UmtVYnI2TDFJN1RXYnp6ODBtV1BOV1Qyd0txZjY5d0tER0hmL1FLckxhTmFCNGtjU1ZFQzlTbERvbXJyQ0pJem9YQTJtL3FJa1NqY0hWUTRlcWdJc3pmeGFKK21mbWx4cVJXZ1lhY29xdEpyUnhUd2t0ci9GNmtRVjJrTlIwcktKV2sxODEwOUp4eGUvSE9iYXBmbWxDZXNMR3JZbmxmajQ2dDhIQzJZOUx3aUdySEtVOW9CZnMxYk9aKzhPMUJETDdkbUV6NTYwb3lMdENuNnYreko4NW5zbmpUQ1o0ZVd2c1pTNWR5Q2huejBjWkt6eTJQaWF0dzdQblB0MVRTRXY0eE1KUW5oM1NwOWYwMkZkSGQvZWtXNE1xOHpXY2xjU1ZFTS9LdmYvMkx2bjM3MHI5Ly8ycmJxVlFxaTRxMjExVkNRZ0lMRnk3azZOR2pEQjgrbkUyYk5wa1ZNZGZwZE9oMHVncXpxKzY4ODA2U2s1TVpOMjRjZDk1NUo0ODg4Z2hkdXR5YzE5SU9IVHB3MzMzM1ZYcnUraGxzMTBwSlNTRW5KNGVDQXVORkd6OC9QeVpQbmd3WVo3WTVPRGpRcFVzWFB2NzRZeTVjdU1EczJiTlp2WG8xTDczMEVvOCsraWhqeDQ1dDBNY1I1dTlDM3A5Vjd5b2M3T3RFc0svNXNrdDFrYkY5NzQ2ZWhMUjJyblo4ZGFHVzhEYVd2VjhVVFpNa3JvUm9nZXlWME1rVHpseTJyTi9CTkVsY2laYXJmRFpYWFdUbWw2SXUxSnFTV3RrRnhtU1h1a2hybHZ4U0Yya3BLTkZScENtaldGTkdrY1o0dS94TmxxaGVSazRoc1lsWktLeWdaNmZLbHcyVUt5d3gvazd0cTBoYzJhaXMrZStFQWRVbWl3Qk9KaHRmS01QYjNwaWxFT3FDRW5hY1NNWGR5WllPcmF0K2dTM1JsbkVpTVl0ejZlcHFhMkpkeTg1R1NaK3c2dXU4cEdjWGN2NWlMcDR1OW5SdVUzbWRqN2EremZkTi9aUWhuWGp5cXdNY1RWSkxrWFlobWdsYlc5c2FrMVkzUzBsSkNlKzg4dzRxbFlyWnMyY1RFaEpTSWJZdFc3WVFFeFBEZSsrOVozYmMxOWNYVDA5UFZxOWV6ZXJWcTlIcnpldDAvdnJycjJ6Y3VCRzlYbytEUThQdDNqcG8wQ0NzcmEyNTY2NjdhbTU4blZPblRxRldxL25nZ3c4SURRM0Z3Y0dCbmoxN0FxRFZhdG15WlF0ZmYvMDFtWm1aL09jLy82RnIxNjUwN2RxVk5Xdlc4T1dYWDNMOCtIRmVmLzMxQnF0NzFhV05LMzd1OWl6NTh6emorMWU5aTJOZExOejZGeDE4SFFscDNYei94b21ySkhFbFJBdlZ3dy9PWGdaTE5uZktLb0lMZVJBZ3IrOUNtS2xQMHV0YWxTVzFqTGZMS0NxOTdtZU5qaEt0SHExT1Q1bmVRSm5CWVB4KzNaZE9yNi8wK05YelYyOFhhOHJNZnRhVm1ZK3RLNnU4WC9uOWxHaHZiUEg4NzdlZFFxODMwRHZVRDJlSDZwTTNCY1hHeEZWMXhkbHJTbHJwOVFiMnhCdTNNdzl2NjJsaHREVXIwZWo0OE1mOWxHaDBqQjBVWnRwU1hIRmwxeXlON3VydjgwS21jVG1mbDR1OWFSbGtUZHljN0hpb1h5ZTZ0cTk4V1VwaHNZYm52ekRPc3VvVDVzZnowYmZYK2JFMFZkSGQvWG55cXdPc081d3FpU3NobW9telo4OWFQSk1xTnpmM2hzUmlaMmZIbkRsemNIVjFSYWswZmpUdTFxMmJXWnY0K0hpc3JhMHJIQy8zeUNPUE1ITGtTS3l0emY4ZTllelprMkhEaGhFWEY4ZUdEUnRNeHcwR2c2aysxYlhmYTF1ektpcXE5blg5OHZQenNiRXgvajA5ZCs0Y3FhbXB2UEhHR3l4ZXZKakRodytiTGYyTGpZM2xvNDgrSWpJeWtuZmZmWmVBZ0FEVHVRY2ZmSkIyN2RxeFlNR0NDb1h5NjJ2SjB6MXhmM1lkSTdyNzQrNVk4NFdiaDN1MndiQjhaTFZ0TXZOSytjL3FXREwvOTBCRGhTa2FtU1N1aEdpaG5HeWdreGVjdG5CenA4TnBrcmdTNGtaeHNsUGlaTmY4Ly9RT0hyeXd3Y2ZjRzUvR3IvditBdUNScU00MXRzL0tNNzV4ZHFybDdLVEs3RDZaeXFXY0lnSjluR2xYUTAwdFN4MDRuYzVudnh3bE5hdUFQbUYrUE5TdmsrbWN0NnZ4eXZ0L2Z6cEFhSUFIR3AyZTNTZlRVQ2lzQ0d2cnlaR0VqQnJIMStySytITERNVmJ2UE1PR2R4K3NVS01xTzYrWXQ3N2RZNnB2OWN2ZWN5U2s1VEJwV0FRaGdRMmZwR3NzYmc0cXVnVzRHbmM5RzlIWTBRZ2hhbVBLbENtTkhZSVpUMDlQeG93WlEzNStmcVhuTlJvTldxMlc2T2pvS3NkNDl0bG5HVEpraU5reFgxOWZldlhxaFplWEZ6cmQxYklEc2JHeEZlcFRUWjA2MWV6bnlNaElTeDhHWldWbExGdTJEQnNiRzFRcUZSa1pHY1RHeHBxV09IN3p6VGM0T3p2VHIxOC93c1BEbVQ5L1BydDM3K2FKSjU0Z1BEd2NUMDlQb3FPajhmWDE1Y2lSSXh3NWNzU1VaTlBwZEdnMEd1NjQ0dzUrL3ZsblJvOGVqYWRudy8wdFdmZENYNkxuN1dMNzlJRU5NbDcwL0Yyc2U3NXZnNHdsbW9ibS8rNVpDRkdsN3EzaFRKWmxzNjR1RlVKS0hzaHljQ0hFelhJazRSS3pmdGdIUUhTZllNSnFXTGFYVzFqSytZdkdxKzkrbnBWdk9WNFR2VjdQajM4YWQwOTZxRjhucks3TWdxcXZmYWZTV2JJcGxyL1NjMUVwRll3WkZNYmpkNGVoVUZ3ZC81NmU3ZGg3S28yNHhDeVNMdVVCNE9WcXo3akJFYmc1MmFFck04N0VzcUppVE9yQ1VnQmUvSEliNmRtRnVEblpvdFhwVFltcnNqSTltdzRsOHRYRzQrUVhhL0gzY3VMWllkMzRZZHRwVGlSbThkem5XeGg4ZTF1ZUdub2JuaTdWNzl6WVhFU0YrakJ2ODluR0RrTUlVVXZ2dlBPT2FYWlRiYTFmdjU2OWUvZmVvSWpnaFJkZU1Fc3VXYXA5Ky9ZVnhpdWZnUlVjSEV4d2NEQUEwZEhSOU9yVnE5cXgxcTVkVzZjWXJLMnQyYjU5TytucHhrSzNTcVdTYnQyNjhkaGpqd0hHZWxidDJyVkRvVkRnNmVuSjIyKy96Ymx6NTlpMmJSdm56NThuSVNHQnZMdzhpb3VMMFdxMWxKV1ZZVEFZUDBWWVdWbGhiVzJOVXFuRXg4ZUhaNTk5dGs0eFZtVkFpRGYzZEczTnM4c084Y1c0N3ZVYWErS1NnNHpvN2svZlRqZHVOMFJ4ODBuaVNvZ1d6TWtHUXJ3ZzNzSlpWNGZTSkhFbGhMang5SG9EYTNhZFljbW1FMmgxZXJxMTl6WXJUcDZSVTRpOXJSSm5oNnZMTlBPTE5Iejgwd0cwT2ozdFdybldPZm55dzdiVHhDZGZ4czNKbHI5Rk5OeU9RKzE4WFNncTFYRi83dzZNNnQ4WlgzZkhDbTJjSFd6NDVKbUJHQXdHOUhvRFZsYVlsaEhxOVFiMm5qSis2UEJ5Tlg5czU5UFZYTW94YnBHZW5sMUkvOXZhOEh6MDdUallxY2dyTE9YM0k4bXMyMzJXOUd4am04Z09Qa3gvOUU3Y25PeTRNOFNQTFVlVFdMUXhscGpEU2V3NGtjb2pBem96c245bmJGVE5hMGZCNjBVRUdwY0lTcDBySVpxMjU1NTdqdWVlZTY1T2ZjdnJNTldHcTZzck1URXhGbzNmbzBjUFMwT3FWbFUxb0xwMDZWSmpBZmRCZ3dhWmJqczVPVm4wV0w3KyttdkFlSEhHeXNySzdLTE13dzgvYkZvMldLNURodzUwNk5DaDF1UGZTTk9HaGZEK0wvSDBuN21WZFMvMHhjUEpzaG5WbVhtbFJNL2Z4WWp1L3J4OFQ4MHp0MFh6SW9rcklWcTQ3bjV3K2pMb0xaaDJkYWtRMHZMQnIvcU5Pb1FRb2s3MGV1UFN1QlZiNGtsSVV3TndaMGhyM3ZoSEwyeXZLYmErL1BjNE5oOUt3bHBoaGIydEVxVzFBblZCcWVuOCtEcnVoRmRRck9IYkxTY0JtRHFpdTlsOTFwZVB1eVBmdkhKdnJkdFBuTGNaS3lzclZOWUtGQW9yTXRSRnFBdEtVVmpCSFozTkM5VEhYOGpHWUREVzlacjZZQS91Nk55S3JjY3VzRGMralVObkwxRjI1WVhleDgyQkp3YUg4L2Z1NWp2dDNSM1JsajVoL256N3gwbCsybkdHWlRGeGJEeDRuaG1QOTZHamYrV0YyNXNEVStJcVdSSlhRZ2dCVnkrR1hLdWhDcXJmU0s4TkQ2VnZKeStDWC9tTmowWjM1ZWtCN1d2dWhMRVErMzlXeDdMdStiNHkwNnFGa3NTVkVDMmNnd3BDdlNBdTA3SitlMVBnd2RBYkU1TVE0dFoyN0s5TTNsbXh4NVNFZVhwb1Z4N29FMXloWGJDZk8zL0dwcURSbHBtS3NWdFpHWStQSFJSR3I5RHFkOVNyaXBPOURlT0hkQ0V6dDVnKzRmNzFlaXoxWVdWbGhZdURMU2NTcjA2TFZTa1ZkR2p0eXRoQjRiUnZiWjZFdWFkbk94SXY1WEovcjJEYWVEdWoxWld4WWQ4NXpxVWJsMDJHQm5weWY2OE9ET3dXZ0xWMXhROHRZTnlKOE9sN3VqTDQ5cmJNLy9rSXlSbDV0UGFvT0N1c09TbFBWaVZtRlRaeUpFSUlJZXFyZjJkdnNqK1A1dW5GQi9sK1R6THVqamJjSHVST1pGczNJZ09ORjFtT0pPZHdKRW5Ob2NRY2NvdTB0UGR4bEVMc0xaeVZvWHpocWhDaXhTclN3bmV4bHMyNkFoamNBZHJKeFdzaHhIVUdEeDVNekFmVjcraFRrM1c3ejNJNXI1aVJkM1hHeGJIbUhSdjFldjJWV2s2S1NxOGsxMFZabWI3S0JNL05wdGNiS05QclVWb3JMS3EzbFhhNWdCMnhLVVIxQzZoMFdXSk5MbVlYMHFvQkVsZURwNjJ5ZUdsT1E0cDRmVE51RGpac20xNzczYmFFRUVJMGJhZlM4amlSbXNmaFJHT2k2a2h5RGdDUmdjWkVWdmNnZDhMOVhRanhreG9uTFozTXVCTGlGdUNnZ2pCdk9GSHpSbFZtOXFkQWtCdVZsQWNXUW9qNmllN1QwYUwyQ29VQ1c1dUdUVEkxbGFRVmdFSmhoVUpoZWEwcFAwOG5Sa2VGMVBsK0d5SnAxUlFFZVRseTdJSzZzY01RUWdqUmdFTDhqRW1waDN1MmFleFFSQ05yT3UvWWhCQTNWRVFyc0xZd0E1VmJDdkVXTGpFVVFnZ2hicmFJdG00a1poVTFkaGhDQ0NHRXVBRWtjU1hFTGNKQkJXRStsdmM3bEFZNmZjUEhJNFFRUWpTVUlDL2p6TEdqU1RMclNnZ2hoR2hwSkhFbHhDMGtzZzZ6cm9wMWNPelNqWWxIQ0NHRWFBamxpU3Qxa2JhUkl4RkNDQ0ZFUTVQRWxSQzNFRHNsZEtuRHJLdGpGNDBKTENHRUVLSXBpZ3IxQm1EYktRdUxPUW9oaEJDaXlaUEVsUkMzbUc2dFFHbmhNMStuTnk0WkZFSUlJWm9xVjN1VnpMZ1NRZ2doV2lCSlhBbHhpNm5yckt2NFRNalhOSHc4UWdnaFJFT0lDSFNUR2xkQ0NDRkVDeVNKS3lGdVFSRjFtSFZsQVBaZXVDSGhDQ0dFRVBVVzBkYU5ZeGNrY1NXRUVFSzBOSks0RXVJV1pHTU5rYTB0NzNkZURSY0xHajRlSVlRUW9yN2NISXhMQldXNW9CQkNDTkd5U09KS2lGdFVWMTl3VUZuZTc4OGs0K3dySVlRUW9pbUpDakd1ZzVmbGdrSUlJVVRMSW9rcklXNVIxbFp3aDcvbC9kUWxFQ2ViTmdraGhHaGlncndkQUVqTUttemtTSVFRUWdqUmtDUnhKY1F0cktNbnVOdFozdTlBS3BUb0dqNGVJVVR6MEMya2ZXT0hJSnFZcHZCL0lzakxFWkRFbFJCQ0NOSFNTT0pLaUZ1WUZkQTMwUEorV2ozc1RXbndjSVFRelVSK2NTbm4wbVU1bGpCS1NNMmhvTFJwWE0zb0Z1REt0dmpNeGc1RENDR0VFQTFJRWxkQzNPTDhuQ0hBeGZKK1p5NURabEhEeHlPRWFQbzZkQWptWEpva3JvUlJRcHFhNE9DT2pSMEdJRHNMQ2lHRUVDMlJKSzZFRVBTcHc2d3JnTzJKRFJ1SEVLSjVHRGhvQ0llVFpJdFJZWFFvcVlDQmZ4dmMyR0VBeGdMdDZpS3RMQmNVUWdnaFdoQkpYQWtoY0xXRmNHL0wrMlVYZzZ6SUVPTFcwN05uVCt3OEExbTcrNi9HRGtVMHNwOTJuTVdsVlh1NmQrL2UyS0VBRUJIb0Jzak9na0lJSVVSTElva3JJUVFBZDdRQk82WGwvZmFsZ3FhczRlTVJRalJ0VTE1OG1kTlpCdGJ1T3R2WW9ZaEdzbXJIYWM3bEtubnVoYW1OSFlwSlJOc3JpYXRrU1Z3SklZUVFMWVdWd1dBd05IWVFRb2ltNGV4bDJGcUg1WCtoM25CWEhaY2JDaUdhdDNtZi9KZml6RVFpMnJvUTdPZEdzTDk3WTRja2JxQ0UxQndTMHRRY09xL0dwWFV3ejAxNXFiRkRxaUJxMWpZQXRrMlBhdVJJaEJCQ0NORVFKSEVsaERDei9qUmNyRVBwbXVnUThIRnMrSGlFRUUzZmdRTUgyTDcxZHhMT25zWEozb2FDQ3VLbkFBQWdBRWxFUVZSajhlY2FPeVJ4QTBTRWRpQy9XRU53eDQ0TS9OdmZtOHp5d090TldYR1VlWnZQWWxnK3NyRkRFVUlJSVVRRGtNU1ZFTUtNdWdSV3hZR2xMd3d1dGpBcUhCUldOeVFzSVlRUW9sYldIVXBseFB6ZGJKMFdSVlJvSFFvNENpR0VFS0pKa1JwWFFnZ3piblp3bTYvbC9mSktqZld1aEJCQ2lNWVUzZDBmZ0hXSDVZK1NFRUlJMFJKSTRrb0lVVUVQUDNCUVdkNHY5aEpreUE3a1FnZ2hHdG1BenQ1c1B5WGIzZ29oaEJBdGdTU3VoQkFWS0JYUUo2QnVmYmVjQjUyK1llTVJRZ2doTEJIZDNaK2p5V29TcytScWloQkNDTkhjU2VKS0NGR3A5dTdnNTJ4NXY3eFMyQytyTTRRUVFqU2lxQkJqYmF0MWg5SWFPUkloaEJCQzFKY2tyb1FRVmVyZkZxenJVR3o5UkViZGRpWVVRZ2doR2tKRVd6ZTZCYml5ZkdkaVk0Y2loQkJDaUhwU05uWUFRb2lteThVV2V2ckQzaFRMKzI0NWI5eGxVQ25wY1NHRUVJMWd5cEJPUFBuVkFZNG1xWWxvNjliWTRRZ2hSSk4wSWlXWHVOUThqaVRsY0RSWnpkRmtOUUFSZ1c1RUJMcHhlMXQzd3Z4ZDZOTEd0WkVqRmJjeUs0UEJZT211OTBLSVc4emFlTWdzc3J4ZnVEZjBEV3o0ZUlRUVFvaWFxSXUwQkwyNGdlanVmaXliY0Vkamh5T0VFRTNPdUVYN1Njc3B3ZDFSUldSYmQxT3lDakFsc1E0bjVaQmJwTVhmM1o0bFQvZHM1SWpGclVvU1YwS0lHdVdWd285eG9LL0RxOFg5bmFHVlU4UEhKSVFRUXRSazNLTDlMTitaeFBuWjl4TGs1ZGpZNFFnaFJKT3c1V1FHMGZOMk1mL3hTTWJkRlZTclBrditQTTlMM3g5ajNRdDlHWENsanFBUU40c2tyb1FRdFhMc0V1eXJ3NUpCSnhzWUdRNHFXVElvaEJEaUppdWZkUlhaMW8ydHIwVTFkamhWdXJqcVJ3cmk0Z2grNiszR0RrVUkwY0s5dC80a1cwNW1zTzZGdnJqWXF5enFtMU9vSVhyZUx1N3AycHBwdzBKdVVJUkNWQ1FmSllVUXRkTFZGN3dkTE85WG9LbGJqU3doaEJDaXZ0d2NWQ3liMEpOdHB6S1p1K2xzWTRkVHBaS1VDK1Nmakx1cDkzbjU4bVV1WDc1YzVmbmMzRnhTVTFOcEt0ZTRDd3NMVWF2VkRUNXVlbm82Wjg4MjNmOGJMYzJxVmF0WXRXcFZZNGRScGViMnZMRFVlK3RQa3E0dVljdTBLSXVUVmdEdWpqWnNuejZRcEt4QzN2OGwvZ1pFS0VUbHBEaTdFS0pXcklDL3RhL2Jrc0g0VEdqdkR2N09OeVEwSVlRUW9rclIzZjBaME5tYnQ5ZkZNZTZ1SU53Y0xQK3cxbERVZTNiajFydFBoZU4yYlFKdzcxMTVuNEs0T0p6Q3d4czBqdHpjWE1hT0hjdDk5OTNIcEVtVEttM3o2cXV2b2xRcStkLy8vbGZsT0ttcHFYejk5ZGU4OE1JTE9EZ1lyMjVwTkJyT25UdFhxemlzcmEzcDFLbFRqZTNVYWpWUFB2a2tvYUdoekpvMXE4YjJCb09CMmJObjQrVGt4TVNKRTFFb3FyNVcvOTEzMzdGMzc5NG1uVXhwU2M2ZlAyKzZYVlpXUm1abXB0bDVSMGZqa3Q3Q3dzSksrM3Q2ZXFKU1ZmOGNqbzJOWmNhTUdYVHMySkVQUC95dzFyRTF0K2VGcGJhY3pEQitUYXYvN05NdnhuV24vOHl0OU8za1JmL09zbXhRM0hpU3VCSkMxSnFMTGZUd2cvMnBsdmZkOHBkeHlhQ2R2T29JSVlTNHlaWk43RW5FNnpFOHVXZy9hMS9vMjJoeHhFNTRDdThoUXdtWlBjZnNlS3VSb3lwdG43SjRFUW52dkUyUDN6WTFhUEpxN2RxMWFEUWFRa0pDaUk4M256WGg0ZUZCUmtZRzU4NmRZL1RvMFJYT0E3UnAwd1puWjJjU0VoTFlzbVVMR1JrWnZQLysrOWpaMlhIeDRrV2VmLzc1V3NYaDdPek1talZyYW16bjV1Wkc3OTY5aVltSllmZnUzZlRwVXpINWR6MHZMeTlXckZqQlgzLzl4UnR2dklHenMxdzlhMm95TXpNWk0yYU0yYkg3Nzc4ZmUzdDdWcTVjV1dtZkJRc1cwS0ZEaHlySFBIMzZOUC81ejM5d2QzZm44T0hEZlBiWloweWFOQWtySzZzYTQybHV6d3RMUmMvYlJjcmNZUTAyM3JvWCtoTDh5bTlrZng3ZFlHTUtVUldwY1NXRXNJZ0JXSE1TTGhkYjN0ZlBHWVkxL0FVa0lZUVFva1p6TjUxbDZuZEhHZGN2aUtVVEdtZG5ySUs0T0dJbmpDZHk1VS9ZQlFSUWN1RUNXVEdiS0lnekxoTjBDZy9IYS9BUTdBSUMwT1htc3JOck9DRWZmMUpsWXFzdU1qSXllUExKSjlGb05KV2VIekZpQkFrSkNjVEd4bFk1eGh0dnZFSC8vdjBCV0xkdUhaOTk5aG1Sa1pITW5Ea1RnT1RrNUJyaitQSEhIemx3NEVDdFA2Qm5aR1F3ZWZKa3hvNGR5L0RodzJ2Vlo5T21UWHp5eVNjRUJBU3dZTUVDbE1xS1Y4OW16NTR0TTY1dW9vOCsrZ2lBVjE1NWhZc1hMekptekJpV0xsMktwNmNuczJmUHh0WFZsYWVmZnByaVl1TWJ6YjE3OTdKdzRVS1dMRmtDZ0t1cks5YlcxcFdPdlgzN2RqNysrR09DZzRPWk5Xc1dmLzc1SjU5ODhnbDkrL2JscFpkZU1zM21xa3h6ZlY3VTFyaEYrNGtLOGFsVklYWmRtWUgrczdieTl5Nit2RFdpK29UNVY5di9ZbTlDTmw4OTFhT2hRaFdpVWpMM1FRaGhFU3ZnN3Zid1U1d3hpV1dKdEh3NGxBN2RXOStJeUlRUVFvaXFUUm5TRVRjSEZVOStkWUNqeVdxMnZoWjEwNWNOT29XSDAzdjNQblM1dVNTOC9SWXBTNzdDTVRRTTU3QXdBTkovL0pHRXQ5K2l6ZmluQ1o3eEZsRkpEVnNrVXEvWDgrR0hIK0xnNE1EaXhZdTVkT2tTdTNmdjVoLy8rSWVwemRhdFcxbTdkaTJ2dlBJS3Q5MTJHM1BtekdIVXFGRUVCd2ViMnBRdmZ3S0lqbzdtd29VTGJOdTJqWlNVRk5xMWExZnRqSmh5cnE2dVpqK1BHVE9teGhwV1pXVmxMRnk0a0lVTEYxYlpadno0OFl3WU1RS0FJVU9HNE9ycWlsNnZSNmxVOHRGSEg3Rmp4dzZ6OWhxTkJyMWVYMmt5YlA3OCtiUnIxNjdHeHlKcWxwU1VoRTZuSXo4L0g0Qno1ODVSVmxZR2dLMnRMZmIyOXFhRWxFNm40NGtubm1ENTh1WFkyOXVqVUNqdzhQQ29jbXlOUnNPeVpjdFl0V29WL2Z2M1orTEVpVmhaV1puKy9ULzQ0QU9lZWVZWnBrMmJScGN1WFNyMGI4clBpNFp3SWtWTmFrNXhyWkpXSmRveXhuNjVuejBKbC9sN0Y5OGEyejg5b0QzZjc3M0FxYlE4UXZ4Y0dpSmNJU29saVNzaGhNWGM3WXhMQmcra1dkNzNVQnEwZGpMT3ZoSkNDQ0Z1cHZJUGJrOStkWUNCNzI5cmxPUVZHSmNNRnB5TUkrS0hIeXZVdkZMdjJYMzEvTXFHblFYMHhSZGZjUHo0Y1Y1Ly9YVmF0V3JGeVpNbldiTm1EZjcrL3R4Ly8vMmtwS1N3Wk1rU3dzUERHVHg0TURxZERyMWV6Nnhacy9qMDAwL3g4L09yZE54Smt5WXhldlJvZkh4ODZoemIvZmZmYjVwbFV5NG1Kb2FDZ2dKVElxbzJ5bXNEYVRRYWJHeHM2TldybCtuYzNYZmZYYUYyMEpZdFcwaE1UR1Q4K1BFVnhxb3VXU0lzTTMzNmRMS3lzdERyOVFEczM3K2ZoeDU2Q0lDRWhBU3lzckxJeTh2RHljbUozTnhjU2twS2NIRnhRYWZUVlRwVHJ0eWhRNGVZUDM4K0dSa1pUSnc0a1ljZWVvaC8vdk9mdEduVGhqZmVlSU5ldlhyeHhSZGY4TzY3N3pKMTZsVDY5Ky9QK1BIajhmZjNONDNSbEo4WERTRXVOUjhQUjVzYTIrMDZtOFhrNVlkSnpDcENVZlBLU2hOM0J4VW5VaVZ4Slc0c1NWd0pJZW9rb2pYOGxWTzNKWU14NTJCVUY3Q1hWeUFoaEJBMzJiaTdnZ2p5Y2lSNjNpNGkzOWpNdUx2YThjTGZPOTYwQkZiaW5Oa1VuSXdqY3VWUGxkYXRjdXZkaDhpVlAzRms5TU9rTEY1RW02Y21OTWo5WHI1OG1ULysrSVBvNkdnR0RCZ0FHQk01OGZIeGJOMjZsV0hEaG1GbFpVV3JWcTE0K2VXWEFWQXFsY3lZTVlNNWMrWlV1VHdMak1XazYvdmhmT1RJa1JXT0hUNThHQnNiRzhhT0hXdlJXR3ZXckdIOSt2Vzg4Y1liWnJOY2V2VG9RWThlNWt1YXpwMDdSM3A2T3RIUlVxZm5SbHF4WWdWNnZaNkhIbnFJM3IxN201WUtybHExaXBreloySmxaWVZHbzhIUHp3KzFXbzJqb3lOS3BaS1NraEpzYlcwcmpIZml4QWxXckZqQndZTUhDUWtKNGUyMzN5WW95SmlZSGpkdUhETm16T0RiYjc5bHpKZ3h0RzdkbWs4Ly9aVFZxMWZ6elRmZnNIUG5UbnIxNnNXUUlVUG8yTEZqazM1ZU5JUWpTVGxFdG5XdnNWMzAzRjEwRDNKbjlmTjlDSDl0VTYzSHZ6M0luY09KT1R6Y3MwMTl3aFNpV3ZLeFVRaFJKMWJBb0E2dytpVG85SmIxTFMyRHpRa3d2RE1XWGRFUlFnZ2hHa0pVcURmYlhvdGl5b3FqdkxVMmpybWJ6akN1WHhBdkRPbElrRmZWZFhEcVFwZWJTMEg4U1p4Q3cxQzZ1cEsrNmtjQ25ucTYybUxyVHVIaEJEejFOQ2xMRmpkWTRzclQwNU41OCtiaDVPUkVlbm82SlNVbEZCY1gwN05uVDI2NzdUYTJidDFLU1VrSkF3Y09aT1BHamVUbDVabDlUWjQ4bVljZWVvaEhIMzBVZ0pVclYzTHExQ25UK0dQSGptM3daWFVsSlNYWTI5dGIzQzgwTkpUdnZ2dU81NTkvbm4vLys5OUVSZFYvRnpWUmZ5ZFBucVNnb0tEQzhhVkxsK0x0N2MzNzc3OFBHSGYzYzNOekE0eTdDMTVmbStyNzc3OW55WklsdUxtNThmenp6M1BmZmZlWjdSelpwMDhmb3FPajJidDNMNDg4OGdncWxRcHJhMnRHalJwRlZGUVUzM3p6RFRFeE1TUW5KN053NGNKbTk3eXcxTkZrTlZQK1huT1IyVCttUmRFMXdQS2xpcEZ0M1ppL09hRXVvUWxSYTVLNEVrTFVtYXN0OUEyRTdZbVc5NzFVQ0FkUzRVNjVPQ09FRUtJUlJMUjFZOXYwS0JLekNvM0pxODFubWJ2NUxGRWgzZ1I1T1JMazdVaEVvQnR1RGlxNlhmbGVGMGRHajZRdy9pUzIvdjcwM0xpWjB0UlUzSHIxcnJHZlc2L2VKTTZkZ3k0MzF6U0dZMmdZUGY5dmM1M2lBQWdJQ0dEbXpKbHMyN2F0d2ptRlFvRmVyNmRObXpZNE9qcWF2c3AzU25OMGRDUWtKTVRVdnFTa2hNTENRZ29MQ3psejVnekRodzgzZlVEZnNHRURDeFlzcURZV3JWWnJWaE9vTWdVRkJWaFpXZkhERHo5VTI4N0d4b1lISDN6UTlITm9hQ2p6NTgvbjFWZGZaZWJNbVhoNGVOQzFhOWRxeHhBMzN2Nzkrd0U0ZGVvVXExYXQ0cTY3N3FxMFhXNXVycW5XVTNaMnRpbUpWVzdvMEtIb2REb2VmdmhoaW9xS1dMZHVYWVV4UEQwOTZkKy9QNy84OG92Wjhlam9hRjU2NlNVZWYveHhpb3FLVUtsVXplNTVZYW1qeVdvaUF0MXFiRmVYcEJWQVpLQTdSNUp6NnRSWGlOcVN4SlVRb2w0NmUwSktMcHlydzkrclk1ZkF6d1VDWkVtOEVFS0lSaExrNWNpeUNYY3c5N0ZJNW00Nnc3YjRUTGJHWjVDMHM4aXMzWngvUkRCbFNFZUx4NzgyMFZTK2U2QWxkSGw1M0xab01TVXBGN0JyRTJCeC8rdE5tRENCMGFOSFkyOXZqNTJkSFhaMmR0amIyN04rL1hxKytPSUxsaTVkV3F0eG5uamlDUURpNCtONS92bm56YzVwdFZwS1Nrb1lOMjRjTmphVjE5Ylp2WHMzU1VsSjFkNUhmbjQrSlNVbHJGaXhvc28ycGFXbGVIaDRtQ1d1QVB6OC9KZzNieDRiTm15Z2E5ZXVKQ1Fra0paV3NUam5wVXVYMEdxMS9Qbm5uNVdPMzd0M2IxU3F1aVV0VisxUFlkUm5lK3JVdDZrTDkzZmh4S3doRnZYWnQyOGY3ZHExdzliV2xxKy8vaG9ySytPMCs4cHFYSjAvZjU1bm5ubUdqSXdNREFZRHp6enpEQUQvK3RlL3VPMjIyeGd6Wmd4ZzNLbnZ4eDkvclBHKzgvTHkwR3ExREI4K0hJVkNnYSt2ZWVIeDV2UzhFT0pXSklrcklVUzlEUWd5enFBcXFId0g0V3I5OFJjOEZBYk9OZGVNRkVJSUlXNFlOd2VWY2V2M2ErcUFKMllWa3BoWlJHSldJZEhkL2F2dVhFdmx5d05MVW1yZUxiQzhqVjFBZ05uMytpcGZkbFZjWEV4R1JnYkZ4Y1VVRlJWeDVzd1pEQVlEYTlldXBhaW9pTUxDUXRPNTh0dVBQdnBvaFJwUjFYbmdnUWR3Y25LcTlGeFlXQmlwcWFsVjlpMHNMS1NvcUlnUkkwWXdhZEtrS3R0Tm1qUUpqYWJ5TnlBZUhoNm1CTWV2di83S2hnMGJxaHpuM1hmZnJmVDRUei85Vk9lZDN2cDA5T1NkQjhNcDAxdTZEM1BUMTZtVlpidnNuRHAxaXV6c2JIcjI3QW5BaUJFaktDa3BBYWhRNDZwYnQyNm1KYUlMRnk2a1g3OStoRjNaZWRQYjI5dHMzTTZkTzljNEl5OGpJNE9ubm5xS3dZTUhWNW1FYkM3UGk3cUlDSFRqYUxLYW9XNnRHblRjY2tlU2M0Z01yTG1HbGhEMUlZa3JJVVM5S1JVd0pCald4b09sNzgwMFpiQXBBUjRNbFhwWFFnZ2htcFlnTDhjck5hKzhhMnhiVzYwZWVwaUxQNjJpMWNoUjFiWkxYL1VqclI1NnVNSHV0OXdycjd6Q21UTm5LaHhYS0JRWURBWisvdmxuSEJ3Y1RGLzI5dmI0K1BoZ2IyK1BpMHZEVFpFT0R3OG52Sm82WDJmUG5nV015eHVyVTFoWWlMdDc1UithaTRxSzJMTm5ELzM3OTJmeTVNbW1XVHNBT3AyT1NaTW1VVkJRd0lJRkM2cDhiSFdwc1ZYTzM5MmVOeDRJcTNQL2xtVDkrdlgwN2R2WGxHUzgrKzY3dVhqeEluQzF4dFdXTFZ1d3RiVWxMQ3lNc0xBd3pwdzVnMWFyNWVHSEg2NndHMlIxZHUvZVRmZnUzVTFGM2VmUG40K2pveU1USjA2c3NrOXplVjdVaFNseDFmVUdKYTZTMUVTMnJYa3BvaEQxSVlrcklVU0Q4TFNIM20xZzF3WEwrMllYdzU0THhucFpRZ2doUkVzV05QVWxEdHp6ZDA2OU5KV1EyWE1xYlhQcXhTa1VuSXdqdElyejlmSGlpeStpMFdpd3Q3YzMreUJldmlScTJiSmxEWDZmZFZGZUQ2bExseTdWdGlzb0tDQXdzUEkzRVB2MzcrZUREejVBcjlkWG1HM3p6VGZmY1BIaVJWNSsrZVVLeThaRXd5b29LR0RidG0xODlORkgvUGJiYjVXMlNVNU9KdVAvMmJ2djZLaXF2WTNqMzB4NmI5UUVRa2tJb1JjQkVSQVU1YXFJQ2hiRWdtSUJyaFVSTENCV0ZFUkZFQlVSN0Y0TG9xSWc2QXNLSWlDOVNPOGw5SkNRM21ZeU0rOGZ4d3daVWtrbUpNRHpXZXVzekp5eXo4NlFDY3pEM3IrZGtNQ0FBUU1jKzVZdFd3WVlvOTVHang1ZDRqMnlzckl3bVV5a3BLUXdmdng0WW1KaUdEdDJMT3ZXcldQVnFsVzgrT0tMK1B2N2s1Q1FRRkJRRUQ0K1BrN1hueS92aS9KbzN5Q1U3OWVXUHNxenZOWWRTT2JPenZwSHZGUXVCVmNpNGpJdGFrRjhHaHhLUGZ0cnQ1NkVPb0VRclpIR0lpSnlBZk9wWDU5Mk03OW53KzIza3JKeUJRMkhqOENubnJGU1NjN2h3eHlZTkJGTGFpcnRabjd2c3VtQkJVVkhSenNlMisxMnNyS3lTRXBLSWlVbEJidmR6dHExYXgzRnBmT242eFg4bXBtWnlWMTMzVVdiTm0wcTNKZC8vdm1IMWF0WGMrdXR0enFObXNySnlXSGh3b1ZFUmthV3VDS2IzVzRuSXlPajJCRXZ5NVl0dzkzZG5jc3VjeTZHZitUSUViNzU1aHZhdFd2SE5kY1lkWnJpNCtNWk4yNGNUejc1NUZtTjdwSFMrZnI2MHJ4NWMxcTJiRmxzY0pXV2xzYkhIMzlNOCtiTmFkMjZOUmtaR2Z6eXl5K1lUQ1p5YzNNTG5aK2RuYzJUVHo3SkF3ODhRSWNPSFhqa2tVZUlqWTFsMUtoUmpCczNqdEdqUnpOeTVFZ21USmpBdEduVGlJNk94bUt4TUd6WU1PTGk0bmpoaFJjY05iYmcvSGhmbEZmenlDRFMvckpVdUozaXBHUmFhRkZQQld1bGNpbTRFaEdYdXFvUnpOb0ttZVg0KzNISkFhanBCMEhlcnUrWGlJaElkUkhRb2dVZGYxM0FnVWtUMmYvMlcrVCtXOVBHT3pLUzBNNlhFZlBpeTNpVXM2NVNTVWFPSEVseWNqSlpXVm1PN1V5alJvM0N6YzNOTWVMRTM5L2Y4ZFhiMjV1NmRlczZwbUFWeFdhemxiay8rL2Z2NTd2dnZ1UEtLNjkwK29BK2E5WXNVbEpTdVBQT08wdThQaU1qQTV2TlZtUU5Lb3ZGd3VyVnEybmZ2bjJoZWtKVHBrekIwOU9USjU5ODByRXZQRHljMU5SVXhvMGJ4N1JwMHdxTnlKSHljM2QzWjh5WU1TV2VrNWlZaUtlbkp6Tm16T0RkZDkvbDY2Ky94bVF5Y2NVVlZ6aHFZZTNZc1FPQXVMZzRWcXhZd1o0OWU0b3NjdDZxVlN2R2poM0w2TkdqbVRwMUtxTkdqV0xWcWxYazVlVXhlUEJneG84ZnorZWZmODZnUVlPQTgrZDlVVjR0NndVVEVlckxKMy90NS83dXhRZkI1VEY5OFQ2aWEvc1RWMWZCbFZRdUJWY2k0bEplN3RBckduN2VBV2RiaWpUUEJ2TjNRNzltNE8xZUtkMFRFUkdwRm56cTF5ZnU3Y25uOUo1dDJyVEJZckU0ZmVqTzMxYXVYTW1zV2JPWVBYczJ2cjYrVHFOUjhvMGFOWXFvcUNqaTR1S0tiSC9UcGszTW5UdTN6RFY2amh3NWdwdWJHL1grSFhFR3htcHNYMzMxRlhYcTFLRlBuejRsWHArUWtBQkFTRWpoK2pwcjFxd2hPenViN3QyN08rMy80WWNmV0w5K1BXUEdqS0ZPbmRNMWYvejkvUmsrZkRqUFBmY2NVNmRPZFFxMXBPS0srak5LUzBzRGpNTDQyN2R2cDBlUEhpeGZ2cHdmZnZpQkgzNzRnZEdqUjdOcDB5WkhjTFYxNjFZV0xsekl0R25UV0xKa0NlSGg0Y1ZPSlczYnRpM2p4bzJqU1JOakpkQVZLMWF3ZlBseVpzMmF4YzZkTy9ucXE2OW8xS2dSUFhyME9DL2VGeFgxeVlNZENYM29KL3BkRWttb2Yra3JJdVY4ZkV1cDU1eE15K1c1SHpaejhyMmJYTkZGa1JJcHVCSVJsNnZsRHgwallYVTVGa1ZKeTRWZmQ4T05UVldzWFVSRUxtdzdubnlDbkROV0VQT3BWNi9ZMmxjVmxiL0NYbEVPSFRxRXpXYkQzZDI5eUEvbmRydWR2WHYzRnZvd25SOHFmUC85OTZ4ZHU1YTJiZHZpNFdGOHhFaE5UUzEyOVRTNzNjN216WnVwWDcrK1kzVFR3WU1IZWY3NTU3SGI3VHp6ekRQRnJnQ1hiK1hLbFFBMGFOQ2cwTEZGaXhaaE1wbm8wcVVMWUl4NG1UMTdOaDkrK0NHOWUvZW1XN2R1cEthbWtwNmU3clJGUkVUdzY2Ky8wcTFiTnpwMTZsVGkvYVZpbGk1ZENzREpreWNaUDM0OEhUcDBZTzNhdGJ6NjZxdjA3OStmSGoxNnNHblRKc2Y1S1NrcGhJU0VrSkNRd01xVksrbmZ2ejhta3drQVQwL1BRbE1LMjdadDYzaThjK2RPbWpWckJzRGd3WVBadW5Vcmt5Wk5va09IRHRYK2ZlRXFQdzNyU3Q5M2xyTms5SlV1YWEvdmxPWDg5SGhYbDdRbFVob0ZWeUpTS2RyV2dXUHBjQ2p0N0s5TnlJUS9EMEJQMTQ1bUZoRVJxVllDV3JRb1ZNZkt3NFVybEoyTi9Cby9iNy85TmwyNmRISDZrRzYzMjFtelpnM0p5Y21GYXZoczJMQUJnSFhyMW5IMzNYZHoxMTEzc1hYclZzQVlTZE81YzJkSHVKQXZMeStQTFZ1MnNIZnZYa2Rvc0hidFdsNTc3VFV5TWpJWU9YS2swMGlhL0NBck9EaVkwTkJRZkgxOU9YbnlKSC84OFFkaFlXRzBhdFhLcWYzczdHeFdyRmhCcTFhdEhQV3ZVbEpTbURGakJuYTduVC8rK0tQSVdrc21rNG1nb0NDOHZiMTUrKzIzK2ZqamovSDM5eS9YNnltbHUvYmFhemw0OENCUFBmVVVnWUdCYk5pd2dYSGp4dEc3ZDI4ZWVPQUJBUHo4L05pNWN5ZC8vdmtuUzVZczRmTExMMmZ1M0xuWTdYWjY5Kzd0YUt0aHc0WXNXN2FNNzcvL252RHdjS2Y3Yk4rK25UMTc5dEN2WHo4QVBEdzhHRE5tREttcHFhWCsrVmIxKzhLVmVzVFY1THJXZFhub3MzVjhNT2lTQ3JVMTVKTzE5THNra3E2eE5WelVPNUdTS2JnU2tVcHpkVFQ4dUExU0M5ZlVMTldlVXhEb1pZemNFaEVSdVJEVmUyQXdLU3YraGdJZmhrTTZYMWJDRlpVbk5qYVdCeDk4a05telo3Tm8wYUpDeHdNQ0F1alhyeDlkdXpxUHNMRFpiTlNxVll2bm5udU81czJiQTlDNmRXdHV2LzEyZnYvOWQzNzQ0WWRDYmJtNXVSRVNFc0x0dDkvT1hYZmRSVkpTRWkrLy9ESldxNVhSbzBkejVaVlhGam8vT3p1YmYvNzV4MUVyeU0zTmpjYU5HL1BFRTAvZzUrZm5kUDY2ZGVzd204Mk8wVllBWVdGaERCdzRrQk1uVGhBV0ZrWklTQWlob2FHRWhvWVNFaEpDU0VnSWdZR0J1TG01OGR0dnZ6Rng0a1JtelpybHFJTWtyaGNaR2NrcnI3d0NHRFd1Sms2Y3lOQ2hReDBGOHdGNjl1ekp3b1VMZWUyMTE2aFpzeVo5K3ZRaElDQ0FtSmdZNnRhdDZ6anYvdnZ2SnlrcGlVOCsrUVNMeGJuUWFtQmdJRGZmZkROWFgzMjFZMStkT25XY3Bvb1dweXJmRjVYaDJUNXhqSis3bmU2dkxlYW5ZVjBKQ3loOTJtQkJKOU55NlR0bE9mMHVpV1RrZFUwcnBZOGlSWEd6Misxblc0WkdSS1RNMG5MaHgrMWd0cGJ2K2g0Tm9XbDQ2ZWVKaUlpY2IvSlNVMW5SdFRQVzlIUUEzQU1EdVd6NXlrb3B6RjVaTEJZTE9UazVCQVlHVnFpZGRldldFUllXVnVJcWdtQk13YkpZTFBqNCtKUTRsWEQvL3YyRWhZVVZXYmk5TkhhN25ULy8vSk1lUFhvVUdoVWpsY2R1dHhjNUhlOTg1S3IzUldYNWErZEorcjZ6bkRkdWI4MkRQUnFYNlpycGkvZngzQStiK2VueHJocHBKZWVjZ2lzUnFYUkgwbUhlcnZKZDZ3WmMxd1MweXE2SWlJaUlpT3M4K1BGYTlwL01JTlRmaS9ZTlEyblhJSVIyVWNaS2hodmlrOWx3TUlWMUI1Skp6YkxRdUpZLzArL3JVTVU5bG91Vmdpc1JPU2MySjhDS1ErVzcxc01FTnplREVLMU1MU0lpSWlMaU1qdU9wckhsU0JyckR4aEIxWWI0WkFEYVJSbEIxaVVOUTJrUkdVUmNoUDRYV2FxT2dpc1JPV2YrMkFkN2s4dDNyYjhuOUdzR2ZpVXZNQ1FpSWlJaUlpSVhFRTNhRnBGejVvcEdFTzVidm1zekxUQi9OK1RaWE5zbkVSRVJFUkVScWI0VVhJbklPZVB1WnRTcjhpbm5lcWFuc3VILzlvS0dpWXFJaUlpSWlGd2NGRnlKeURubDV3blh4b0Nwbkl2R0hFbUR2dzY0dGs4aUlpSWlJaUpTUFNtNEVwRnpycFkvZEc5US91dDNKc0hLdzY3cmo0aUlpSWlJaUZSUENxNUVwRXJFaGtQYk91Vy9mdE1KV0h2VWRmMFJFUkVSRVJHUjZrZkJsWWhVbVU2UkVCMWEvdXZYSDRNTngxelhIeEVSRVJFUkVhbGVGRnlKU0pXNnNoRkVCcGIvK2pWSDRaOFRydXVQaUlpSWlJaUlWQjhLcmtTa1NwbmM0Sm9ZQ1BNdGZ4dXJEaXU4RWhFUkVSRVJ1UkFwdUJLUkt1ZGhndXRqSWNDci9HMnNPZ3hiRTF6WEp4RVJFUkVSRWFsNkNxNUVwRnJ3OVlBK3NlRGxYdjQybGgrQzdZbXU2NU9JaUlpSWlJaFVMUVZYSWxKdEJIbEQ3eWJnN2xiK05wWWVWSGdsSWlJaUlpSnlvVkJ3SlNMVlNpMS82QlZkc1RhV0hvVGRTYTdwajRpSWlJaUlpRlFkQlZjaVV1MUVCY1BsRFNyV3h1SURDcTlFUkVSRVJFVE9kd3F1UktSYWFsWURMcXRmc1RZV0g5QzBRUkVSRVJFUmtmT1ptOTF1dDFkMUowUkVpck01QVZZY3FsZ2JsMFRBSlhWZDB4OFJFUkVSRVJFNWR4UmNpVWkxNTRyd0txNEdkSy9nOUVNUkVSRVJFUkU1dHhSY2ljaDV3UlhoVmNNUXVMb3htQ3F3YXFHSWlJaUlpSWljT3dxdVJPUzg0WXJ3S2lJUXJvMEJEMVg0RXhFUkVSRVJxZllVWEluSWVXWGJTVmdXWDdFMmF2ckI5YkhnNWU2YVBvbUlpSWlJaUVqbFVIQWxJdWNkVjRSWElUN1FKeGI4UEYzVEp4RVJFUkVSRVhFOUJWY2ljbDV5UlhqbDd3azNOSVVnYjlmMFNVUkVSRVJFUkZ4THdaV0luTGRjRVY1NXV4dlRCbXY0dWFaUElpSWlJaUlpNGpvS3JrVGt2T2FLOE1yRFpCUnNqd2gwVFo5RVJFUkVSRVRFTlJSY2ljaDV6eFhobGNrTnVrWkJzeHF1NlpPSWlJaUlpSWhVbklJckVia2d1Q0s4QW1nU0JqMGFHa0dXaUlpSWlJaUlWQzBGVnlKeXdYQlZlRlhEejVnNnFCVUhSVVJFUkVSRXFwYUNLeEc1b093OUJZc1BnSzJDdjlsOFBJendxcGEvYS9vbElpSWlJaUlpWjAvQmxZaGNjQkl5WWY1dU1Gc3IxbzdxWG9tSWlJaUlpRlF0QlZjaWNrRkt5NFZmZDBOcWJzWGJVdDByRVJFUkVSR1JxcUhnU2tRdVdHWXIvTFlIam1kVXZDM1Z2UklSRVJFUkVUbjNGRnlKeUFYTlpvY2xCMkYzVXNYYlV0MHJFUkVSRVJHUmMwdkJsWWhjRkRZZWg5VkhLdDZPNmw2SmlJaUlpSWljT3dxdVJPU2lzVDhGRnUwRHF3dCs2Nm51bFlpSWlJaUlTT1ZUY0NVaUY1WEVMS05vZTNaZXhkc0s4NFZlMFJEc1hmRzJSRVJFUkVSRXBEQUZWeUp5MGNtMHdMeGRrSkpUOGJiYzNlRFNldEN5VnNYYkVoRVJFUkVSRVdjS3JrVGtvbVN4d2NLOWNEak5OZTFGQkVMUFJscDFVRVJFUkVSRXhKVVVYSW5JUmNzT0xEMElPeEpkMDU2WHUxSDNxbEdJYTlvVEVSRVJFUkc1MkNtNEVwR0wzdVlFV0hISWRlMDFDWWV1OVkwZ1MwUkVSRVJFUk1wUHdaV0lDTWFVd1FWN0ljL21tdmI4UEkzQzdiWDlYZE9laUlpSWlDZDc0Um9BQUNBQVNVUkJWSWpJeFVqQmxZakl2MUp5akxwWHlTNG8ycDZ2VFIzb0dBRW1OOWUxS1NJaUlpSWljckZRY0NVaVVvRFZEcXNPdzVZRTE3VVo1Z3RYTjRZUUg5ZTFLU0lpSWlJaWNqRlFjQ1VpVW9URGFiQm9QK1RrdWFZOWR6Zm9WQTlhMVhKTmV5SWlJaUlpSWhjREJWY2lJc1hJem9NLzlzSFJkTmUxV2RQUFdIa3d6TmQxYllxSWlJaUlpRnlvRkZ5SmlKVGluK093NWlqWVhQVGIwZzFvWGhNNlJtcmxRUkVSRVJFUmtaSW91QklSS1lQRUxHUFZ3UXl6NjlyMDhZQkw2MEhUY05lMUtTSWlJaUlpY2lGUmNDVWlVa1lXR3l3N0NMdFB1YlpkVFI4VUVSRVJFUkVwbW9JckVaR3p0RGNabGh5QVBKdHIyMjJoNllNaUlpSWlJaUpPRkZ5SmlKUkR1aGtXN2pXbUVMcVNwZytLaUlpSWlJaWNwdUJLUktTY2JIYWphUHMveDEzZnRxWVBpb2lJaUlpSUtMZ1NFYW13bytud3h6N0l6bk45MjgxclFpZE5IeFFSRVJFUmtZdVVnaXNSRVJmSXRjTHF3N0E5MGZWdCszaEEyenJRdXJicjJ4WVJFUkVSRWFuT0ZGeUppTGhRUWliOGVRQlNjbHpmdHI4bnRJOHc2bCtaM0Z6ZnZvaUlpSWlJU0hXajRFcEV4TVhzd0pZVFJ2MHJWNjg4Q0JEa0RSMGlJRG9NbEYrSmlJaUlpTWlGVE1HVmlFZ2x5YkxBOG5qWW4xSTU3WWY2UU1kSWFCaFNPZTJMaUlpSWlJaFVOUVZYSWlLVjdIQWFMRGtBbVpiS2FiK21ueEZnMVF1cW5QWkZSRVJFUkVTcWlvSXJFWkZ6d0dxSDlVZmhueE5ncTZUZnVuVUNvSE05cU9WZk9lMkxpSWlJaUlpY2F3cXVSRVRPb1pRY1kvVFZpY3pLdTBmOUlMaTBIb1Q1VnQ0OVJFU2s0ckt0YVJ6TjJ1VzBMOEl2Rmw5M0RhRVZFUkhKcCtCS1JLUUs3RTZDRlljaEo2L3k3dEVvRkRwR1FJaFA1ZDFEUkVUTzN1ckVuMW1UOURONzA5Y1dlYnhseUpXMEN1MUp4L0Niem5IUFJFUkVxaDhGVnlJaVZjUnNoVldIWVh0aTVkNm5ZUWkwcm0xTUpSUVJrYXF6T1dVUlA4Vy9RYkw1YUpuT0QvV0s0STVHWTRrSjdGakpQUk1SRWFtK1RGWGRBUkdSaTVXWE8xemVBUHJHVmU2b3FBTXBNR2NuL0xnZGRwK3F2QnBiSWlKU3ZOK09UdVhUUFUrVU9iUUNTRFlmWmVyT0IxaWQrTFBMKzJPMzJ6R2J6WlQyZjloNWVYbFlMQlZmWGNSbXM1R1JrWUhOWml2eHZGbXpaakZyMXF3SzMwL09UemFiamZqNGVESXpLN0dtd2xrNmNPQUFpeGN2NXVqUnNyOTNpMk94V0ZpMWFwVUxlbFZ4eWNuSnhSN0x5c29pSnlmbkhQYW1lamx5NUVpeHIwOWx2VzQybTQycFU2ZXlkT25TUXNlU2twTFl0MjlmdWRxOVVMaS85TkpMTDFWMUowUkVMbWIrWHRDaUZuaTR3OGxNbzVCN1pjaXlHQ0hXamtTdzJpRFVGenowM3hjaUlwWHV0Nk5UV1hCMFdybXYzNUt5bUZDdkNDTDk0bHpXcDYxYnQzTFBQZmZRdFd0WHdzTENpajF2d29RSnpKdzVrK3V2djc1Qzk5dTNieDhEQnc2a1U2ZE8xS3haczlqejVzMmJSMHBLQ2wyN2RzVnF0WktRa0VCR1JvWmp5dy9ja3BPVG5mYm5iOTdlM3JpN3U1ZllsODJiTi9QUVF3K3hmdjE2ZXZYcVZhSHZTOHJ1NzcvL0pqczdtL0R3OEdMUFNVdEw0KzY3NzZaZXZYckV4TVNjdzk0VkxUMDluV0hEaHJGZ3dRSjhmSHhvMzc1OWhkcjc2S09QZU8rOTkyalJvZ1VSRVJHbG5tKzFXbG0wYUJINzl1MHJ0R1ZtWnVMdDdjMysvZnRKVEV3c2NmUDA5TVRINS9UL2txYW1wbkw3N2JlVGxwWkdwMDZkQ3QzM3UrKytZL1RvMFhUdDJwWFEwTkFLZmMrdVlMZmJ5YzdPNXRTcFV4dy9mcHdEQnc2d2E5Y3VObTdjeU1xVksxbTBhQkVBOWV2WEIyRG56cDFzM0xpeHlOZnR6QzBpSWdJUER3K24rOTF6enoxa1pHUnc2YVdYT3UydnpOZk5ack14WnN3WWdvT0RDOTMzelRmZjVLT1BQaUk4UEx4YXZDK3Fna2ZwcDRpSXlMblFwalkwcXdFYmo4T1dCTWdyK1QrbHl5M0xBbXVPd3ZwakVCc09yV3FyRHBaVXpNRVUySmRrSmlrTGZOek1ITTNWdk5RTFVWM3ZkSEx0M29UN3VSRlR3NVA2d1ZYZG8vUEQ1cFJGRlFxdDhuMTc0SG5DdkNNcU5HMHdKU1dGaElRRUFBNGRPZ1RBd1lNSHNWcXR4VjZUbnA1T2JtNHV1M2FkTGlJZkd4dExWbFlXbjMzMldaSFhSRWRIMDdOblQ3S3lzZ2dLQ3NMTnphM0k4L0tESms5UHp5S1Bueng1a29FREJ6cnR1L0hHRy9IMTlXWG16SmxGWGpOdDJqU2lvNk9ML1g1Mjd0ekpjODg5UjJob0tPdlhyK2Y5OTkvbjRZY2ZMcmFQNGhxNXVibTgvLzc3Wkdkbk0yblNKQm8wYUZEVlhTcVRkOTU1aDZTa0pLS2lvcGc1Y3lZZE8zYWtkZXZXNVc3djl0dHZaLzc4K1V5Wk1vV1BQdnFvMkovOWZHYXptUWtUSnRDZ1FRTjhmVSt2dW5QOCtIRmF0bXhKKy9idG1USmxTcW4zSFRseUpOZGNjNDNqK1pJbFM3RFpiSFRyMXEzSTg1Y3ZYMDZ0V3JWbzFLaFJHYit6aXZ2eHh4L1p1SEVqT1RrNWppMHpNNVBNekV5eXNySUtqUTcxOVBRa0tDaklzU1VtbnE2OXNXREJBdWJNbVZPbSs3WnAwOFlwMUN0SlZiMXV3NFlONDlWWFgyWGl4SWxzMzc2ZFJ4OTl0TlNmblF1Tmdpc1JrV3JFeXgwNlJScGgwb1pqc08xazVVM3RzOXFOK2xyYkU0MlZDRnZYaGtndFpDVm42YSs5dWRqU2p4RnAzVTlya2dqblZGVjNTU3BMTGlRUlJwSTVuTjNwMFJ3SXFzM2xqYjJydWxmVjNrL3hFMXpZMWh1TWJGSCthWFNMRmkzaWd3OCtjTm8zZnZ6NE1sMzd5Q09QT0I0dlhMZ1FtODNtbURxMVo4OGVUQ1lUalJzM0JpQXNMSXpWcTFmejBrc3ZNWFBtekNKSGRGbXRWdnIxNjhmdzRjUHAzYnQzaWZmKzlOTlBDUThQWitMRWlRRGNkZGRkM0h6enpRQ3NYTG1TNmRPbjg4a25ud0FRSEZ4OG9ycGt5UkxlZXVzdFltSmlHRGR1SEgvOTlSZHZ2LzAyU1VsSmpCZ3hBbjkvL3pLOUZuTDJ2TDI5ZWVXVlYzamlpU2Q0NXBsbm1EUnBFaGFMeGVubnFxQjMzbm1IOTk1N3oybGZWRlFVNzcvLy9ybm9MZ0RmZnZzdFM1WXNvVStmUHR4Nzc3ME1IVHFVMTE5L25YZmZmYmZFVVdNbENRa0o0YzQ3NytUSWtTUGs1dWFXT1h3WU1XSUV6Wm8xY3p5ZlBIa3lxYW1wOU9uVHgrbjk4OUpMTCtIbTVzYUxMNzdvZEwzSlpBeXh6OG5Kd1c2M00zLytmS0tpb29pTmpTVTdPeHN3Z2lBUER3OE9IanpJN3QyNzZkdTNMeWRQbml6VUYzOS9mL3o4L003NmV5OU5lSGc0dnI2K2pxLysvdjc0K3ZxU2tKREE3Tm16YWRxMEtjT0dEWE1FVlNXRlRiZmVlaXRYWG5tbDQvbnp6ejlQZEhRMGd3WU5LblN1aDRjSFk4YU00ZmJiYjZkVnExWkZ0bGZWcjF0SVNBZ1RKa3pnM1hmZlpkNjhlYlJzMmZLaUd5MnE0RXBFcEJyeTlZQXU5YUZOSFZoN0ZIWWxRbVdXcGpxVVpteWhQa2FBRlJNTzd2clBaeW1SbmQrM3BsQTNaeHN0MkZyVm5aRnpKSnhUaEhPS1dPdHVOaWUzWXRHMk9IbzJEd0gwQzZNb3F4Ti9KdGw4ck56WGgzclZkYnIrYVBaT1ZpZitUS2NhNVZ0dDhNWWJiK1M2NjY0RFlOdTJiVHo3N0xPODg4NDdKWTRPbURoeElvY1BIMmJTcEVsTyt3TUNBbmoxMVZjQkdEeDRNTmRmZnoxOSsvWjFIRisrZlBsWjllM2d3WVBrNWVXUm5wNE93TjY5ZXgwandieTl2ZkgxOVhWTUFjekx5K1BlZSsvbDg4OC94OWZYRjVQSlZPSjBSN1BaekdlZmZjYXNXYlBvM3IwN1E0WU13YzNOald1dXVZYmc0R0JlZi8xMWhnNGR5clBQUGt2TGxpM1BxdDlTZHRIUjBZd2FOWXFYWG5xSldiTm1jZDk5OS9IUVF3ODVuWk9UazhNSEgzeEF6NTQ5YWQ2OHVkT3hvS0J6OTc5cmMrZk81ZU9QUHlZbUpvYUhIbm9JTHk4dm5uMzJXWjU5OWxsR2pCakJ4SWtUaXcydlJvNGN5YzZkTzB1OXgrTEZpNHM5Tm1uU0pLY3BZZXZYcitmNDhlT081MGVQSHNYZjN4ODNOemVucWJISGpoMmpjK2ZPeFU2WHZmUE9PeDN2TVRCK0orUWJNbVFJdDkxMkcvUG56d2ZncDU5KzRxZWZmaXJVUnY1NXJ0YWpSdzk2OU9qaHRPK1hYMzVoN3R5NTFLOWZuOGNlZTZ6UU5MbC8vdm1IaElTRVFpRk8zYnAxcVZ1M0xnRGJ0MjhuSXlPRFhyMTZGZm4rUG5YcUZLdFdyZUtxcTY0cXRtK3VmdDBHRGh4SVNrcEtrZmVhTjI4ZUN4WXNLUExZOU9uVDZkU3BFMTI2ZENtMnJ4Y3FCVmNpSXRXWXZ5ZjBhQUR0NnNDYUk3QzMrSHFRTHBHY0Ewc093cW9qMEtLbVVYdkxSMzlUU0JIKzJwdExIWVZXRjdWV2JHWnp0cDJsZTl0emViVG1HeGZscnhOZmx2dmFDTjlZSG9uN2hNM0ppL24yd1BPTy9WdFNGcFU3dVBMdzhIRFVjdkgyTmtiTGpSczNyc1JSSDZkT25TSXlNdEpwbWxKQlNVbEpIRGh3b01oNkwyZGo5T2pSSkNZbU9vcTNyMTY5bWx0dXVRVXdSblFsSmlhU2xwWkdRRUFBcWFtcDVPVGtFQlFVUkY1ZVhxSDZOQVd0VzdlT0tWT21rSkNRd0pBaFE3amxsbHY0NzMvL1M3MTY5WGorK2VmcDNMa3pIM3p3QVdQSGptWDQ4T0YwNzk2ZCsrKy9uOGpJeUFwOVAxSzBMbDI2OE1ZYmI5QzZkV3RNSmxPaDBYYXBxYWw4OE1FSHRHclZ5bWxxMjdrMGE5WXNac3lZUVZSVUZPUEhqOGZMeXd1QWR1M2E4Y3d6ei9ENjY2OHpZc1FJWG5ubEZhS2lvZ3BkMzdObnoyS25FNXJOWm1iT25FbGNYQndkT3hZLzdmZk0ra2lMRnk4dWNxb2d3Snc1Y3h5RnU0OGVQY3JXclZ1WlBIbXk0OXhycjcyV3VMalQ5ZkhPZkcyenM3TWRJOWt5TWpMNDdiZmY2Tml4WTZHNmRpZE9uT0NERHo0bzhmM21LaWRPbkdES2xDbXNXN2VPL3YzN00zRGdRS2ZmVXphYmpXKysrWVl2dnZpQ0dqVnEwTDU5KzJLRHhNV0xGK1B1N2w3aHNNZVZyMXYvL3YwTEZYRzMyV3g4OU5GSHhNWEYwYlZyVjZkakd6ZHVaUFhxMWZqNysxK1VvUlVvdUJJUk9TOEVlY05WamFGOURxdytEQWRUSy9kK09YbXc3aGhzT0E0eFljWW9yTENpUDdQSVJlamdLU3UyOUdPMFZHaDEwV3ZGRmhhbFJSQ2Ywb0NvRUkyNktpamJtc2JSN0YybG4xaUUvTkRLMXoySVRqVnVZazNTVCt4Tlh3Y1loZHBkcVUrZlB0U3VYYnZZNDNQbXpDRTNON2ZZNDB1WExpVXlNckpNaGFaTDh0VlhYMkd6MmJqbGxsdTQ3TExMZVBycHB6bCsvRGl6WnMzaXRkZGV3ODNORGJQWlRFUkVCQ2twS2ZqNysrUGg0VUZPVG80amhDdG95NVl0ZlBYVlY2eGR1NWE0dURoZWZ2bGxHalpzQ01DZ1FZTjQ4Y1VYK2QvLy9zZkFnUU9wVzdjdTc3NzdMai84OEFOZmZ2a2x5NVl0bzNQbnpseHp6VFYwN3R6Wk1jMUtYS050MjdZQWZQREJCNFZHbmVTdllEbHYzanpXcjE5ZjZOb0hIbmlBV3JWcVZVcS96R1l6YjcvOU5uLzg4UWRSVVZHOCtlYWJoSVNFT0ozVHMyZFByRllyYjczMUZnOC8vREFQUGZSUW9hQ2lwS212R1JrWnpKdzVrMmJObW5IUFBmZVV1Vy9GVFJVRUkrUTFtODEwNmRLRklVT0dPRjMzMldlZjBiSmxTNmZnS2pJeTBpbUFTVTFOZFFRd1AvNzRJMWxaV1F3ZVBMalFTTXc5ZS9ZQVZHcHdsWjZlemkrLy9NTFhYMzlOczJiTm1ENTl1aU1jdE52dFpHUmtjT3pZTWQ1Ly8zMjJiZHRHejU0OWVmenh4NHVkNXB1VGs4UENoUXZ4OFBCZzdOaXhoWTZmT2FXeUpLNTgzVzY0NFlaQzdWdXRWajc2NkNPaW82TUxqV2hMVDA5bjllclZCQVJjdkRWRUZWeUppSnhIUW4zZ21oZzRtUVdyRHNQUjlOS3ZxUWliSFhZbEdWdE5QMmdTYmdSWkdvVjFjZHVYWkNiU2VxQ3F1eUhWUklUdElQc1RheE1Wb25TN29DTlpwVThWS2tyQjBBcmdtLzFqSEtGVnZsUG1JNFI1dVdaRVVFeE1USW1Gc3Bjc1dlSW82RjZVMzMvL25lYk5tenRxdXBoTUpxZVJEeGFMQmJQWjdBZ2s4cC9uajZ3cWFOdTJiV1JrWkJUYS8rbW5uMUt6WmsxSFBhN1UxRlJIb0pDWm1Wbm9RK3MzMzN6REo1OThRa2hJQ0k4Ly9qalhYMys5VS9qVXBVc1grdmJ0eThxVkt4a3dZQUNlbnA2NHU3dlR2MzkvcnJqaUNyNzg4a3NXTGx4SWZIdzhIVHQyVkhCVlFVbEpTU3hkdXRUeHZIbno1c1RHeGpvS2Ixc3NGanc4UEJ3Rjh2TlhWTXZNekhSY2s1eWN6SzVkdTdqdnZ2c3FwWS9idDI5bjBxUko3TisvbjQ0ZE8vTGNjODg1ZnE1bXpackZYMy85eFpneFk2aGR1emE5ZXZXaWR1M2F2UHJxcTB5ZVBKay8vdmlEZ1FNSDBxNWR1MHJwR3hqVER3ditIT1lIVmZtaW82UHAyN2N2OCtiTlkvNzgrWTVBNWR0dnZ5M3pQVkpUVS9ucHA1L28yYk5ua2RPSDg5K3orU1BRWE8zbzBhTTgrT0NEV0N3Vy9QMzlzZHZ0dlA3NjY0VldGUVdvV2JNbUw3LzhjcW1qanhZdVhFaEdSZ1pkdW5SeHFvbTFaODhlNHVQakN4VjhMNDl6OGJwbFpHUTRwa1ZmclBUUlEwVGtQRlRURC9yRXd2RU0rUHNRSkdaVi9qMVBaaG5iaWtOUUw4Z0lzUnFHZ01mRiszZm9SU3NwMjQzV0pGVjFONlNhcUVFaVc3TTEycXFzSW54ajZWNTdJRDhkbWtDT05hUFFzVE5EcXpWSmhWZkdPcFY3MUdYQjFhaFJvMG85cDBtVEprWHUzNzU5T3p0MzdtVG56cDBzWExnUWdNREFRSDc4OFVmSE9YZmZmYmZUTlNOR2pDajJQcXRYcndaZ3g0NGR6Sm8xaThzdnY3ekk4MUpUVXgxRjJFK2RPbFZvVk15MTExNUxYbDRldDk1NksxbFpXVVhXbXdrUEQ2ZDc5KzdNblR2WGFYL2Z2bjBaTVdJRWQ5OTlOMWxaV1JmZHlsMlY0Y1NKRTN6ODhjZUFNUUptMEtCQnhNYkdNbkxrU0FEZWYvOTlObS9leklNUFBraUhEaDBBR0Q1OE9FMmJOdVcvLy8wdllDd3NNSDc4ZVB6OS9SMkZzbDNCM2QyZER6LzgwUEZ6TUdEQUFPNjc3ejZuZ09ENDhlUHMyTEhEYWVSaDY5YXQrZUNERDNqcnJiZFl1M1l0VHovOU5QMzc5MmZ3NE1FdTZWYytOemMzUEQwOWVlS0pKNXdDNXUrKys2N0lFTU5pc1pRNFFySWt3Y0hCVEpnd0FUOC9QNzc2Nml2dXVPTU9wM3ZrMTV6ejhQREFhclZpTnB2TGRaOHplWGg0NE9ucFNVUkVCRTJiTmdXTTkyZG9hQ2doSVNFRUJ3ZHo4T0JCNXMyYmg5VnFwVy9mdmd3YU5LalVud0dMeGNKMzMzMUhiR3dzTDcvOHN0T3hwNTkrR292RlFrQkFBS2RPVld4Um1iTjUzY29ySXlQam9oNXRCUXF1UkVUT2EzVUM0T1ptRUo4S3E0L0FxZXpLdjZlZDA4WGNQVXpRS01RSXNTS0RWSjc1WXVIdFp0YnFnZUpRZ3lTOHNBRG5kNTByczlVWXhacFU0UGRvZWk2ay8vdlpyRlV0STZ5dmlGQ3Z1bzVnS3RLdktlL3Z2TjhSWHBVMXRISzF0OTkrdThUaTdKTW5UM2FzSG5pbW1UTm5BdENyVnkvdXVlY2UxcXhadzZlZmZncEEwNlpOR1QxNnRPUGMvUEJpMEtCQlJFUkVZTGZiQzYxb3VHclZLaG8xYW9TM3R6ZGZmUEdGWXdST1VUV3U5dS9mejlDaFEwbElTTUJ1dHpOMDZGQUFIbjMwVVZxMWFzWEFnUU1CaUkrUDU3dnZ2aXYxZFVoTFM4TmlzWERERFRkZ01wbEtuRDVaVmljeWpmcVVMc3BZcXBWUVgraFd1THhUa1pvM2IrNElob3FhSW5YYmJiZVJrcExDcUZHamFOT21EUys4OElKamhFMis1R1NqeUtlL3Z6OFBQUEFBaHc4ZnJ2ZzNnUkVBN2Q2OW0zcjE2dkhVVTA4NVRjY3JUWGg0T09QSGoyZlpzbVZNbno3ZDVUVzVyRllydWJtNWZQUE5ONFdPUGZiWVl3Q0Y2aVRaN2ZZS2pjcHAwYUlGeTVjdjU3UFBQaU10TGMycGVINytxRWxQVDAvKyt1c3Z4bzBiVis3N0ZIVGpqVGM2dnA4ekY0RTRjdVFJTTJiTVlQbnk1Vng2NmFVTUdUS0VxS2dvOXU3ZHk0Z1JJeHdMUXhSbDd0eTVIRDkrbkdIRGhqbnR6OG5KWWN1V0xTNzk4eXJyNndaR0NGdlVpTlA4SU83dzRjUDgvdnZ2VHNmaTQrT3gyV3lPL1UyYk5xVisvZm91Ni8vNVFNR1ZpTWdGSUNyWTJPSlRZZk1KT0ZMSlV3ano1ZGxnOXlsajgvVXdwaEUyQ1ljYXJsOGxXYXFSWStaenQ3S1RuQitPbVFPcnVndG56V3lGQXlsR1dIVTBIVEtLR0R3UTRBV0IvODd1Q0N4Y1J1bXNKWnVQc1RsNU1aMXEzRVNrWHh5UE5QMkU5M2ZlVDVoWHhGbUZWbUhlWjE5UHltYXpzV2pSSXNmei9BLyttemR2NXNTSkU4VmVkL0xrU2RMVDA1MCtTRFZxMUlqYzNGeVdMMTlPUUVBQXZyNisxS2xUeHpFS0NxQkdqUnBPeTlIdjNidVhqei8rbVBidDJ6dkNnVnExYWptS29PL1lzWU5UcDA0NUNsYjM2OWZQOGFIOHpCcFhiZHEwY1JTcW5qNTlPdDI2ZFhPc1FGZXpaazJuL2pkdDJyVFU2VklKQ1FrODhNQUQ5T3JWU3lPc3pxR2NuQnlHRHg5T2x5NWRlT0tKSitqWHJ4OUxseTUxRk4wdnVESmV2Mzc5dU9hYWF6Q1pUSFRyMW8ya0pOZU0rdlh4OGVHRkYxNGdLQ2lvM0ZPNXVuWHJScGN1WFJ5QlVVNU9UcW1yN3MyWk00ZGZmLzIxeUdQOSt2WGovdnZ2WjlldVhUeisrT01sdGxOd2RUdUFyS3lzWWhkU3lQZmJiNy94MjIrL0ZYdThhOWV1M0hUVFRmejQ0NDlFUjBmem4vLzhCemc5Y3NqVDA1T2FOV3NXV3NtdnZJb0tDNU9Ta3ZqZi8vN0gvUG56YWRLa0NXKzg4WWJUVk13R0RSclFzV05ISmsrZVRIeDhQRU9IRG5VSzdGSlNVdmpmLy81SGl4WXRzRnF0ekpneGd3Y2ZmQkEzTnplV0xsMkt4V0p4K3YxVUZxNTQzUURlZXVzdFI1aFZsUFhyMXhkWjN3MWd3b1FKQUR6KytPTUtya1JFNVB5VkgyQWw1OENtRTdBbkNhem42SDk2cy9OZ2M0S3hoZmhBazM5RHJJREtLWVVnSWxJdTZXWllkOVNvM1FmZzVRNTFBNkZwdVBFMXdrVVpYS1JmMHlMMzU2OFFtQjllald3eEMxLzN3REtIVmo3dUFlV2FKbWkxV2gyam9mS0ZoSVR3NmFlZjR1L3ZYNmhPbE0xbUl6RXhFUjhmSDRLQ2dweXV2ZUdHR3pDYnpiUnUzYnJZNlN2ZmZ2c3RhV2xwaFlwRkYvVFBQLyt3YXRVcUhuamdBZWJNbVVQWHJsMGQwNDk2OXV6SjhlUEhnZE0xcmhZdFdvUzN0emZObXplbmVmUG03TnExQzR2RndxMjMza3BzYkd5Wlg0dS8vLzZiU3k2NXhGSFVmY3FVS2ZqNys1ZlkxL0tvN1c5TTY1ZWllWGw1Y2V1dHQvTEZGMTh3ZS9aczdyNzdic2ZJdWN6TVRLZWFSQ2FUeWZHejlzQUREN2kwSDZVRlBXVlJNRFR4OFBCZ3dJQUJSWjVuTnB2NSt1dXZpWTJOZGRUeU9sTitDQnNkSGUyWVlwbnY0WWNmWnVqUW9iUnAwd1l3cHVaT25EalJjZno0OGVPRWhZV1YyTmVTVnNmTE4zVG9VRFp2M3N5VUtWTm8yclFwRFJvMGNJUXRYbDVlTkd2VzdLeEdwNVdGMld4bSsvYnRMRjY4bUlVTEZ4SVdGc2Fqano1SzI3WnR5YzNOWmN1V0xXUm5aNU9UazBOMmRqYk5temRuNDhhTi9QampqeVFrSkRCNjlHaEhPRFI1OG1TeXM3TVpObXdZR3paczRMdnZ2dVBZc1dNOCsreXp6Snc1ay9yMTY5T3FWYXV6NnA4clhqY3dDcmtYTmMzUlpyUFJ0MjlmZXZmdTdaZ2llNmJqeDQ4elpNaVFpekpnVjNBbEluSUJDdldCSGczZzBralllaEsySlJqQjBybVNrZ05yamhwYmJYOGp3SW9PQTIvMzBxOFZFYWtNU2RsR1lIVWd4UWlyWXNQaGtvalRJNnBjemRjOWlBamYyQ0pYRml3WVhoVU1vY295UFRBbXNHTzUrdVBwNmNsWFgzM2xlSDcwNkZGZWV1a2w2dGF0eXl1dnZFSklTQWl6WnMzaW0yKytjZFNvbWpsekpsOSsrU1VEQmd3b05NWExack54M1hYWDhkNTc3eFY1dnoxNzlqaW1keFZuejU0OVpHWm1rcEdSd1o5Ly9za2JiN3pCL1Bueml6dzNQajZlaElRRXAwQmcyYkpsQUh6Ly9mZE8weEtMa3BXVmhjbGtJaVVsaGZIanh4TVRFOFBZc1dOWnQyNGRxMWF0NHNVWFg4VGYzNStFaEFTQ2dvS2NRaE9wSENhVGlhdXV1b29lUFhydzQ0OC9Pb0xFM054Y1VsSlNDQTBOcmVJZWxvK0hod2QzM1hWWGtjY3lNakw0K3V1dmlZdUxLL2FjZkY1ZVhrUkZSWEhycmJkeS8vMzMwN3QzYjl6YzNLaFpzNlpqcGIwemJkeTRrY3N1dTZ6RWRrdGFIUytmcDZjblR6LzlOQTgvL0RCZmZQRUZ6ei8vdkNOVXJxemk3QWNPSEhEVVBRTWpwSmt5WlVxaDh6dzhQUEQxOWNYWDE1Zmc0R0RDdzhOWnRtd1p6enp6REdQSGpzVm1zN0Y2OVdvR0RScEVvMGFOYU5Tb0VZR0JnYnoxMWxzTUdUS0VJMGVPOFBUVFR6dW1JcGVWcTE2MzRuNjNGS3lGVlZ5WW1oK1FWdGFmUVhXbTRFcEU1QUxtNHdHWDFJVjJkV0RQS1dNVTFybW9nMVhRaVV4ald4NFBkUUpQandvTDFXY0NFVGxIRHFUQW4vOHVoSGxKWFdoVjJ3aXZLbHYzMmdNZElkV1pDb1pYVVBhYVZpMURlbGE0WDh1WEwrZk5OOStrYmR1MmpCbzF5aEVZV0sxV3B5a3N0OTkrTzNYcTFHSENoQW1zWGJ1V0lVT0dPS2IybVV5bVF0UHl5c3ZYMTVmbXpadlRzbVhMWW9PcnRMUTBQdjc0WTVvM2IwN3IxcTNKeU1qZ2wxOSt3V1F5RlZtTU9qczdteWVmZkpJSEhuaUFEaDA2OE1namp4QWJHOHVvVWFNWU4yNGNvMGVQWnVUSWtVeVlNSUZwMDZZUkhSMk54V0poMkxCaHhNWEY4Y0lMTDV6MUIxc3BPNHZGd3MwMzMxeG8vN1JwMDdEYjdkanRkcjc0NGd1bnNCWGcvdnZ2cDErL2Z1ZXFtMVhPYnJlVG5wN3V0QURCSzYrODRwaEdPV0xFQ082Nzd6NThmSHhZdW5RcHg0OGZaL2JzMmRqdGRnWVBIc3lZTVdPSWlEajdxY1ZnalBnYU4yNGNyVnUzQm5DOHp5b3JOSW1OamVYKysrL0gwOU9UNE9CZ0FnTUQ4ZlB6YzR3SWZmamhoN242NnF0NStPR0hDMTA3ZS9ac3Z2NzZhNDRkTzBaTVRBekRody9ucXF1dWNoenYxYXNYVnF1VmlSTW5FaGNYNTNUTTFTcnpkVHV6WHRiRlJNR1ZpTWhGd09SbWpDNklEVGRxdVd3NllkVERPcGZzd0xGMFkxdDEySmhDbUI5aVJRUnFkVUlScVJ6cmpoa2pyY0o4NGNhbTV5YXd5dGVweGszODM5R3BKSnVQRlhuOHAwTnZFT1lkd1pyRW44c1VXa1VIWHVJSXVzcGp6NTQ5VEo4K25ZMGJOM0xERFRmd2YvLzNmOXg2NjYyTzQzbDVlZVRsNVJVYVhYWHBwWmNTSHgvUG9FR0R1UFRTU3hrd1lBQXRXN1lzZHovTzVPN3V6cGd4WTBvOEp6RXhFVTlQVDJiTW1NRzc3NzdMMTE5L2pjbGs0b29ycm5EVXd0cXhZd2NBY1hGeHJGaXhnajE3OWhUNVliRlZxMWFNSFR1VzBhTkhNM1hxVkVhTkdzV3FWYXZJeTh0ajhPREJqQjgvbnM4Ly81eEJnd2E1N0hzVVorN3U3azRGckF1YU4yOGUrL2Z2NTVGSEhpa1VIcnA2ZWxwMWQrellNV3cyRy9IeDhYVHAwZ1dBTys2NGc3aTRPQUFhTjI1TWVIZzRtemR2WnVMRWlmVHMyWk51M2JveGNlSkUxcTlmejNQUFBWZnExTUdTWEhMSkpZN0grZSt6L0tDN010eHh4eDFrWldVeGZ2eDRQRDA5R1RWcVZKRWh6YTVkdTNqcnJiY1lOR2dRWGJwMG9WKy9mbHgzM1hXTzBVeG4xdCt5V0N3c1dMQUFMeTh2bm56eVNhZXBuU2FUQ1I4Zm53cXQrbmVteW5yZDhoZktDQThQcjNCYjV4c0ZWeUlpRjVtSWYydTRwT1VhaGR4M0pobEYxcysxREROc08ybHM3bTVHbjZLQ29VR0k2bUtKaUd2OGVjQ29aUlViRGxjMHJKbys5STE2aGsvM1BGSGtzUnhyT2xOM2xyMWVUOS82ejVTN0h6azVPYnp5eWl0NGVubzZSaDEwNzk3ZDZaeEZpeGF4Y09GQ1huMzFWYWY5dFd2WEpqdzhuQjkrK0lFZmZ2aWgwSXBZdi96eUM3LysraXMybXcwL3YvS3R6bEZ3UkVtK3RMUTBBTWFPSGN2MjdkdnAwYU1IeTVjdmQvUmo5T2pSYk5xMHlmSEJjT3ZXclN4Y3VKQnAwNmF4Wk1rU3dzUERpdzNZMnJadHk3aHg0MmpTcEFrQUsxYXNZUG55NWN5YU5ZdWRPM2Z5MVZkZjBhaFJJM3IwNkZHdTcwZEt0bTNiTm5idDJzVVRUemkvTnhZdFdzVHUzYnR4YzNQandJRUQzSFBQUFFRR25uK0xQN2pLamgwN2NITno0OHN2djZScFU2TnVYcE1tVFJ5TEdCdytmSmhKa3lieDIyKy8wYTVkTzRZUEg0NlBqdzlObWpSaDdOaXhQUHJvb3p6MjJHTmNkOTExRmU1TFptWW00SnFhWU1VNWZ2dzRMN3p3QW9jT0hlSy8vLzF2c1NPTGF0YXNTYzJhTlhueHhSZnAxcTBianovK2VMRlRTM056YzNuNTVaZlp2SGt6VHovOWRLRlZWRU5DREZmS1pnQUFJQUJKUkVGVVFoeXJYbGFHOHI1dUdSa1pUSjgrbllpSUNBSUNBckJZTEh6Ly9mY0VCZ2JTdUhIanl1aHF0YWJnU2tUa0loWGtEVjJqb0dNa2JFK0VyUWxGcjZwMUxsanRjQ2pOMkpZZk1vcTc1NC9HcWhOZ2pCZ1RFVGtibXhPTTBPcXkrdENxVnRYMW8xVklUMjZxL3hRL0gzcXpRdTBNYURpV1NMKzRjbC92NCtQRHBFbVRDQTRPZG93c3lDL3duRy83OXUyNHU3c1gydS9vdzRBQjNIYmJiVTZydlFGMDdOaVJQbjM2c0hYclZ1Yk5tK2ZZYjdmYkhYVmJDbjdOZjF5YXBVdVhBc2JLaHVQSGo2ZERodzZzWGJ1V1YxOTlsZjc5KzlPalJ3ODJiZHJrT0Q4bEpZV1FrQkFTRWhKWXVYSWwvZnYzZDR5czhQVDBMRFNsc0czYnRvN0hPM2Z1ZEl6bUdUeDRNRnUzYm1YU3BFbDA2TkNoVU9GNktaKzh2RHpNWmpOLy9QRUhuMy8rT1YyN2RuVWNTMDFONWZQUFAyZnUzTG0wYnQyYTl1M2I4KzIzMy9MNzc3OXoxMTEzY2ROTk41MFgwNk5LKy9uT24rcGxzOWtjdFkrSzQrWGx4WklsUzJqZHVqV2RPM2RtOU9qUldLMVdSMkZ2bTgzR2xDbFQyTHQzTDBPSERxVnYzNzZPbi9jNmRlcnc5dHR2TTNIaVJNY29uWHdMRml6Z3p6Ly9QT3Z2YmV2V3JaaE1wa3FyUGJabzBTS21USm1DbjU4Zmt5Wk5jb3dxeTFld29IbG9hQ2l2dmZZYVAvLzhNeDkrK0NFUFB2Z2d3NFlOS3hUR0p5WW04c29ycjdCOSszYUdEQmxTcHBVUUxSWUx1Ym01aFg3UG5ldlhMU0FnZ0dYTGxwR2VmbnFwOExDd01KNTU1cG1Mc2dhZmdpc1JrWXVjbHp1MHFRMnRhOE8rWkdNVVZrSm0xZllwSmNmWU5wMEFUeE5FQmtHRFlJZ0tBVi85elNVaXBVaktoaFdIakJHY1ZSbGE1ZXRSZXlCQXVjT3JBUTNIVm1pS1lMN3c4SEFHRGh6bzlFR29JTFBaak1WaW9XL2Z2c1cyOGRCRER6a1ZLQVpqUkZibnpwMnBVYU1HZVhtblZ3TFp2SGt6MTE1N3JkTzV3NGNQZDNwZWNJbjdNMTE3N2JVY1BIaVFwNTU2aXNEQVFEWnMyTUM0Y2VQbzNidTNZMlU1UHo4L2R1N2N5WjkvL3NtU0pVdTQvUExMbVR0M0xuYTduZDY5ZXp2YWF0aXdJY3VXTGVQNzc3OHZOTTFtKy9idDdObXp4MUU3eWNQRGd6Rmp4cENhbXFyUXlvWCsrdXN2YkRZYng0NGQ0OTU3NzJYQWdBRnMzNzZkaFFzWHNuRGhRbkp5Y3JqaGhoc1lPblFvM3Q3ZS9PYy8vMkhHakJsOCtPR0h6Smt6aDhHREIzUDU1WmRYOWJkUm9vOCsrb2p2di8rKzFQTisvdmxuZnY3NTV4TFBtVHg1TW4vLy9UY1BQZlFRTjk5OE15RWhJVXlkT3BWWFgzMlYxcTFiRXhrWlNVeE1ERzNhdE1IZDNaMWZmdmtGTUFLdC9HbS9FUkVSbU0xbWZ2MzFWOGVvcStqb2FLZlFNQ2NuaDIrLy9kYnAzdE9tVGNOc05oTWNISXkzdHpkNzkrN2w3Ny8vcGsyYk5wVlM0MnJ5NU1uTW16ZVBEaDA2TUdyVUtJS0NndGkxYXhkcjFxekIzOStma3lkUGtwR1JVU2o4dWVtbW0yalpzaVZqeDQ1bDdOaXhQUDMwMDQ1d2F1blNwVXlaTW9XMHREU0dEUnRHbno1OWlyMy9XMis5QlJpam92YnQyK2Q0N1FxcWl0ZnR4eDkveEd3Mk8wYVZCZ1VGblhVYkZ3cjk4MTlFUkFCd0E2SkRqZTFVTnV4T2d0Mm5JTXRTNnFXVnltSXpDaXNmU0FFT1FyQzNNUXFyVGdEVURqQkdaNG1JRlBUM0lTT1V2N0tLcGdjV3BVZnRnWVI1Ui9KVC9JUmlhMTZkS2NJM2xqc2F2VnFoa1ZabkdqWnNtRk80ZExiT25LSXliTmd3eDhpRW1KZ1lZbUppQU9qYnR5K2RPM2N1c2EzWnMyZVhlRHd5TXBKWFhua0ZNRVpPVEp3NGthRkRoem9GWnoxNzltVGh3b1c4OXRwcjFLeFprejU5K2hBUUVFQk1UQXgxNjlaMW5IZi8vZmVUbEpURUo1OTg0bFNBSGlBd01KQ2JiNzZacTYrKzJyR3ZUcDA2MUtsVHA4VCt5ZG1KaVlraEtpcUtaNTU1aHFpb0tCNTg4RUVPSHo2TXlXVGk4c3N2WjhDQUFZNmZIekNtZzQwZVBacnJycnVPZDk1NWgvSGp4OU80Y1dQSEFnSFYwWlZYWGtuRGhxNzV4Vk9uVGgzQ3dzTDR6My8rQThEVlYxOU5seTVkK1B2dnYxbTNiaDE3OSs0bEtTbUp6TXhNY25OenNWcXQyR3cyN0hZN2JtNXV1TG01NGVIaGdZZUhCNDg4OG9pajNlam9hS2NWRFZOVFV3c0ZNT25wNlN4WXNNRHgzTTNOalJZdFd2RGtrMCs2NUhzN1U4K2VQUWtQRCtldXUrNXlqQnJMeWNuaHM4OCtBNHlhYUsxYXRTcHl5bU4wZERSVHAwNWwvdno1anFMcnFhbXBUSnMyRFM4dkw5NTg4MDFIb2ZUaUhEOStuSC8rK1Fjd1JtZDI3TmpSOGJvWHZFOVZ2RzVlWGw0WDVTcUNaM0t6Rnh4ekp5SWlVb0FkbzVqNzdpVFluMnlFU05XTnQ3c1JZT1dIV1RYOWpacFpVbm1tcjRNaFRLL3Fia2cxTXAwaERMbWs5UFBPaGFQcDhNdXVxcDhpV0pMVmlUK3pKV1VSVzFJV0YzbThaY2lWdEF6cDZaSlJWaGVTL0Eva2N2NnkyV3lPWUdMcDBxVWtKeWZUdlh2M0ltdWNGV1N4V05pMWF4Y3RXclE0Rjkyc051TGo0NG1LaW5KWmV3a0pDZmo0K0pScDVFNytkTWJjM0Z6OC9QeXFiS3FteldaekJIRm5JekV4RVY5ZjM3TWFOVm5jNzVqejhYVzcwQ2k0RWhHUk1ySGE0VUF5N0RvRmgxT05VS3M2TXJsQkRiL1RRVmFkQVBEUitHS1hVbkFsWjZwT3dkWGNYWkNlQzNlMnF1cWVsTTJlOURXT3g3N3VnUzRkWFNVaUluSWgwRC9sUlVTa1ROemRJRHJNMkhMeVlNOHBZeVRXeWF5cTdwa3ptOTJvMFpXUWFkVElBcU1RZmY3VXdqb0JFS3JwaFNJWHBIUXpIRXMzUmx1ZEwySUNPMVoxRjBSRVJLbzFCVmNpSW5MV2ZEeWdaUzFqUzh1Rm5VbXdKOG40MEZnZHBlVWEyNjRrNDdtSENjSjhuYmR3UDJQYW9WUXYrNCtsNE8valNhM1E2bDhnT1R2WFFxN0ZTa2hBOVVoR3JWWWJKMU96OFBSd0p6eW84cFl2cjA0Mi94dFdOdzB2K1R3UkVSRTVmeWk0RWhHUkNnbnlobzRSeG5ZOHd4aUZ0VGNaekdWYjdieEs1TmxPajhvcXlNZmozeERMRjBJTGhGb2VwcXJwNThWdTFsODdtVDUvRSsyaWEvSEc0QjdsYWlNaE9STmJDVlVSUE54TjFBajJLMjhYSGRLenpEejkwUkt5elhtODhXQVBhb1ZVdk0welpXYWJNZWZaQ0Ewc1d6QjJNaldMZ1cvOFNsejlNTjU5NUNxWDk2YzYycFVFc2VGR1lYWVJFUkc1TUNpNEVoRVJsOG12S2RVMXlnaXhEcVpDZkFxazVsWjF6OG9tSjg4bzdIejBqSlhpQTcwS2pNN3lNNzRHZXh2MXRLVHlYTllzZ285LzI4eUd2UW44MzlvRFhOUGg3RmRxZXVUOVAwakpLUDRIc0c2WVAxODgzWnU3WHA5SFdsYlpod3crZGxNNy9uUEo2Zjc0KzNnUVdTT0FKWnNPTTN6YVlpWU91WUk2WWNZb3NSSFQvenpyZmdOMGJSN0J6ZDFpQVNPQUcvWHBNanpjM1hoNzZKWDQrNmpZNjVtT3BodUJlY09TYXp5TGlJakllVWJCbFlpSXVKekpEU0lDamUyeWVzWVV3Z01wY0RERkNMUnMxYld5ZXpIU3pjWjJNUFgwUHBNYmhQZ1lJVmJvdjZPMHdud2hRQ3NXdTB5OW1vSGNkRmtNUHk3ZnpmVDUvOUNsZVYwQy9ielB1cDBHdFlNWTBLTnd3ZXN2ZnQvcWVOd2h0amFaT1JhbjQwczJIY2JYMjROT1Rlc1V1dmJNRVZVbWs0bG5iNytVSExPVlZUdU84ZFJIUzVqODN5c0pEL0psMDc2VFo5MW5nSWExVDY5ZUZPVHZqWmVIaVQxSFUzamhpK1dNdis5eXZEeU5ZVVU1NWp5S1dtc24xMklNZTdUWjdXVG5XZ29kQjJPcGJoK3ZDK09mZ3dkU2pLOFJnVlhiRHhFUkVYR3RDK05mS2lJaVVxMEZlaG5MMHJlcUJSYWJzU3Jod1ZTSVR6VkdPWjJQYkhZNGxXMXNCYm03Z2I4WCtIa2FJWmEvcC9IYy85L0hBVjdnNndrYXJGVTJkMS9WbkpVN2p0SG4wc1o0ZTVidm55MWhnVDVjM2I1Qm9mMC9yOWhEYXFZeEdtdjR6UjJjanAxS3kyYkpwc00wcXgvR21Ec3ZLOU45UE54TlBIOW5aNTc2YUFudUpoUHVKamZTTW5PWjgzTGZJcy9QekxIZzYrV0I2WXloZTB1M0hPSE5XV3VjOXZsNGVmRHFvRzQ4UG5VUm0vYWQ1TFZ2VnZMaTNWMHdtZHdZTW5rQngwNmRNZSsxZ0YySGs3bnh4WitLUE9icFlXTCtxN2VVNmZ1cjdnNmtRSU1RVFJNVUVSRzUwQ2k0RWhHUmM4clRCSTFDalEyTU9sUHhxY1pvcktUc2txODlIMWp0cDR2QkY4Y05JOWp5THliWXluOThJVTlGSERIOVQwNmxsZTBQM00wTjVxL2V4L3pWKzBvOTk1RWIyOUVoMW5tRTFNbVVMSDVhdnJ2UXVja1pPWmpjaW42Ump5UmxBTkN3ZG5DcDkxeTI1VEE3RHAyaVYvc0dOS2dkelBqN3UrUHQ2YzZCNDZrODgvRmYzTjRqanY0OW1oYTY3dldacXptUmtzV1lPenBUciticFlVS2U3a1VYVlFzUDh1VzFRZDE0WXRwaS90NTJsUDh0MnNZOVY3ZmdraWExT1pXZVUrajhISE1lNi9ja0VPRHJTZXRHTll0czA2T1llNTF2a3JJaHd3eVhSRlIxVDBSRVJNVFZGRnlKaUVpVnF1VnZiQjBpSU10eXVpN1drWFNqaVBxRnlBNWtXb3l0Sko0bThQWXdpc1o3dXh1UHZUM0FwOEJqYi9kL2p4ZDRmRDRFWGtjUzAwbEtLeHkyVkZSV0VWUGlEaWRtOFA3Y2pVV2VYemZzOUdxRnMvN2E2WGk4NTZneDcreDRjcWJUZm9BYk8wZmpYV0I2M2FvZHgvaHQ3UUdhUllYVG9IYXdvLzVVM1RCL0FueTltUEhySm1xSCt0R2pkWDNITmF0M0hPUHZiVWVwRStwSGplQ3lyL2pYc0U0d0w5NTlHVCt2Mk1zdC85YS9HdGJ2a2lMUFBYNHFnNEZ2L0VxOUdvRzhmRS9YTXQvamZKUmZsNjZSNmx1SmlJaGNjQlJjaVloSXRlSG5DYzFxR0J2QW9WU0lUek5HWTJXVXZXNzJCY05pQTR2NTdMOTNkN2ZDZ1plUGg3RUNwTHZKT0c1eU14NmIzSXpuK2Z2UGxjOUdYbGRrWGFZekRmdGdNZnVQcC9MVWJSMjV2R1ZrcWVjWE5aMndUZU9hakwyM2NIQXpjc1lTMGdzVVpKOCtmMU9oYy83ZWRwUy90eDExMnZlZlN4bzZCVmZGOGZmMVlzeWRuWG5zL1Q5NDYvdTFSTlVNcEZIZEVDeDVWdDZic3dHQXAyN3JkTlkxcHRyRjFLWmRURzNBV00yd3VGVVRNN0tORU05cXN6dW1SQmJGMTh2RFVTL3JmTFVyMGFneHAybUNJaUlpRng0RlZ5SWlVbTNWRHphMnJ2V040dWduTW96dGVJWlJXK284cS9GK3psanR4dWkxckZKR2RGV2xzb1kxK1RQNVBOMU4rSHFYYnlVOWs4bXR5R3VMbWliWW8zVTluaWhtQk5PTVh6Y3hmL1grTXQzVGttY2x6MnFqWG8wQWJ1c2V5OS9iam9HYkc5bTVGcjc3YXlmSFRtWFN1MU1qbWtTR2tKMXJ3Y1BkaEtmSDJhY3U5NzQ1bi9Uc2t2K2dkeDlKNXRheGM0bzkvdGhON2JqeHNwaXp2bmQxa1c0MnBncGVWci8wYzBWRVJPVDhvK0JLUkVUT0M0RmVFQmdHTVdIRzh6eWJVUi9yUkFZYy8vZXIyVnExZlpUcTZaOTlKN25oaGRtRjl1ZGE4cWdUNnUrMHo5M2tSb0N2c1RUa2ExK3ZaT08rQkdhTnVSRTR1M3BRMCtiOXc1d1ZlNTMyRFptOHdPbjUvTlg3SFVIWWpaZEY4OWhON1l0c2E4YjhUUnhPVEhmYTkwei9Udmo1ZUhKTmgwWms1eG9ySE5qczltSnJkaFZsMTVGa2RoOUpka3h0UEYvdFNqUytOdFEwUVJFUmtRdVNnaXNSRVRrdmVaaU1aZThqVHRlMEppWEhHSTExSWdOT1pCclBSV29FK2RLOVZiMUMreGR0akMveE9uT2VsWndLcHFHWE5Zc2cyTityMk9PcG1XWldiRDlhN0hHQVRmdFBzdVBRS2FkOUZxdFJBRzdvOVcwYys5NmZzNEU5UjFPNDUrcm1qcW1FQUJ2M0pyQmhUd0tkbTlXbFdWUzQwL203anlRN2dycnprZGtLbXhNZ050d0l0MFZFUk9UQ28rQktSRVF1R0NFK3hoYjNiNDJzWE92cDZZVW5NbzBSV2hkcXdYY3BXdi91VFFrSjhLWlgrNGFGanRXdkdVaXVwWEtINmQxeFpaeFRXSFNtN2ZGSnBRWlhZKy90aXVYZkg5em5QMS9HM21PcGhjNngyV3prV3F4c1BaakkweC85UmZNRzRReThxamtkWXV1dzVVQWlYeS9lVG1pQXQxTmY4bGNpOVBjK1AvODVhTGJDM0gvcjVtczFRUkVSa1F2WCtma3ZGUkVSa1RMd2RvZW9ZR01Eb3laV1dpNGtaeHMxc3ZLMzFCelZ5Nm9LT2VhOFVndTA1eCsyV0cxa0Y3RmlZRUdlSHU2TzZYeDVWaHVXUEN0OUxtME1VT1MxVjdhcDd6aFdWQTBzcTgyT2V6VllvakVrd01meHVLZzZXR21adWFSazV2TGtMUjNvMnlXR0QrZjl3L285Q2J6d3hYSStIWEV0anUvZ2pHK2xTV1FvdVJZck5ZTDlLcS96bFNBcDIxaEZjRmVpVWQvcWhxWWFiU1VpSW5JaFUzQWxJaUlYRFRjZzJOdllDdGJEc2RtTmFZV25zcDFEcmZTTGNDWERjK25POGIrVVdsZzgzNXV6MXZEbXJEVWxuak9rZDJ0dTY5NFVnTm5MZHhlNVNtQng1cnpjdDlDK2JITWVmdWZCYUtScDgvN2hqdzBIdWY3U2FPNjV1amtUSHV6Qm1wM0hTRWpKcG5hb3YyTmFvWWZKdVViWGdDdmlYTjZYNmV0YzNtUWgrVkducjRjUldvWDdWdjQ5UlVSRXBPcFUvMytOaVlpSVZES1RHNFQ1R2x0QmVUWkl6amtkWk9XSFd0VjV0Yjd6U2Qzd0FBS3lTazRIVDZabWsyZTFFUkxnalc4cEt4RUcrSjRlTlJVVEVjS05sMFVYT21maCtvUDRlbm5RcldXazAvNmlDcThuSkdkV3VQN1RqRjgzRVZoQ0crblpGVTlIZTNkcXpNR0VOT2F1M012dkd3NHlvRWNjdDNScmd2ZS9yMWVPMlNqZTd1VjU5cXNXbnEyMmRZeXB1WlVwNzk5Vk16UE5zUGtFWEZGNEZxaUlpSWhjUUJSY2lZaUlGTVBEQkRYOWpLMGdzOVY1cW1GK3FKV3JWUTNQeXZ1UFhsM3FPVVBmV2NDK1k2azgzS2N0VjdhTktuUGI3V0pxMHk2bU5wdjNueVF4TlpzcjJ0VEh6YzJObGR1UFVUUFl0OWdWL1BKbFpwczVrWkpGajFiMXkzelBvdXc4ZEFvN1lNbXo0ZUZ1d3NQZGhDWFBpdFZteDh2RGhNbGt3c2ZMQTgreldMSHdUQzBiMXVDOVI2NWk0ZnFEZkRqdkh6NWRzSVdHdFlQbzBzSUk1NUl6akZwV2diNlZ2M3BncDhqU3ozR1ZuVW13NUlBeE12S2FhUENxL0Z4T1JFUkVxb0NDS3hFUmtiUGs1UTUxQW95dElMTVZNdjhkQ2VMNGFuYmVsNU5YTlgyK1dIMjJjQ3M3RDUwNnE5QUxZTlhPWTlqdDRGdk9xWUp4OWNQSXlEWnpiNitXL0wzdENCL08yOFRJV3p0d1Zic0d2UHZ6ZXVhczJNdDdqMXhGbzdvaHBUZFdETHZkN2hoTkJYQjV5MGphTks3Snd2VUhhUmRUeTFIWEt6NGhIVEJxWlJWVjY4dkQzVlJrN2F6cXJ1bS9kZWFYSElEOUthZWZpNGlJeUlWRndaV0lpSWlMZUxrYlc2aFA4ZWZZN0tXSFcxa1c0enlwdVBRc015RUIzazc3dGg1TW90ZXpzeHpQNCtxSDhlNGpWL0gxczlmajQrV096V2JqdTc5MkFmRHJtdjJZODZ3ODBlOFM3dnRQU3diMGlDdlR5S1ZlN1JzNlZqTGM5KzhxZ0ZHMWdvbzlmOHYrazN6OGYxdDQ4TnBXWmY3ZVRpUm5NdkNOWDRzODl2bkNyWVgyUFQ1MVVaSG4zbmxsTSs2N3BtV1o3MXVkTkEwM2lyU3ZPNnJnU2tSRTVFS2w0RXBFUk9RY01ya1pLNkNWdGdxYTJXcHNPWG5HMTl3OFl5cGlidjdqTTU0WFBGZE9TMGpKSXRqZkc3dmRqcHVic2F4ZVNJQTNIV1ByT002SkNEZUd6dFVNTWVhRVRwMjdnYjFIVStqZXFoNXVidkRIaG5qMkhrM2hwWUZkaUt3UmVGYjNUOG5JWWVtV0k0UUdlQk5kTjdqWTgzSXNWclljU0dUdnNaUVNhMklWNU9QbFFaZm1FU1dlYyt4VUp2dVBweEllNUV2VGVxRkZudE9nZHZHQjJ2bWdWVzFZc0JjT3BEZ3Z1aUFpSWlJWEJnVlhJaUlpMVZEKzZLMkFjdFFHUHpQTXlyV0NPUS9TY3NGcUI2dk5HTkdWLzlocVAvMmNNb3owT2xiSnhiZGQ1VVJ5SnBrNUZqSnpMUHl3YkJlM1htNnNPQmdaSHNEVC9Uc1ZPajgxTTVkM2YxN1BrazJIaVFnUFlQak5seERnNjBXRFd0djQ0dmV0UFBMZUg0d2EwSWxMNDBvT2kvTGxtUE9ZOE4xcWNzeDUzSE4xYzB6L3J1cG4ramRBTStmWkhPY2VPbWxNNTZzUjVFdXVwV3pwWTBpQUQ3ZDBpNlYxNDVwRkhzL01OdlA0QjhZb3F5N05JM2k4YjhsMXZjNVhEVU9NOTRxQ0t4RVJrUXVUZ2lzUkVaRUxqTGU3c1ZXVzZlc3FyMjFYMm5vd0NZQkFQeTgrK25VellZRytSWjUzL0ZRbTg5ZnM0K2UvOTVDVm0wZmp1c0dNdSs5eXg0cUNBNjl1VG1RTmY5NzRiZzNQZjc2Y2gvcTBwVi9YSmlYZWU4My90M2ZuMFUxWCtmL0huMG5hTk4xb201WlNvR1d4RHJUVUFsVVlBWlh0OTBWY2dBRkYrMU1zb2dnNDVYeGRFUFc0SURvT09PTU1NT0k0TXZMRjRTaW9MSUxMSUFQSTR2SmxSNVJkb0ZLV3JsSm9TemZhSnZuK0VSdUo2VTZoS2I0ZTUrUzArWHh1N3VlMjVkTkRYcjMzZmIvUDRvMVB2eVhqZEJIOXVyWGp6aHU3dU02MURuSE83UHJMOGgzRXgxZ3ByN1N6K1VBbVJxT0JiaDNEMlgwMHQ4NnZyYUxTeGo5WGZjZUhYeDltMWN0M2VOU29PbE5ZeW91THRyanFXMzI2Tlkyam1XZEpIZGFUdUE1WDNwcTZUcUhPNEVwRVJFU3VQQXF1UkVSRTVMS3FxTFRocUdjTnI2cDJsVFk3NWZXY2llUmpNbUkwR3ZoaXowa0EvdkxRQVA2eWJEdXZmTEFOazlGQTZ4RDNBR3Zyb1V6ZTMzZ0lQMThUWXdiSE0yWnd2RWNRTkxoblI0SXNadjc0L2xaYUJkUThEVzdib1N6ZVhyT1hIN0lLOFBVeGt2SmYzYmh2Y0RlTVJvT3J6YTI5TzdQMVVDYjcwMDl6UEtjUWdJZ1FmOFlONlVsb2tJVkttM01tbGdHRFIvLzV4ZWNCbVBMUFRXU2RLU1kweUkrS1NydHJ2RGFiblRXNzB2bWYxWHM0VjFwQis0Z2dmaitzQng5cytwNTk2YWY1NzM5c1lNaTFIUmwvU3lMaHJhb1A4bHFpVHFGd09BOHl6MEc3aHEzbUZCRVJFUytuNEVwRVJFUXVxNVJYUHlPdnNLeEJyM2wxMlE1ZVhiYWpYbTBuRCs5SjB0V1JiRDJZU1hSRUVMSHRRbm5sd2Y2ODhzRTJkcWZsY2pRem56OHQyVWF2MzBRUkZSYkE5VjNiWXI3RFJLOHVVWVFIV3pBWXdHNjNZM2VBM2U2Z290SkdoYzFPcHphdCtQUDQvcGg5akJ3K2RZWXUwVmFQYTNkdTA0cVM4NVdNNkJ2TDNmMjcwaVlzMEtOTmNJQ1oyWk1HNFhBNHNOc2RHQXk0bGhIYTdRNjJIc29DbkdIV2hZNWw1Wk56dGhodzFxN3FueGpOSXlPdkpjRGlTMkh4ZVQ3ZmZZS1BOaDhoNjR5elRWSnNKTS9lY3oyaFFSYXVqMnZIaG0rUE0zLzFYdFo5YzV5djltWHcvd2QwNWE3K1hUSDd0cndkQlgrcEtxeEt6MWR3SlNJaWNxVlJjQ1VpSWlLWFZhYzJJWVFFK3RYZHNKRkNneXg4dnZzRWRnY002QjREUUZpd2hWY25ER0ROem1PcytOOGpyTjk5Z3ZXN1R6VDZHamNrdE9mRmxINGV4eVBEQW5uM3FkdnEzYy9FMTlaaU1CancvV21XV0c1K0NmbEY1ekVhNExkZG85emFIang1Qm9jRExHWVRqOS9SaTk5MmpXTGpkeWZaZWpDVFhVZHlzUDIwRldWa2FBRDNEMG5nNXVzNnViMStjTStPOU92V25rWHJEN0Q4cThNc1hMZWYxVHVQTWYyK2Z2eW1mZldGMjFzS3N3azYvclJjc0Y5TWM0OUdSRVJFbXBLQ0t4RVJFYm1zL2pTKy95Vy9SbXpiRUQ3YWZKU1IvYTUyT3o2MFYyZUc5dXJNeWR4QzloL1BJN2VnaE55ekpad3VMS1dnK0R6RlpSV2NyN0JSWG1uRFpuZmdjT0Rha2RCZ2NDNUROQmtOL0wrZUhTNTZqQWFEZ1ZZQmZ1eExQKzA2NXV0akpMWnRDR1AvSzRHcjJycFhHcisxZDJmU2N3b1kwZWRxb2xzSFUxRnBZOVcyTk5LeUNnQ0k3eERPaUQ2eERPb1JnOGxrclBhYUZyTVBEOTNhblNIWGRtVHV4N3M1a1Z0SVc2dm5yTENXcUZNb0hNK0h2RklJdjNKV1FZcUlpUHpxR1J5TytsYVpFQkVSRVhFV1o1L0lXODA5akRydFBKeE5yeTVSZFRmMEFuYTdBNXZkam8vSmlNSGdXZHVxSnBsNVJYeTE5eFFEZThSVXV5eXhMdGxuaW9scWd1RHFMU1l5OGJxTDd1YWlsTnRnNGJmUU53WVNJNXQzTENJaUxjV1pVamhiQ3FkTG5NRi9Yb256ZUhpQTg0OEFFUUVRNWc5Vy9VRkFtcEZtWEltSWlNZ1ZxYVdFVmdCR293R2pzZUcxcHRxRkI1RThNSzdSMTIySzBNcGJtRTNRTmdqMjVpaTRFaEdwajAzcFVGd09majdPZ0NveDBobFlnVFBBeWl1RlkvbncvV2tJTk1PQVRyWDNKM0twS0xnU0VSRVJrU3RDbHdqNElsMjdDNHFJMUNhakVOYW1PV3NDZG8yb3ZrMUFDTVNFL1B6ODBHbm5yTmFiWS9YN1ZTNi82Z3NnaUlpSWlJaTBNRjNEblRPdkR1YzE5MGdhSm52WlVvNitPTDI1aHlFaXZ3TGZaTUh1YkJqVHZlYlFxanB4RVhEUE5iQXJFNzdOdm5UakU2bU9naXNSRVJFUnVXSWtSanFEcTd6UzVoNUovWldkT3NtNUEvc3Y2elh6OHZMSXk2czU0U3NvS0NBakl3TnZLWWRiWEZ4TWZuNStrL2VibFpYRmtTTkhtcnhmcWQ2K2Zmc29LU2x4TzVhYm0xdHQyNzE3OTVLZW5uNDVodVhTMHU2TGh2b21DMG9xWUZnWFo4amZVSDQrTUx3cm5Ec1B1N09hZm53aU5kRlNRUkVSRVJHNVlpUzJnYjI1c1Bra0RPL1MzS054bDc5bE02RjkrM2tjdDBUSEVOYTMrdGNVN2Q5UFVFSkNrNDZqb0tDQXNXUEhjdnZ0dDVPYW1scHRtNmVmZmhvZkh4LysvdmUvMTloUFJrWUc3N3p6RG84KytpZ0JBYzdDT09YbDVhU2xwZFZySENhVGlTNWQ2djRoNWVmbjg4QUREeEFmSDgvTW1UUHJiTzl3T0pnMWF4WkJRVUZNbkRnUm83SG12OVcvOTk1N2JOMjZsV1hMbHRWcnpOSjRaV1ZsVEpzMmphRkRoL0x3d3c4RGNPalFJUjU5OUZIKzlyZS9FUjhmNzJwcnQ5dVpQWHMyZ1lHQnZQNzY2eDZiVm56NTVaZjg4TU1QakJzM3puWHM2TkdqVkZSVTFIczhack9aMk5oWTEvT1dkbDgwVkVhaGN4bjFzQ2JvK3FhTzhNbjNFQlVFYmJWc1VDNERCVmNpSWlJaWNzVXdtK0M2ZHJEbEpLVG5RNmZRNWg3UnovWk9HRS9yb2JjUU4ydU8yL0dvdSs2dXR2MnBCZk01K29lWDZQWFptaVlOcjFhdVhFbDVlVGx4Y1hFY1BIalE3WnpWYWlVM041ZTB0RFNTazVNOXpnTkVSMGNUSEJ6TTBhTkgyYkJoQTdtNXVienl5aXRZTEJheXM3TjU1SkZINmpXTzRPQmdWcXhZVVdlNzBOQlErdmJ0eTdwMTY5aThlVFA5K25tR2Y3OFVFUkhCNHNXTCtlR0hINWcyYlJyQndYcDMzZHdzRmd0MzMzMDM3NzMzSGlrcEtRUUdCaElYRjBmMzd0MzU2MS8veXJ4NTgvRDE5UVhBYURReWNlSkVYbmpoQmZiczJVT1BIajNjK3RxNmRTdnIxcTNEWkRLUmtwSUN3UFRwMDJ1Y3ZWV2R0bTNiOHM0Nzc3aWV0N1Q3b3FIV3BqbVhCemFWbTJOaHlUNjR2MmZUOVNsU0U0T2pwYzV6RkJFUmtXYngxaTZZeUZ2TlBRenhJbTh4a1luWE5mY28zQzAvQUVYbHptVXQ0VjZ5alh2Ui92M3NuZkFnU1V1V1k0bUpvZXprU1U2dlcwUFJmdWN5d2FDRUJDS0dETVVTRTBObFFRRmZkMDhnN3EremF3eTJHaU0zTjVjSEhuaUE4dkx5YXMrUEdqV0tvMGVQc25mdjNocjdtRFp0R3YzNzl3ZmdvNDgrNG8wMzNpQXBLWWtaTTJZQWNPTEVpVHJIc1hUcFVuYnMyRkh2TitpNXVibE1uanlac1dQSE1uejQ4SHE5WnMyYU5jeWVQWnVZbUJqbXpadUhqNC9uMyt4bnpacWxHVmVYV0U1T0RuLzg0eDhCNTh5amMrZk9FUjRlRHNEUW9VT0pqNC9uNFljZlp0S2tTVml0VmhZdVhPaDY3ZG16WndrTEMzTTlmLzMxMXdrSkNjRm1zL0hTU3kreFpjc1dKazJheE9qUm96bCsvRGlWbFpVZTE1ODFheFoydTUwbm4zelM3Yml2cnk4ZE9uUUFXdTU5VVYrYjBwMjdydGFucHBYZDRaeE5GZFBLK1VlQTJodzZEVGxGMm0xUUxqM051QklSRVJHUks4NklydkRlWHRoMERBWjI5bzd3S2lnaGdiNmJ0MUZaVU1EUmwxN2sxTnYvUTJCOE40SzdkUU1nYStsU2pyNzBJdEVQUHNUVjAxOWs0UEZUVFhwOXU5M09uLy84WndJQ0FsaXdZQUU1T1RsczNyeVplKys5MTlWbTQ4YU5yRnk1a3FlZWVvckV4RVRtekpuRDNYZmZ6ZFZYWCsxcVU3WDhDV0RreUpHY1BIbVNUWnMyY2VyVUtUcDM3dXkyL0tvbUlTRWhiczlUVWxMcXJHRmxzOWw0NjYyM2VPdXRtb1B6Qng5OGtGR2pSZ0hPVUNRa0pBUzczWTZQancrdnZ2b3FYMzMxbFZ2Nzh2Snk3SFo3dFdIWTNMbmE5WEd5QUFBVFZFbEVRVlJ6NmR5NWM1MWZpOVF1SUNEQUZlajhVcWRPbllpTmplV1ZWMTRoS1NtSnpNeE14b3daVTJOZkZvc0ZjQzZuZS9iWlozbnNzY2Y0NktPUHVPMjIyK2pZc1dPMXIvSDM5OGRtczlYNDc5S2I3NHVtY0tZRWlzdnJGMXJaSExEeEdPUVdPNE9ydXNSRndORXpjTFlVd3J6Z2Q2eGN1UlJjaVlpSWlNZ1Z4Mnh5enJiNjlIdm5ZMkFuNzFrMnVIZkNlSW9PN0tmbkIwczlhbDdsYjluODgva2xUVHNMNk0wMzMyVFBuajA4Ly96elJFVkZjZURBQVZhc1dFSDc5dTBaTVdJRXAwNmQ0dTIzM3lZaElZRWhRNFpRV1ZtSjNXNW41c3ladlA3NjY3UnJWLzMwaTlUVVZKS1RrNG1Nakd6MDJFYU1HRUZwcVh0Ri9YWHIxbEZVVk9RS291cWpxalpRZVhrNVpyT1pQbjM2dU00TkhqellvM2JRaGcwYlNFOVA1OEVISC9Ub3kycTFOdVJMa0JvRUJ3ZGp0OXN4bTgydW4rV2lSWXNvTHkvbm1tdXVBYUJYcjE0QXRHdlhqdm56NTNQNzdiZHovZlhYQTNEeTVFbGVlT0VGbm5qaUNmejgvRno5V2l3V1huNzVaWHg4Zk54Q280Ynk1dnVpS1p3dGN4WlZyMHQyRVh4OXdqbFR0U0g4VE01cktMaVNTMG5CbFlpSWlJaGNrY0w5NGQ1RTU3S1h0V25PSFFldmE5ZTQzYlNhU3ZxY1dSUWQyRS9Ta3VYVjFxMEs3ZHVQcENYTDJaMDhtbE1MNWhNOWZrS1RYRGN2TDQvMTY5Y3pjdVJJQmd3WUFEaURuSU1IRDdKeDQwYUdEUnVHd1dBZ0tpcUtxVk9uQXVEajQ4UDA2ZE9aTTJjT0psUE4zelNUeVhUUmI4N3Z1dXN1ajJQZmZQTU5ack9ac1dQSE5xaXZGU3RXOE1rbm56QnQyalMzV1M2OWV2VnlCU1JWMHRMU3lNcktZdVRJa1kwYnVOU0wzVzVuOGVMRjNIcnJyVmdzRnRhc1dVT2ZQbjFZdDI0ZGRyc2RvOUhJa0NGRE1KbE1tRXdtRml4WVFPL2V2VEVhalh6ODhjZGtaMmZUdW5WcmozNS9lU3c3TzV2MTY5ZHp5eTIzdUpZajFzYmI3NHVtY0xvRUl1cVI2NjFOYzdhN09SYVdObUNUMDRnQTV6V3VDcXU3clVoaktiZ1NFUkVSa1N1VzJRU2p1emxydk96TmhlL3puRE92cm1zSHdlWkxmLzNLZ2dLS0RoNGdLTDRiUGlFaFpDMWJTc3o0aDJvdHRoNlVrRURNK0ljNDlmYUNKZ3V1d3NQRGVlMjExd2dLQ2lJcks0dXlzakpLUzB2cDNiczNpWW1KYk55NGtiS3lNZ1lOR3NUcTFhc3BMQ3gwZTB5ZVBKazc3N3lUZSs2NUI0QWxTNVp3Nk5BaFYvOWp4NDV0OG1WMVpXVmwrUHMzZkJwSGZIdzg3NzMzSG84ODhnaFBQdmtrQXdjT2JOSnhTY01OR3phTVJZc1dzV25USnFLam84bkp5ZUdPTys1ZzNMaHgyTzEyZkgxOUdUSmtDQUQzM25zdnFhbXBiTnk0a1Q1OStyQjI3VnFHRFJ0R216WnRBR2ZOcWgwN2RyajZuajkvdnF2NGZtWm1KZ3NYTHFSMzc5NzFDcTVhNG4zUlVIbWx6dEMrTHNPNmdMVVJzNmJDQTJCLy9XdmlpelNLZ2lzUkVSRnBrTGJtUW1qZ1VnSzVzclUxRndMMUtJalNqQVoyY29aVnV6TGhjSjd6MFNuVXVaVjdSSUN6Y1BHbHNEdjVMb29QSHNDdmZYdDZyMTdMK1l3TVF2djByZk4xb1gzNmt2NjNPVlFXRkxqNkNJenZSdS8vckczMFdHSmlZcGd4WXdhYk5tM3lPR2MwR3JIYjdVUkhSeE1ZR09oNlZPMlVWclVEWEpXeXNqS0tpNHNwTGk3bThPSEREQjgrM1BVR2ZkV3FWY3liTjYvV3NWUlVWTlM1dkt1b3FBaUR3Y0FISDN4UWF6dXoyY3dkZDl6aGVoNGZIOC9jdVhONSt1bW5tVEZqQmxhcmxlN2RtM0E3TldtUWtwSVNpb3VMR1Q5K1BIRnhjYno3N3J2MDdOblQ5YlA5NG9zdlhIWEx5c3JLaUl5TTVQZS8vejNkdTNkbjFhcFZWRlpXY3Z2dHQxTlFVSUMvdno5SlNVbFlyVmJTMHRMWXRtMGJkcnU5empIWWJEWUtDZ3JjamdVRkJXRXltVnJjZmRGUWVTWE9jS2t1alFtdDRPY1pWeUtYa29JckVSRVJhWkR6K0pHSGxYRE9OUGRReEF1Y0pweHlnNlc1aDFFdndlYWZBNnpEcDUyenI5SXZxQWZlTmhnaS9NRjh3ZitRMnprbmNoRHUzN2dsaGhjR1RWVzdCelpFWldFaGlmTVhVSGJxSkpib21JWVA0QmNtVEpoQWNuSXkvdjcrV0N3V0xCWUwvdjcrZlBMSko3ejU1cHY4NjEvL3FsYy85OTkvUHdBSER4N2trVWNlY1R0WFVWRkJXVmtaNDhhTncyeXVmbHJiNXMyYk9YNzhlSzNYT0hmdUhHVmxaU3hldkxqR051ZlBuOGRxdGJvRlYrQ3NsZlRhYTYreGF0VXF1bmZ2enRHalI4bk16UFI0ZlU1T0RoVVZGWHo1NVpmVjl0KzNiMTk4ZlgxckhXZHRzb3VjdTdSZGFZTE0wTXF2N25ZQWE5ZXU1WTAzM3ZBNG5wS1NRbEpTRXYzNi9Wem5iZDY4ZWF4YXRRcHcxcDZxTW1HQ2MrYmg1TW1UWGNzNlAvdnNNN1p0MjFhdk1SdzZkSWpSbzBlN0hYdmpqVGRjTmM5YTBuMGg4bXVrNEVwRVJFUWFKTnpmUUY1NXVJSXJBZUEwRVVRRUdKdDdHQTBTYkhhR1Y5ZTFnM0liWko1elB2SktuTXNKTDdUcnA0OTlZK3EzM0tZMlZjc0R5MDdWdlZ0Z1ZSdExUSXpieDRzVkdCZ0lRR2xwS2JtNXVaU1dsbEpTVXNMaHc0ZHhPQnlzWExuU05VT202bHpWNS9mY2M0OUhqYWphL081M3Z5TW9xUHFwYk4yNmRTTWpJNlBHMXhZWEYxTlNVc0tvVWFOSVRVMnRzVjFxYWlybDVkVlBBYlZhcmFTa3BBRHc3My8vMnhXSVZPZmxsMSt1OXZqeTVjc2J2ZFBiZ1IrZHhhNnZSUDQra05LamZtMXZ1ZVVXYnJqaEJnRGVlZWNkamh3NTR2cCttODFtTm03YzZHcDcvLzMzdTBMSURSczJzSGp4WWhZc1dPQTYzOWlDK1RFeE1Zd2JOODd0V051MmJWMmZ0NVQ3b2pIQ0E1eS8yd0thZnNOQ29QNDF0RVF1aG9JckVSRVJhWkNyVzVzNVV0S0ZMaFZIbW5zbzRnVXlmSDlEMTRpVysxOUtzOG01WkxDNkhRZkxiVDh2Z2FtYWVYV3hvdTRjVGZieVpVVGRkWGV0N2JLV0xTWHF6dEcxdG1tTXA1NTZpc09IRDNzY054cU5PQndPUHY3NFl3SUNBbHdQZjM5L0lpTWo4ZmYzcDFXcnBsc09tcENRUUVJdGRiNk9ISEgrZm9tcEk3QXJMaTRtTEt6NnF0QWxKU1ZzMmJLRi92MzdNM255WkNaTm11UTZWMWxaU1dwcUtrVkZSY3liTjYvR3I2MHhOYmFxZEd2dFhINTFwYzY0cXErcUdVeFZuNXRNcG1vTHJRT0VoWVc1ZnA2aG9jNmJza09IRGhjM1dLQlZxMWIwNzkrL3h2TXQ1YjVvakhCL1o1MnJtRXNVWE5WM0thTEl4V2k1LzhzUUVSR1JaaEVUQXVuQmtldzcwNTFyMk5QY3c1Rm05QjA5c0FTM0p0cTd5MXMxbXRuVWRJRlZsVTZQUDhHT1cyL20wQk9QRXpkclRyVnREazE1aktJRCs0bXY0ZnpGbURKbEN1WGw1Zmo3Kzd1OUVhOWFFclZ3NGNJbXYyWmpiTisrSFlCcnJybW0xblpGUlVVMUJodmJ0Mi9uVDMvNkUzYTduU0ZEaHJndCtYdjMzWGZKenM1bTZ0U3BycUxmbDBMVUphcWQxcExZYkRiWHJMalMwbEpNSmhPbHBhVUFIa3ZtS2lzcktTNHVCcHoxb2dDMzJsU0JnWUg0K0hpK2hUMXo1Z3huejU1dDlCaGJ5bjNSR0JFQmNDeS83bmFOZGJvRVloczNFVTZrM2hSY2lZaUlTSVBkMU5tWERXVmQyVnRpSTVHRzErMlJsbThQaVp3SitBMkRPamUrL3MrdmtTVW1ocVFseTltZFBKcjhyVnZvOVBnVFdLS2pBZWZ5d1BRNXM2Z29LQ0JweWZJbVd4NTRvZGpZV05mbkRvZURrcElTOHZMeXlNL1B4K0Z3c0hQblRsZHg2YXJsZWhkK0xDNHVac3lZTWZUb1VjOTFZclg0N3J2djJMNTlPNk5IajNhYk5WVldWc2E2ZGV0bzM3NTlyVHV5T1J3T2lvcUthcHp4OHZYWFgyTXltZWpiMTcwWWZrWkdCdSsvL3o1SlNVa01IVG9VZ0JNblRqQno1a3ltVEpuaXFuc2tUZVBMTDc5azVzeVpic2RHakJnQndMUFBQdXQyZlBmdTNSN0hMcXhOTlhQbVRIcjM3dTEydnJDd2tELzg0US8wNzkrLzBiT1ZXc0o5MFZoaC92RDk2WXZ1cGtibks4SGFNc29jU2d1bTRFcEVSRVFhWlhCOEdGLzkwSXNOaFRHMHN4MGpndE5Fa05mY3c1Skw2RFRobkNhQ0RPTlZXRUlqR2RTNW50V1p4VTFRUWdLOVY2OGxmYzRzanMzK0srZC9xbW5qMTc0OVlYMzZjdlgwbC9CcFpGMmwya3lkT3BXelo4OVNVbExpZXZ6U004ODhnOEZnY00wNENRd01kSDMwOC9PamJkdTIrUG5WL0hPdnp3NXZWWTRkTzhiU3BVc1pOR2lRMnh2MFpjdVdrWitmejczMzNsdnI2NHVLaXJEYjdkWFdvS3FvcUdENzl1MWNlKzIxSHZXRTVzNmRpNit2TDFPbVRIRWRDdzhQcDZDZ2dKa3paekp2M2p6WDBqYTVlTDE3OTNidHB2ZmtrMDl5MDAwM3VZS3JObTNhOFBubm43dmFkdTdjbWJsejV4SVlHRmh0amF2SXlKOEx6ZGxzTmdDZWUrNDV5c3ZMR1R4NE1EazVPUTBlWDB1NUx4ckw2ZytCWmpoMEd1SWlMcm83TndkL2hGWVdDRzM4aWxxUmVsRndKU0lpSW8xMjAxVituQ3pvd0E5NWJkbGZiTWRzS0NmcmZCT3ZyUkt2ME02dmlQTU9YeUlDalhTTjhMMWlsd2RlTHBhWUdPSm0vKzJ5WHJOSGp4NVVWRlM0dmVtdWVtemR1cFZseTVheGN1VksvUDM5TVJnTUhxOS81cGxuNk5DaEEzRnhjZFgydjJmUEhqNzk5Tk42ejNySnlNakFZREFRL2RPTU0zRHV4clo0OFdLaW9xSVlObXhZcmEvUHpYVlcwcStxaFhTaEhUdDJVRnBhNmxIWDZNTVBQK1NiYjc3aCtlZWZKeW9xeW5VOE1EQ1F4eDkvbk9lZWU0NS8vT01mYnFHV1hKeWdvQ0NDZ29JNGVQQWc1ODZkWStEQWdXNHpuQ29ySzNFNEhLeFlzWUpGaXhZeGJkbzA0dVBqNjZ4eGRlellNY0M1cytUczJiTnAzNzU5bzRLcmxuQmZYS3dCbldEaHQ5QTVGUHpxa1FBOGRHM2RiVW9yWUVjbWpMMzRTV1lpZFZKd0pTSWlJaGNsSmdSaVFxcVdpMmtHenBWTHhYcWEycUVwajFIMml4M0VMTkhSTmRhK3VsaFZPK3hWNStUSms5anRka3dtVTdWdnpoME9CMmxwYVI1dnBxdnFFQzFmdnB5ZE8zZlNzMmRQVncyaWdvS0NHbmRQY3pnYzdOMjdsNWlZR05mc3B1UEhqek50MmpRY0RnZFBQLzIwVzAycTZtemR1aFdBamgwN2VwemJzR0VEUnFPUmZ2MzZBYzRaTHl0WHJ1U2YvL3dudDkxMkd6ZmVlQ01GQlFXY08zZk83ZEd1WFR0V3IxN05qVGZleUc5Lys5dGFyeThOczJqUklxS2lvanlXMCszYnQ0L0t5a29XTFZyRWZmZmRWMmRkc3lxblRwMGlPRGlZVjE5OWxmYnQyemQ2WE41K1h6U1ZtMk5oYlJvTTc5bzAvYTFOYy9ZcGNqa291QklSRVJFUmFRWkJDUWtlZGF4OG1uQ0hzb2FvbWdFemUvWnMrdlhyNS9ZbTNlRndzR1BIRHM2ZVBlc1JPdXpldlJ1QVhidDJjZDk5OXpGbXpCajI3M2ZXdlh2NTVaZnAwNmNQUnFQUjdUV1ZsWlhzMjdlUHRMUTBWMml3YytkT1pzeVlRVkZSRVZPblRuVUxMNnFDckpDUUVNTEN3dkQzOStmSEgzOWsvZnIxV0sxV0VoTVQzZm92TFMxbHk1WXRKQ1ltdXVwZjVlZm5NMy8rZkJ3T0IrdlhyK2V6eno3eitCNFlqVVphdFdxRm41OGZzMmZQWnNHQ0JRUUdCamJxK3ludVZxeFl3ZmJ0MjVrK2Zickh2NGZXclZzemRPaFFKazJhUkhCdy9XZnNQdi84ODJSblo5T3hZMGZHakJsRFlXR2hhL25nNDQ4Lzdyck8rZlBuQVJnK2ZMaEhIMisrK1dhdE01dWErNzVvU3UyQ0lUY0V2am9PTjNsbXZRM3k1WEhuVHF6YWZFQXVGd1ZYSWlJaUlpTE5JSHI4QlBLM2JJWUwzZ3lIOXVsYnl5c3VuUzVkdXZEUVF3K3hjdVZLTm16WTRIRStLQ2lJVWFOR2NjTU5ON2dkdDl2dFJFWkc4dHh6ejlHdFd6Y0F1bmZ2VG5KeU1wOS8vamtmZnZpaFIxOEdnNEhRMEZDU2s1TVpNMllNZVhsNXZQVFNTOWhzTnA1OTlsa0dEUnJrMGI2MHRKVHZ2dnZPVlN2SVlEQncxVlZYOGRoamp4RVFFT0RXZnRldVhaU1hsN3RtV3dGWXJWWlNVbExJeWNuQmFyVVNHaHBLV0ZnWVlXRmhoSWFHRWhvYVNuQndNQWFEZ2YvODV6L01taldMWmN1V01XN2N1TVo5UThWTmFXa3BvMGFONHNZYmIvUTRsNXFhV3Uxc3BycTBhdFhLRlV3bUp5ZTdBcXFHcUs0KzJvV2E4NzY0RkhwR3dlNHMrT1I3NTJ3cFN3UFRnTklLNTB5clRxSFFJNnJ1OWlKTnhlQndPQnpOUFFnUkVSRVJrVitieW9JQ3R0elFCOXU1Y3dDWWdvUHArNzliTDBsaDlrdWxvcUtDc3JLeUJzMlVxYzZ1WGJ1d1dxMjE3aUlJemlWWUZSVVZXQ3lXV3BjU0hqdDJES3ZWV21jd1VSMkh3OEdtVFpzWU1HQ0F4NndZa2Zwb3F2dmlVc2s2NXd5Z3JvK3VmOEgyZ3o4NmExcmRIS3VaVm5MNUtiZ1NFUkVSRVJFUitaWDVJaDNPbFlPZkNTSUNJRHpBK1JIZ2RBbmtsVGcvbnJkQkt6L29mNUZMREVVYVM4R1ZpSWlJaUlpSXlLL1EyVkk0VytZZVZJRjdrQlZtZ1RELzVoMm4vTG9wdUJJUkVSRVJFUkVSRWEra1Jkc2lJaUlpSWlJaUl1S1ZGRnlKaUlpSWlJaUlpSWhYVW5BbElpSWlJaUlpSWlKZVNjR1ZpSWlJaUlpSWlJaDRKUVZYSWlJaUlpSWlJaUxpbFJSY2lZaUlpSWlJaUlpSVYxSndKU0lpSWlJaUlpSWlYa25CbFlpSWlJaUlpSWlJZUNVRlZ5SWlJaUlpSWlJaTRwVVVYSW1JaUlpSWlJaUlpRmRTY0NVaUlpSWlJaUlpSWw1SndaV0lpSWlJaUlpSWlIZ2xCVmNpSWlJaUlpSWlJdUtWRkZ5SmlJaUlpSWlJaUloWFVuQWxJaUlpSWlJaUlpSmVTY0dWaUlpSWlJaUlpSWg0SlFWWElpSWlJaUlpSWlMaWxSUmNpWWlJaUlpSWlJaUlWMUp3SlNJaUlpSWlJaUlpWGtuQmxZaUlpSWlJaUlpSWVDVUZWeUlpSWlJaUlpSWk0cFVVWEltSWlJaUlpSWlJaUZkU2NDVWlJaUlpSWlJaUlsNUp3WldJaUlpSWlJaUlpSGdsQlZjaUlpSWlJaUlpSXVLVkZGeUppSWlJaUlpSWlJaFhVbkFsSWlJaUlpSWlJaUplU2NHVmlJaUlpSWlJaUloNEpRVlhJaUlpSWlJaUlpTGlsUlJjaVlpSWlJaUlpSWlJVjFKd0pTSWlJaUlpSWlJaVhrbkJsWWlJaUlpSWlJaUllQ1VGVnlJaUlpSWlJaUlpNHBVVVhJbUlpSWlJaUlpSWlGZFNjQ1VpSWlJaUlpSWlJbDVKd1pXSWlJaUlpSWlJaUhnbEJWY2lJaUlpSWlJaUl1S1ZGRnlKaUlpSWlJaUlpSWhYVW5BbElpSWlJaUlpSWlKZVNjR1ZpSWlJaUlpSWlJaDRKUVZYSWlJaUlpSWlJaUxpbFJSY2lZaUlpSWlJaUlpSVYxSndKU0lpSWlJaUlpSWlYa25CbFlpSWlJaUlpSWlJZUNVRlZ5SWlJaUlpSWlJaTRwVVVYSW1JaUlpSWlJaUlpRmRTY0NVaUlpSWlJaUlpSWw1SndaV0lpSWlJaUlpSWlIZ2xCVmNpSWlJaUlpSWlJdUtWL2c4N0lDQ2c4aHg4WXdBQUFBQkpSVTVFcmtKZ2dnPT0iLAoJIlRoZW1lIiA6ICIiLAoJIlR5cGUiIDogIm1pbmQiLAoJIlZlcnNpb24iIDogIiIKfQo="/>
    </extobj>
  </extobjs>
</s:customData>
</file>

<file path=customXml/itemProps1.xml><?xml version="1.0" encoding="utf-8"?>
<ds:datastoreItem xmlns:ds="http://schemas.openxmlformats.org/officeDocument/2006/customXml" ds:itemID="{A07A91CD-9B58-44E7-97C0-783D6AD8BDDD}">
  <ds:schemaRefs>
    <ds:schemaRef ds:uri="http://www.wps.cn/officeDocument/2013/wpsCustomData"/>
  </ds:schemaRefs>
</ds:datastoreItem>
</file>

<file path=customXml/itemProps2.xml><?xml version="1.0" encoding="utf-8"?>
<ds:datastoreItem xmlns:ds="http://schemas.openxmlformats.org/officeDocument/2006/customXml" ds:itemID="{2390B1EC-1881-4A48-966D-6DBA24389D1B}">
  <ds:schemaRefs/>
</ds:datastoreItem>
</file>

<file path=customXml/itemProps3.xml><?xml version="1.0" encoding="utf-8"?>
<ds:datastoreItem xmlns:ds="http://schemas.openxmlformats.org/officeDocument/2006/customXml" ds:itemID="{F8CFF218-C522-404D-AA53-BB0171F8369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3089</Words>
  <Application>Microsoft Office PowerPoint</Application>
  <PresentationFormat>宽屏</PresentationFormat>
  <Paragraphs>281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等线</vt:lpstr>
      <vt:lpstr>黑体</vt:lpstr>
      <vt:lpstr>华康俪金黑W8(P)</vt:lpstr>
      <vt:lpstr>思源黑体 CN</vt:lpstr>
      <vt:lpstr>宋体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熊猫办公</dc:title>
  <dc:creator>www.tukuppt.com</dc:creator>
  <cp:keywords>tukuppt</cp:keywords>
  <cp:lastModifiedBy>路路 明</cp:lastModifiedBy>
  <cp:revision>29</cp:revision>
  <dcterms:created xsi:type="dcterms:W3CDTF">2024-09-05T08:00:00Z</dcterms:created>
  <dcterms:modified xsi:type="dcterms:W3CDTF">2026-10-13T07:04:05Z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F68128D72DBB455791A2061B6841499E_13</vt:lpwstr>
  </property>
  <property fmtid="{D5CDD505-2E9C-101B-9397-08002B2CF9AE}" pid="3" name="KSOProductBuildVer">
    <vt:lpwstr>2052-12.1.0.17140</vt:lpwstr>
  </property>
</Properties>
</file>